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f7369bb7a84687" /><Relationship Type="http://schemas.openxmlformats.org/officeDocument/2006/relationships/extended-properties" Target="/docProps/app.xml" Id="Rab8f54b3f8ae4326" /><Relationship Type="http://schemas.openxmlformats.org/officeDocument/2006/relationships/officeDocument" Target="/ppt/presentation.xml" Id="Rc4ede60d34a54f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7916fe7ac54808"/>
  </p:sldMasterIdLst>
  <p:notesMasterIdLst>
    <p:notesMasterId xmlns:r="http://schemas.openxmlformats.org/officeDocument/2006/relationships" r:id="R04b18a60623248f8"/>
  </p:notesMasterIdLst>
  <p:sldIdLst>
    <p:sldId xmlns:r="http://schemas.openxmlformats.org/officeDocument/2006/relationships" id="256" r:id="R448451ca46b145ac"/>
  </p:sldIdLst>
  <p:sldSz cx="6315075" cy="7343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23754581e940d6" /><Relationship Type="http://schemas.openxmlformats.org/officeDocument/2006/relationships/slideMaster" Target="/ppt/slideMasters/slideMaster1.xml" Id="R177916fe7ac54808" /><Relationship Type="http://schemas.openxmlformats.org/officeDocument/2006/relationships/notesMaster" Target="/ppt/notesMasters/notesMaster1.xml" Id="R04b18a60623248f8" /><Relationship Type="http://schemas.openxmlformats.org/officeDocument/2006/relationships/presProps" Target="/ppt/presProps.xml" Id="R634969ec9d744d69" /><Relationship Type="http://schemas.openxmlformats.org/officeDocument/2006/relationships/tableStyles" Target="/ppt/tableStyles.xml" Id="R50b2f963193544e0" /><Relationship Type="http://schemas.openxmlformats.org/officeDocument/2006/relationships/slide" Target="/ppt/slides/slide1.xml" Id="R448451ca46b145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c6423868ef47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32fb85af1748d6" /><Relationship Type="http://schemas.openxmlformats.org/officeDocument/2006/relationships/notesMaster" Target="/ppt/notesMasters/notesMaster1.xml" Id="R5f48dcd792af476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素材ID：AI-065</ns1:t>
            </ns1:r>
          </ns1:p>
          <ns1:p>
            <ns1:r>
              <ns1:t>论文：MaCP: Minimal yet Mighty Adaptation via Hierarchical Cosine Projection</ns1:t>
            </ns1:r>
          </ns1:p>
          <ns1:p>
            <ns1:r>
              <ns1:t>会议：ACL 2025</ns1:t>
            </ns1:r>
          </ns1:p>
          <ns1:p>
            <ns1:r>
              <ns1:t>奖项：Best Theme Paper</ns1:t>
            </ns1:r>
          </ns1:p>
          <ns1:p>
            <ns1:r>
              <ns1:t>图号：Figure 2，PDF第3页</ns1:t>
            </ns1:r>
          </ns1:p>
          <ns1:p>
            <ns1:r>
              <ns1:t>类型：方法细节</ns1:t>
            </ns1:r>
          </ns1:p>
          <ns1:p>
            <ns1:r>
              <ns1:t>借鉴点：用统一冻结/可训练色彩对比LoRA、LaMDA与DCT分区抽样，并展开频段和谱系数。</ns1:t>
            </ns1:r>
          </ns1:p>
          <ns1:p>
            <ns1:r>
              <ns1:t>论文URL：https://aclanthology.org/2025.acl-long.1006/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fcf0e7b864c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46d999c9644236" /><Relationship Type="http://schemas.openxmlformats.org/officeDocument/2006/relationships/slideLayout" Target="/ppt/slideLayouts/slideLayout1.xml" Id="R99bde9305082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bde9305082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80498431f4e83" /><Relationship Type="http://schemas.openxmlformats.org/officeDocument/2006/relationships/image" Target="/ppt/media/image.png" Id="R37b11a43217544be" /><Relationship Type="http://schemas.openxmlformats.org/officeDocument/2006/relationships/notesSlide" Target="/ppt/notesSlides/notesSlide1.xml" Id="R7e753c3d344148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332FB-3F26-4A33-BA5A-7ADE4C1B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557" y="1071872"/>
            <a:ext cx="1294278" cy="1238005"/>
          </a:xfrm>
          <a:custGeom xmlns:a="http://schemas.openxmlformats.org/drawingml/2006/main">
            <a:pathLst>
              <a:path w="1294278" h="1238005">
                <a:moveTo>
                  <a:pt x="0" y="0"/>
                </a:moveTo>
                <a:lnTo>
                  <a:pt x="1294278" y="0"/>
                </a:lnTo>
                <a:lnTo>
                  <a:pt x="1294278" y="1238005"/>
                </a:lnTo>
                <a:lnTo>
                  <a:pt x="0" y="1238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67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682E7-6AE7-4E9E-ABB3-1A0A9AF7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557" y="1071872"/>
            <a:ext cx="1294278" cy="1238005"/>
          </a:xfrm>
          <a:custGeom xmlns:a="http://schemas.openxmlformats.org/drawingml/2006/main">
            <a:pathLst>
              <a:path w="1294278" h="1238005" fill="none">
                <a:moveTo>
                  <a:pt x="0" y="0"/>
                </a:moveTo>
                <a:lnTo>
                  <a:pt x="1294278" y="0"/>
                </a:lnTo>
                <a:lnTo>
                  <a:pt x="1294278" y="1238005"/>
                </a:lnTo>
                <a:lnTo>
                  <a:pt x="0" y="1238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C5876-E9CB-47BC-9289-0AB4E51C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945" y="1948267"/>
            <a:ext cx="1463096" cy="360147"/>
          </a:xfrm>
          <a:custGeom xmlns:a="http://schemas.openxmlformats.org/drawingml/2006/main">
            <a:pathLst>
              <a:path w="1463096" h="360147">
                <a:moveTo>
                  <a:pt x="0" y="360147"/>
                </a:moveTo>
                <a:lnTo>
                  <a:pt x="398075" y="0"/>
                </a:lnTo>
                <a:lnTo>
                  <a:pt x="1065022" y="0"/>
                </a:lnTo>
                <a:lnTo>
                  <a:pt x="1463096" y="360147"/>
                </a:lnTo>
                <a:lnTo>
                  <a:pt x="0" y="360147"/>
                </a:lnTo>
                <a:close/>
              </a:path>
            </a:pathLst>
          </a:custGeom>
          <a:solidFill xmlns:a="http://schemas.openxmlformats.org/drawingml/2006/main">
            <a:srgbClr val="006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70AC7-7584-4E9E-9F60-C90B1D8B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945" y="1948267"/>
            <a:ext cx="1463096" cy="360147"/>
          </a:xfrm>
          <a:custGeom xmlns:a="http://schemas.openxmlformats.org/drawingml/2006/main">
            <a:pathLst>
              <a:path w="1463096" h="360147" fill="none">
                <a:moveTo>
                  <a:pt x="0" y="360147"/>
                </a:moveTo>
                <a:lnTo>
                  <a:pt x="398075" y="0"/>
                </a:lnTo>
                <a:lnTo>
                  <a:pt x="1065022" y="0"/>
                </a:lnTo>
                <a:lnTo>
                  <a:pt x="1463096" y="360147"/>
                </a:lnTo>
                <a:lnTo>
                  <a:pt x="0" y="3601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03CDA-8A6F-4EA4-907A-903E865A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354" y="1071759"/>
            <a:ext cx="1211556" cy="364536"/>
          </a:xfrm>
          <a:custGeom xmlns:a="http://schemas.openxmlformats.org/drawingml/2006/main">
            <a:pathLst>
              <a:path w="1211556" h="364536">
                <a:moveTo>
                  <a:pt x="1211556" y="0"/>
                </a:moveTo>
                <a:lnTo>
                  <a:pt x="986465" y="364536"/>
                </a:lnTo>
                <a:lnTo>
                  <a:pt x="225092" y="364536"/>
                </a:lnTo>
                <a:lnTo>
                  <a:pt x="0" y="0"/>
                </a:lnTo>
                <a:lnTo>
                  <a:pt x="1211556" y="0"/>
                </a:lnTo>
                <a:close/>
              </a:path>
            </a:pathLst>
          </a:custGeom>
          <a:solidFill xmlns:a="http://schemas.openxmlformats.org/drawingml/2006/main">
            <a:srgbClr val="006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5C458-29A8-4319-BD87-A6D86F9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354" y="1071759"/>
            <a:ext cx="1211556" cy="364536"/>
          </a:xfrm>
          <a:custGeom xmlns:a="http://schemas.openxmlformats.org/drawingml/2006/main">
            <a:pathLst>
              <a:path w="1211556" h="364536" fill="none">
                <a:moveTo>
                  <a:pt x="1211556" y="0"/>
                </a:moveTo>
                <a:lnTo>
                  <a:pt x="986465" y="364536"/>
                </a:lnTo>
                <a:lnTo>
                  <a:pt x="225092" y="364536"/>
                </a:lnTo>
                <a:lnTo>
                  <a:pt x="0" y="0"/>
                </a:lnTo>
                <a:lnTo>
                  <a:pt x="12115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774AD-8B89-404D-BBD7-D41D3DA5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597" y="1792711"/>
            <a:ext cx="136180" cy="96296"/>
          </a:xfrm>
          <a:custGeom xmlns:a="http://schemas.openxmlformats.org/drawingml/2006/main">
            <a:pathLst>
              <a:path w="136180" h="96296">
                <a:moveTo>
                  <a:pt x="52587" y="0"/>
                </a:moveTo>
                <a:cubicBezTo>
                  <a:pt x="53862" y="0"/>
                  <a:pt x="56139" y="46"/>
                  <a:pt x="59417" y="137"/>
                </a:cubicBezTo>
                <a:cubicBezTo>
                  <a:pt x="62695" y="228"/>
                  <a:pt x="65745" y="319"/>
                  <a:pt x="68568" y="410"/>
                </a:cubicBezTo>
                <a:cubicBezTo>
                  <a:pt x="73212" y="410"/>
                  <a:pt x="77082" y="364"/>
                  <a:pt x="80178" y="273"/>
                </a:cubicBezTo>
                <a:cubicBezTo>
                  <a:pt x="83275" y="182"/>
                  <a:pt x="85050" y="137"/>
                  <a:pt x="85505" y="137"/>
                </a:cubicBezTo>
                <a:cubicBezTo>
                  <a:pt x="87145" y="137"/>
                  <a:pt x="87964" y="501"/>
                  <a:pt x="87964" y="1229"/>
                </a:cubicBezTo>
                <a:cubicBezTo>
                  <a:pt x="87964" y="1594"/>
                  <a:pt x="87828" y="2277"/>
                  <a:pt x="87554" y="3278"/>
                </a:cubicBezTo>
                <a:cubicBezTo>
                  <a:pt x="87099" y="4917"/>
                  <a:pt x="86689" y="5828"/>
                  <a:pt x="86325" y="6010"/>
                </a:cubicBezTo>
                <a:cubicBezTo>
                  <a:pt x="85961" y="6192"/>
                  <a:pt x="84959" y="6283"/>
                  <a:pt x="83320" y="6283"/>
                </a:cubicBezTo>
                <a:cubicBezTo>
                  <a:pt x="81044" y="6374"/>
                  <a:pt x="79222" y="6602"/>
                  <a:pt x="77856" y="6966"/>
                </a:cubicBezTo>
                <a:cubicBezTo>
                  <a:pt x="76491" y="7330"/>
                  <a:pt x="75534" y="7695"/>
                  <a:pt x="74988" y="8059"/>
                </a:cubicBezTo>
                <a:cubicBezTo>
                  <a:pt x="74442" y="8423"/>
                  <a:pt x="74305" y="8833"/>
                  <a:pt x="74578" y="9288"/>
                </a:cubicBezTo>
                <a:cubicBezTo>
                  <a:pt x="74578" y="10381"/>
                  <a:pt x="75307" y="21217"/>
                  <a:pt x="76764" y="41797"/>
                </a:cubicBezTo>
                <a:cubicBezTo>
                  <a:pt x="78221" y="62376"/>
                  <a:pt x="78949" y="73258"/>
                  <a:pt x="78949" y="74442"/>
                </a:cubicBezTo>
                <a:lnTo>
                  <a:pt x="79222" y="74032"/>
                </a:lnTo>
                <a:cubicBezTo>
                  <a:pt x="79404" y="73759"/>
                  <a:pt x="79678" y="73303"/>
                  <a:pt x="80042" y="72666"/>
                </a:cubicBezTo>
                <a:cubicBezTo>
                  <a:pt x="80406" y="72029"/>
                  <a:pt x="80952" y="71164"/>
                  <a:pt x="81681" y="70071"/>
                </a:cubicBezTo>
                <a:cubicBezTo>
                  <a:pt x="82409" y="68978"/>
                  <a:pt x="83183" y="67612"/>
                  <a:pt x="84003" y="65973"/>
                </a:cubicBezTo>
                <a:cubicBezTo>
                  <a:pt x="84823" y="64334"/>
                  <a:pt x="85915" y="62467"/>
                  <a:pt x="87281" y="60373"/>
                </a:cubicBezTo>
                <a:cubicBezTo>
                  <a:pt x="88647" y="58278"/>
                  <a:pt x="90013" y="55820"/>
                  <a:pt x="91379" y="52997"/>
                </a:cubicBezTo>
                <a:cubicBezTo>
                  <a:pt x="92745" y="50174"/>
                  <a:pt x="94520" y="47124"/>
                  <a:pt x="96706" y="43845"/>
                </a:cubicBezTo>
                <a:cubicBezTo>
                  <a:pt x="106176" y="27090"/>
                  <a:pt x="111549" y="17529"/>
                  <a:pt x="112824" y="15162"/>
                </a:cubicBezTo>
                <a:cubicBezTo>
                  <a:pt x="114098" y="12794"/>
                  <a:pt x="114781" y="11337"/>
                  <a:pt x="114872" y="10791"/>
                </a:cubicBezTo>
                <a:cubicBezTo>
                  <a:pt x="114872" y="9425"/>
                  <a:pt x="114007" y="8332"/>
                  <a:pt x="112277" y="7512"/>
                </a:cubicBezTo>
                <a:cubicBezTo>
                  <a:pt x="110547" y="6693"/>
                  <a:pt x="108635" y="6283"/>
                  <a:pt x="106540" y="6283"/>
                </a:cubicBezTo>
                <a:cubicBezTo>
                  <a:pt x="105266" y="6283"/>
                  <a:pt x="104628" y="5828"/>
                  <a:pt x="104628" y="4917"/>
                </a:cubicBezTo>
                <a:cubicBezTo>
                  <a:pt x="104628" y="4644"/>
                  <a:pt x="104719" y="4052"/>
                  <a:pt x="104901" y="3142"/>
                </a:cubicBezTo>
                <a:cubicBezTo>
                  <a:pt x="105266" y="1685"/>
                  <a:pt x="105539" y="820"/>
                  <a:pt x="105721" y="546"/>
                </a:cubicBezTo>
                <a:cubicBezTo>
                  <a:pt x="105903" y="273"/>
                  <a:pt x="106540" y="137"/>
                  <a:pt x="107633" y="137"/>
                </a:cubicBezTo>
                <a:cubicBezTo>
                  <a:pt x="107906" y="137"/>
                  <a:pt x="108680" y="137"/>
                  <a:pt x="109955" y="137"/>
                </a:cubicBezTo>
                <a:cubicBezTo>
                  <a:pt x="111230" y="137"/>
                  <a:pt x="113006" y="137"/>
                  <a:pt x="115282" y="137"/>
                </a:cubicBezTo>
                <a:cubicBezTo>
                  <a:pt x="117559" y="137"/>
                  <a:pt x="120017" y="182"/>
                  <a:pt x="122658" y="273"/>
                </a:cubicBezTo>
                <a:cubicBezTo>
                  <a:pt x="128668" y="273"/>
                  <a:pt x="132538" y="182"/>
                  <a:pt x="134268" y="0"/>
                </a:cubicBezTo>
                <a:cubicBezTo>
                  <a:pt x="135543" y="0"/>
                  <a:pt x="136180" y="501"/>
                  <a:pt x="136180" y="1502"/>
                </a:cubicBezTo>
                <a:cubicBezTo>
                  <a:pt x="136180" y="2049"/>
                  <a:pt x="136044" y="2823"/>
                  <a:pt x="135771" y="3825"/>
                </a:cubicBezTo>
                <a:cubicBezTo>
                  <a:pt x="135498" y="4826"/>
                  <a:pt x="135179" y="5509"/>
                  <a:pt x="134815" y="5873"/>
                </a:cubicBezTo>
                <a:cubicBezTo>
                  <a:pt x="134450" y="6238"/>
                  <a:pt x="133995" y="6374"/>
                  <a:pt x="133449" y="6283"/>
                </a:cubicBezTo>
                <a:cubicBezTo>
                  <a:pt x="131445" y="6283"/>
                  <a:pt x="129624" y="6556"/>
                  <a:pt x="127985" y="7103"/>
                </a:cubicBezTo>
                <a:cubicBezTo>
                  <a:pt x="126346" y="7649"/>
                  <a:pt x="124980" y="8286"/>
                  <a:pt x="123887" y="9015"/>
                </a:cubicBezTo>
                <a:cubicBezTo>
                  <a:pt x="122795" y="9743"/>
                  <a:pt x="121930" y="10517"/>
                  <a:pt x="121292" y="11337"/>
                </a:cubicBezTo>
                <a:cubicBezTo>
                  <a:pt x="120655" y="12157"/>
                  <a:pt x="120108" y="12885"/>
                  <a:pt x="119653" y="13522"/>
                </a:cubicBezTo>
                <a:lnTo>
                  <a:pt x="119107" y="14342"/>
                </a:lnTo>
                <a:lnTo>
                  <a:pt x="96023" y="54773"/>
                </a:lnTo>
                <a:cubicBezTo>
                  <a:pt x="80725" y="81726"/>
                  <a:pt x="73030" y="95249"/>
                  <a:pt x="72939" y="95340"/>
                </a:cubicBezTo>
                <a:cubicBezTo>
                  <a:pt x="72393" y="95977"/>
                  <a:pt x="71300" y="96296"/>
                  <a:pt x="69661" y="96296"/>
                </a:cubicBezTo>
                <a:cubicBezTo>
                  <a:pt x="68295" y="96296"/>
                  <a:pt x="67430" y="96068"/>
                  <a:pt x="67066" y="95613"/>
                </a:cubicBezTo>
                <a:cubicBezTo>
                  <a:pt x="66793" y="95340"/>
                  <a:pt x="65928" y="84140"/>
                  <a:pt x="64471" y="62012"/>
                </a:cubicBezTo>
                <a:cubicBezTo>
                  <a:pt x="63014" y="39884"/>
                  <a:pt x="62240" y="28456"/>
                  <a:pt x="62149" y="27728"/>
                </a:cubicBezTo>
                <a:lnTo>
                  <a:pt x="60509" y="30186"/>
                </a:lnTo>
                <a:cubicBezTo>
                  <a:pt x="58506" y="33556"/>
                  <a:pt x="52678" y="43709"/>
                  <a:pt x="43026" y="60646"/>
                </a:cubicBezTo>
                <a:cubicBezTo>
                  <a:pt x="29913" y="83593"/>
                  <a:pt x="23266" y="95158"/>
                  <a:pt x="23084" y="95340"/>
                </a:cubicBezTo>
                <a:cubicBezTo>
                  <a:pt x="22902" y="95522"/>
                  <a:pt x="22674" y="95704"/>
                  <a:pt x="22401" y="95886"/>
                </a:cubicBezTo>
                <a:cubicBezTo>
                  <a:pt x="21945" y="96160"/>
                  <a:pt x="21126" y="96296"/>
                  <a:pt x="19942" y="96296"/>
                </a:cubicBezTo>
                <a:cubicBezTo>
                  <a:pt x="18212" y="96296"/>
                  <a:pt x="17256" y="95977"/>
                  <a:pt x="17074" y="95340"/>
                </a:cubicBezTo>
                <a:cubicBezTo>
                  <a:pt x="17074" y="95067"/>
                  <a:pt x="16072" y="80543"/>
                  <a:pt x="14069" y="51768"/>
                </a:cubicBezTo>
                <a:cubicBezTo>
                  <a:pt x="12065" y="22993"/>
                  <a:pt x="11018" y="8514"/>
                  <a:pt x="10927" y="8332"/>
                </a:cubicBezTo>
                <a:cubicBezTo>
                  <a:pt x="10745" y="7512"/>
                  <a:pt x="10290" y="7012"/>
                  <a:pt x="9561" y="6830"/>
                </a:cubicBezTo>
                <a:cubicBezTo>
                  <a:pt x="8833" y="6647"/>
                  <a:pt x="7057" y="6465"/>
                  <a:pt x="4234" y="6283"/>
                </a:cubicBezTo>
                <a:lnTo>
                  <a:pt x="956" y="6283"/>
                </a:lnTo>
                <a:cubicBezTo>
                  <a:pt x="319" y="5646"/>
                  <a:pt x="0" y="5145"/>
                  <a:pt x="0" y="4781"/>
                </a:cubicBezTo>
                <a:cubicBezTo>
                  <a:pt x="91" y="2686"/>
                  <a:pt x="683" y="1093"/>
                  <a:pt x="1776" y="0"/>
                </a:cubicBezTo>
                <a:lnTo>
                  <a:pt x="3415" y="0"/>
                </a:lnTo>
                <a:cubicBezTo>
                  <a:pt x="7239" y="273"/>
                  <a:pt x="11792" y="410"/>
                  <a:pt x="17074" y="410"/>
                </a:cubicBezTo>
                <a:cubicBezTo>
                  <a:pt x="28456" y="410"/>
                  <a:pt x="34694" y="273"/>
                  <a:pt x="35787" y="0"/>
                </a:cubicBezTo>
                <a:lnTo>
                  <a:pt x="37153" y="0"/>
                </a:lnTo>
                <a:cubicBezTo>
                  <a:pt x="37699" y="546"/>
                  <a:pt x="37972" y="956"/>
                  <a:pt x="37972" y="1229"/>
                </a:cubicBezTo>
                <a:cubicBezTo>
                  <a:pt x="37972" y="1502"/>
                  <a:pt x="37881" y="2322"/>
                  <a:pt x="37699" y="3688"/>
                </a:cubicBezTo>
                <a:cubicBezTo>
                  <a:pt x="37244" y="5054"/>
                  <a:pt x="36834" y="5919"/>
                  <a:pt x="36470" y="6283"/>
                </a:cubicBezTo>
                <a:lnTo>
                  <a:pt x="33601" y="6283"/>
                </a:lnTo>
                <a:cubicBezTo>
                  <a:pt x="28047" y="6556"/>
                  <a:pt x="25087" y="7330"/>
                  <a:pt x="24723" y="8605"/>
                </a:cubicBezTo>
                <a:cubicBezTo>
                  <a:pt x="27455" y="50493"/>
                  <a:pt x="29003" y="72529"/>
                  <a:pt x="29367" y="74715"/>
                </a:cubicBezTo>
                <a:lnTo>
                  <a:pt x="61466" y="18167"/>
                </a:lnTo>
                <a:lnTo>
                  <a:pt x="61192" y="13113"/>
                </a:lnTo>
                <a:cubicBezTo>
                  <a:pt x="60919" y="9288"/>
                  <a:pt x="60464" y="7239"/>
                  <a:pt x="59827" y="6966"/>
                </a:cubicBezTo>
                <a:cubicBezTo>
                  <a:pt x="59280" y="6602"/>
                  <a:pt x="57368" y="6374"/>
                  <a:pt x="54090" y="6283"/>
                </a:cubicBezTo>
                <a:cubicBezTo>
                  <a:pt x="52360" y="6283"/>
                  <a:pt x="51221" y="6192"/>
                  <a:pt x="50675" y="6010"/>
                </a:cubicBezTo>
                <a:cubicBezTo>
                  <a:pt x="50129" y="5828"/>
                  <a:pt x="49855" y="5418"/>
                  <a:pt x="49855" y="4781"/>
                </a:cubicBezTo>
                <a:cubicBezTo>
                  <a:pt x="49855" y="4599"/>
                  <a:pt x="49946" y="4052"/>
                  <a:pt x="50129" y="3142"/>
                </a:cubicBezTo>
                <a:cubicBezTo>
                  <a:pt x="50220" y="2777"/>
                  <a:pt x="50311" y="2368"/>
                  <a:pt x="50402" y="1912"/>
                </a:cubicBezTo>
                <a:cubicBezTo>
                  <a:pt x="50493" y="1457"/>
                  <a:pt x="50538" y="1138"/>
                  <a:pt x="50538" y="956"/>
                </a:cubicBezTo>
                <a:cubicBezTo>
                  <a:pt x="50538" y="774"/>
                  <a:pt x="50675" y="592"/>
                  <a:pt x="50948" y="410"/>
                </a:cubicBezTo>
                <a:cubicBezTo>
                  <a:pt x="51221" y="228"/>
                  <a:pt x="51403" y="137"/>
                  <a:pt x="51495" y="137"/>
                </a:cubicBezTo>
                <a:cubicBezTo>
                  <a:pt x="51586" y="137"/>
                  <a:pt x="51950" y="91"/>
                  <a:pt x="5258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E6640-0441-42DA-A823-888E3D31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597" y="1792711"/>
            <a:ext cx="136180" cy="96296"/>
          </a:xfrm>
          <a:custGeom xmlns:a="http://schemas.openxmlformats.org/drawingml/2006/main">
            <a:pathLst>
              <a:path w="136180" h="96296" fill="none">
                <a:moveTo>
                  <a:pt x="52587" y="0"/>
                </a:moveTo>
                <a:cubicBezTo>
                  <a:pt x="53862" y="0"/>
                  <a:pt x="56139" y="46"/>
                  <a:pt x="59417" y="137"/>
                </a:cubicBezTo>
                <a:cubicBezTo>
                  <a:pt x="62695" y="228"/>
                  <a:pt x="65745" y="319"/>
                  <a:pt x="68568" y="410"/>
                </a:cubicBezTo>
                <a:cubicBezTo>
                  <a:pt x="73212" y="410"/>
                  <a:pt x="77082" y="364"/>
                  <a:pt x="80178" y="273"/>
                </a:cubicBezTo>
                <a:cubicBezTo>
                  <a:pt x="83275" y="182"/>
                  <a:pt x="85050" y="137"/>
                  <a:pt x="85505" y="137"/>
                </a:cubicBezTo>
                <a:cubicBezTo>
                  <a:pt x="87145" y="137"/>
                  <a:pt x="87964" y="501"/>
                  <a:pt x="87964" y="1229"/>
                </a:cubicBezTo>
                <a:cubicBezTo>
                  <a:pt x="87964" y="1594"/>
                  <a:pt x="87828" y="2277"/>
                  <a:pt x="87554" y="3278"/>
                </a:cubicBezTo>
                <a:cubicBezTo>
                  <a:pt x="87099" y="4917"/>
                  <a:pt x="86689" y="5828"/>
                  <a:pt x="86325" y="6010"/>
                </a:cubicBezTo>
                <a:cubicBezTo>
                  <a:pt x="85961" y="6192"/>
                  <a:pt x="84959" y="6283"/>
                  <a:pt x="83320" y="6283"/>
                </a:cubicBezTo>
                <a:cubicBezTo>
                  <a:pt x="81044" y="6374"/>
                  <a:pt x="79222" y="6602"/>
                  <a:pt x="77856" y="6966"/>
                </a:cubicBezTo>
                <a:cubicBezTo>
                  <a:pt x="76491" y="7330"/>
                  <a:pt x="75534" y="7695"/>
                  <a:pt x="74988" y="8059"/>
                </a:cubicBezTo>
                <a:cubicBezTo>
                  <a:pt x="74442" y="8423"/>
                  <a:pt x="74305" y="8833"/>
                  <a:pt x="74578" y="9288"/>
                </a:cubicBezTo>
                <a:cubicBezTo>
                  <a:pt x="74578" y="10381"/>
                  <a:pt x="75307" y="21217"/>
                  <a:pt x="76764" y="41797"/>
                </a:cubicBezTo>
                <a:cubicBezTo>
                  <a:pt x="78221" y="62376"/>
                  <a:pt x="78949" y="73258"/>
                  <a:pt x="78949" y="74442"/>
                </a:cubicBezTo>
                <a:lnTo>
                  <a:pt x="79222" y="74032"/>
                </a:lnTo>
                <a:cubicBezTo>
                  <a:pt x="79404" y="73759"/>
                  <a:pt x="79678" y="73303"/>
                  <a:pt x="80042" y="72666"/>
                </a:cubicBezTo>
                <a:cubicBezTo>
                  <a:pt x="80406" y="72029"/>
                  <a:pt x="80952" y="71164"/>
                  <a:pt x="81681" y="70071"/>
                </a:cubicBezTo>
                <a:cubicBezTo>
                  <a:pt x="82409" y="68978"/>
                  <a:pt x="83183" y="67612"/>
                  <a:pt x="84003" y="65973"/>
                </a:cubicBezTo>
                <a:cubicBezTo>
                  <a:pt x="84823" y="64334"/>
                  <a:pt x="85915" y="62467"/>
                  <a:pt x="87281" y="60373"/>
                </a:cubicBezTo>
                <a:cubicBezTo>
                  <a:pt x="88647" y="58278"/>
                  <a:pt x="90013" y="55820"/>
                  <a:pt x="91379" y="52997"/>
                </a:cubicBezTo>
                <a:cubicBezTo>
                  <a:pt x="92745" y="50174"/>
                  <a:pt x="94520" y="47124"/>
                  <a:pt x="96706" y="43845"/>
                </a:cubicBezTo>
                <a:cubicBezTo>
                  <a:pt x="106176" y="27090"/>
                  <a:pt x="111549" y="17529"/>
                  <a:pt x="112824" y="15162"/>
                </a:cubicBezTo>
                <a:cubicBezTo>
                  <a:pt x="114098" y="12794"/>
                  <a:pt x="114781" y="11337"/>
                  <a:pt x="114872" y="10791"/>
                </a:cubicBezTo>
                <a:cubicBezTo>
                  <a:pt x="114872" y="9425"/>
                  <a:pt x="114007" y="8332"/>
                  <a:pt x="112277" y="7512"/>
                </a:cubicBezTo>
                <a:cubicBezTo>
                  <a:pt x="110547" y="6693"/>
                  <a:pt x="108635" y="6283"/>
                  <a:pt x="106540" y="6283"/>
                </a:cubicBezTo>
                <a:cubicBezTo>
                  <a:pt x="105266" y="6283"/>
                  <a:pt x="104628" y="5828"/>
                  <a:pt x="104628" y="4917"/>
                </a:cubicBezTo>
                <a:cubicBezTo>
                  <a:pt x="104628" y="4644"/>
                  <a:pt x="104719" y="4052"/>
                  <a:pt x="104901" y="3142"/>
                </a:cubicBezTo>
                <a:cubicBezTo>
                  <a:pt x="105266" y="1685"/>
                  <a:pt x="105539" y="820"/>
                  <a:pt x="105721" y="546"/>
                </a:cubicBezTo>
                <a:cubicBezTo>
                  <a:pt x="105903" y="273"/>
                  <a:pt x="106540" y="137"/>
                  <a:pt x="107633" y="137"/>
                </a:cubicBezTo>
                <a:cubicBezTo>
                  <a:pt x="107906" y="137"/>
                  <a:pt x="108680" y="137"/>
                  <a:pt x="109955" y="137"/>
                </a:cubicBezTo>
                <a:cubicBezTo>
                  <a:pt x="111230" y="137"/>
                  <a:pt x="113006" y="137"/>
                  <a:pt x="115282" y="137"/>
                </a:cubicBezTo>
                <a:cubicBezTo>
                  <a:pt x="117559" y="137"/>
                  <a:pt x="120017" y="182"/>
                  <a:pt x="122658" y="273"/>
                </a:cubicBezTo>
                <a:cubicBezTo>
                  <a:pt x="128668" y="273"/>
                  <a:pt x="132538" y="182"/>
                  <a:pt x="134268" y="0"/>
                </a:cubicBezTo>
                <a:cubicBezTo>
                  <a:pt x="135543" y="0"/>
                  <a:pt x="136180" y="501"/>
                  <a:pt x="136180" y="1502"/>
                </a:cubicBezTo>
                <a:cubicBezTo>
                  <a:pt x="136180" y="2049"/>
                  <a:pt x="136044" y="2823"/>
                  <a:pt x="135771" y="3825"/>
                </a:cubicBezTo>
                <a:cubicBezTo>
                  <a:pt x="135498" y="4826"/>
                  <a:pt x="135179" y="5509"/>
                  <a:pt x="134815" y="5873"/>
                </a:cubicBezTo>
                <a:cubicBezTo>
                  <a:pt x="134450" y="6238"/>
                  <a:pt x="133995" y="6374"/>
                  <a:pt x="133449" y="6283"/>
                </a:cubicBezTo>
                <a:cubicBezTo>
                  <a:pt x="131445" y="6283"/>
                  <a:pt x="129624" y="6556"/>
                  <a:pt x="127985" y="7103"/>
                </a:cubicBezTo>
                <a:cubicBezTo>
                  <a:pt x="126346" y="7649"/>
                  <a:pt x="124980" y="8286"/>
                  <a:pt x="123887" y="9015"/>
                </a:cubicBezTo>
                <a:cubicBezTo>
                  <a:pt x="122795" y="9743"/>
                  <a:pt x="121930" y="10517"/>
                  <a:pt x="121292" y="11337"/>
                </a:cubicBezTo>
                <a:cubicBezTo>
                  <a:pt x="120655" y="12157"/>
                  <a:pt x="120108" y="12885"/>
                  <a:pt x="119653" y="13522"/>
                </a:cubicBezTo>
                <a:lnTo>
                  <a:pt x="119107" y="14342"/>
                </a:lnTo>
                <a:lnTo>
                  <a:pt x="96023" y="54773"/>
                </a:lnTo>
                <a:cubicBezTo>
                  <a:pt x="80725" y="81726"/>
                  <a:pt x="73030" y="95249"/>
                  <a:pt x="72939" y="95340"/>
                </a:cubicBezTo>
                <a:cubicBezTo>
                  <a:pt x="72393" y="95977"/>
                  <a:pt x="71300" y="96296"/>
                  <a:pt x="69661" y="96296"/>
                </a:cubicBezTo>
                <a:cubicBezTo>
                  <a:pt x="68295" y="96296"/>
                  <a:pt x="67430" y="96068"/>
                  <a:pt x="67066" y="95613"/>
                </a:cubicBezTo>
                <a:cubicBezTo>
                  <a:pt x="66793" y="95340"/>
                  <a:pt x="65928" y="84140"/>
                  <a:pt x="64471" y="62012"/>
                </a:cubicBezTo>
                <a:cubicBezTo>
                  <a:pt x="63014" y="39884"/>
                  <a:pt x="62240" y="28456"/>
                  <a:pt x="62149" y="27728"/>
                </a:cubicBezTo>
                <a:lnTo>
                  <a:pt x="60509" y="30186"/>
                </a:lnTo>
                <a:cubicBezTo>
                  <a:pt x="58506" y="33556"/>
                  <a:pt x="52678" y="43709"/>
                  <a:pt x="43026" y="60646"/>
                </a:cubicBezTo>
                <a:cubicBezTo>
                  <a:pt x="29913" y="83593"/>
                  <a:pt x="23266" y="95158"/>
                  <a:pt x="23084" y="95340"/>
                </a:cubicBezTo>
                <a:cubicBezTo>
                  <a:pt x="22902" y="95522"/>
                  <a:pt x="22674" y="95704"/>
                  <a:pt x="22401" y="95886"/>
                </a:cubicBezTo>
                <a:cubicBezTo>
                  <a:pt x="21945" y="96160"/>
                  <a:pt x="21126" y="96296"/>
                  <a:pt x="19942" y="96296"/>
                </a:cubicBezTo>
                <a:cubicBezTo>
                  <a:pt x="18212" y="96296"/>
                  <a:pt x="17256" y="95977"/>
                  <a:pt x="17074" y="95340"/>
                </a:cubicBezTo>
                <a:cubicBezTo>
                  <a:pt x="17074" y="95067"/>
                  <a:pt x="16072" y="80543"/>
                  <a:pt x="14069" y="51768"/>
                </a:cubicBezTo>
                <a:cubicBezTo>
                  <a:pt x="12065" y="22993"/>
                  <a:pt x="11018" y="8514"/>
                  <a:pt x="10927" y="8332"/>
                </a:cubicBezTo>
                <a:cubicBezTo>
                  <a:pt x="10745" y="7512"/>
                  <a:pt x="10290" y="7012"/>
                  <a:pt x="9561" y="6830"/>
                </a:cubicBezTo>
                <a:cubicBezTo>
                  <a:pt x="8833" y="6647"/>
                  <a:pt x="7057" y="6465"/>
                  <a:pt x="4234" y="6283"/>
                </a:cubicBezTo>
                <a:lnTo>
                  <a:pt x="956" y="6283"/>
                </a:lnTo>
                <a:cubicBezTo>
                  <a:pt x="319" y="5646"/>
                  <a:pt x="0" y="5145"/>
                  <a:pt x="0" y="4781"/>
                </a:cubicBezTo>
                <a:cubicBezTo>
                  <a:pt x="91" y="2686"/>
                  <a:pt x="683" y="1093"/>
                  <a:pt x="1776" y="0"/>
                </a:cubicBezTo>
                <a:lnTo>
                  <a:pt x="3415" y="0"/>
                </a:lnTo>
                <a:cubicBezTo>
                  <a:pt x="7239" y="273"/>
                  <a:pt x="11792" y="410"/>
                  <a:pt x="17074" y="410"/>
                </a:cubicBezTo>
                <a:cubicBezTo>
                  <a:pt x="28456" y="410"/>
                  <a:pt x="34694" y="273"/>
                  <a:pt x="35787" y="0"/>
                </a:cubicBezTo>
                <a:lnTo>
                  <a:pt x="37153" y="0"/>
                </a:lnTo>
                <a:cubicBezTo>
                  <a:pt x="37699" y="546"/>
                  <a:pt x="37972" y="956"/>
                  <a:pt x="37972" y="1229"/>
                </a:cubicBezTo>
                <a:cubicBezTo>
                  <a:pt x="37972" y="1502"/>
                  <a:pt x="37881" y="2322"/>
                  <a:pt x="37699" y="3688"/>
                </a:cubicBezTo>
                <a:cubicBezTo>
                  <a:pt x="37244" y="5054"/>
                  <a:pt x="36834" y="5919"/>
                  <a:pt x="36470" y="6283"/>
                </a:cubicBezTo>
                <a:lnTo>
                  <a:pt x="33601" y="6283"/>
                </a:lnTo>
                <a:cubicBezTo>
                  <a:pt x="28047" y="6556"/>
                  <a:pt x="25087" y="7330"/>
                  <a:pt x="24723" y="8605"/>
                </a:cubicBezTo>
                <a:cubicBezTo>
                  <a:pt x="27455" y="50493"/>
                  <a:pt x="29003" y="72529"/>
                  <a:pt x="29367" y="74715"/>
                </a:cubicBezTo>
                <a:lnTo>
                  <a:pt x="61466" y="18167"/>
                </a:lnTo>
                <a:lnTo>
                  <a:pt x="61192" y="13113"/>
                </a:lnTo>
                <a:cubicBezTo>
                  <a:pt x="60919" y="9288"/>
                  <a:pt x="60464" y="7239"/>
                  <a:pt x="59827" y="6966"/>
                </a:cubicBezTo>
                <a:cubicBezTo>
                  <a:pt x="59280" y="6602"/>
                  <a:pt x="57368" y="6374"/>
                  <a:pt x="54090" y="6283"/>
                </a:cubicBezTo>
                <a:cubicBezTo>
                  <a:pt x="52360" y="6283"/>
                  <a:pt x="51221" y="6192"/>
                  <a:pt x="50675" y="6010"/>
                </a:cubicBezTo>
                <a:cubicBezTo>
                  <a:pt x="50129" y="5828"/>
                  <a:pt x="49855" y="5418"/>
                  <a:pt x="49855" y="4781"/>
                </a:cubicBezTo>
                <a:cubicBezTo>
                  <a:pt x="49855" y="4599"/>
                  <a:pt x="49946" y="4052"/>
                  <a:pt x="50129" y="3142"/>
                </a:cubicBezTo>
                <a:cubicBezTo>
                  <a:pt x="50220" y="2777"/>
                  <a:pt x="50311" y="2368"/>
                  <a:pt x="50402" y="1912"/>
                </a:cubicBezTo>
                <a:cubicBezTo>
                  <a:pt x="50493" y="1457"/>
                  <a:pt x="50538" y="1138"/>
                  <a:pt x="50538" y="956"/>
                </a:cubicBezTo>
                <a:cubicBezTo>
                  <a:pt x="50538" y="774"/>
                  <a:pt x="50675" y="592"/>
                  <a:pt x="50948" y="410"/>
                </a:cubicBezTo>
                <a:cubicBezTo>
                  <a:pt x="51221" y="228"/>
                  <a:pt x="51403" y="137"/>
                  <a:pt x="51495" y="137"/>
                </a:cubicBezTo>
                <a:cubicBezTo>
                  <a:pt x="51586" y="137"/>
                  <a:pt x="51950" y="91"/>
                  <a:pt x="5258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F90E8-7DBF-4ABC-A779-FCAFF18E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196" y="1812153"/>
            <a:ext cx="68159" cy="79450"/>
          </a:xfrm>
          <a:custGeom xmlns:a="http://schemas.openxmlformats.org/drawingml/2006/main">
            <a:pathLst>
              <a:path w="68159" h="79450">
                <a:moveTo>
                  <a:pt x="0" y="39702"/>
                </a:moveTo>
                <a:cubicBezTo>
                  <a:pt x="0" y="28593"/>
                  <a:pt x="3733" y="19487"/>
                  <a:pt x="11200" y="12384"/>
                </a:cubicBezTo>
                <a:cubicBezTo>
                  <a:pt x="18667" y="5281"/>
                  <a:pt x="27500" y="1229"/>
                  <a:pt x="37699" y="228"/>
                </a:cubicBezTo>
                <a:cubicBezTo>
                  <a:pt x="37790" y="228"/>
                  <a:pt x="38564" y="228"/>
                  <a:pt x="40021" y="228"/>
                </a:cubicBezTo>
                <a:cubicBezTo>
                  <a:pt x="41478" y="228"/>
                  <a:pt x="43390" y="182"/>
                  <a:pt x="45758" y="91"/>
                </a:cubicBezTo>
                <a:cubicBezTo>
                  <a:pt x="48125" y="0"/>
                  <a:pt x="50402" y="0"/>
                  <a:pt x="52587" y="91"/>
                </a:cubicBezTo>
                <a:lnTo>
                  <a:pt x="66110" y="91"/>
                </a:lnTo>
                <a:cubicBezTo>
                  <a:pt x="67476" y="820"/>
                  <a:pt x="68159" y="1730"/>
                  <a:pt x="68159" y="2823"/>
                </a:cubicBezTo>
                <a:cubicBezTo>
                  <a:pt x="68159" y="3642"/>
                  <a:pt x="67567" y="4507"/>
                  <a:pt x="66383" y="5418"/>
                </a:cubicBezTo>
                <a:lnTo>
                  <a:pt x="52177" y="5555"/>
                </a:lnTo>
                <a:cubicBezTo>
                  <a:pt x="42070" y="5646"/>
                  <a:pt x="35832" y="5919"/>
                  <a:pt x="33465" y="6374"/>
                </a:cubicBezTo>
                <a:cubicBezTo>
                  <a:pt x="29003" y="7467"/>
                  <a:pt x="25042" y="9106"/>
                  <a:pt x="21581" y="11291"/>
                </a:cubicBezTo>
                <a:cubicBezTo>
                  <a:pt x="18121" y="13477"/>
                  <a:pt x="15435" y="15708"/>
                  <a:pt x="13522" y="17984"/>
                </a:cubicBezTo>
                <a:cubicBezTo>
                  <a:pt x="11610" y="20261"/>
                  <a:pt x="9971" y="22765"/>
                  <a:pt x="8605" y="25497"/>
                </a:cubicBezTo>
                <a:cubicBezTo>
                  <a:pt x="7239" y="28229"/>
                  <a:pt x="6420" y="30414"/>
                  <a:pt x="6147" y="32053"/>
                </a:cubicBezTo>
                <a:cubicBezTo>
                  <a:pt x="5873" y="33692"/>
                  <a:pt x="5646" y="35240"/>
                  <a:pt x="5464" y="36697"/>
                </a:cubicBezTo>
                <a:lnTo>
                  <a:pt x="5464" y="36970"/>
                </a:lnTo>
                <a:lnTo>
                  <a:pt x="66110" y="36970"/>
                </a:lnTo>
                <a:cubicBezTo>
                  <a:pt x="67476" y="37699"/>
                  <a:pt x="68159" y="38610"/>
                  <a:pt x="68159" y="39702"/>
                </a:cubicBezTo>
                <a:cubicBezTo>
                  <a:pt x="68159" y="40795"/>
                  <a:pt x="67476" y="41706"/>
                  <a:pt x="66110" y="42434"/>
                </a:cubicBezTo>
                <a:lnTo>
                  <a:pt x="5464" y="42434"/>
                </a:lnTo>
                <a:lnTo>
                  <a:pt x="5464" y="42707"/>
                </a:lnTo>
                <a:cubicBezTo>
                  <a:pt x="5464" y="44619"/>
                  <a:pt x="5919" y="46942"/>
                  <a:pt x="6830" y="49673"/>
                </a:cubicBezTo>
                <a:cubicBezTo>
                  <a:pt x="7740" y="52405"/>
                  <a:pt x="9243" y="55365"/>
                  <a:pt x="11337" y="58552"/>
                </a:cubicBezTo>
                <a:cubicBezTo>
                  <a:pt x="13431" y="61739"/>
                  <a:pt x="16345" y="64653"/>
                  <a:pt x="20079" y="67293"/>
                </a:cubicBezTo>
                <a:cubicBezTo>
                  <a:pt x="23812" y="69934"/>
                  <a:pt x="28229" y="71801"/>
                  <a:pt x="33328" y="72894"/>
                </a:cubicBezTo>
                <a:cubicBezTo>
                  <a:pt x="35787" y="73440"/>
                  <a:pt x="42070" y="73759"/>
                  <a:pt x="52177" y="73850"/>
                </a:cubicBezTo>
                <a:lnTo>
                  <a:pt x="66383" y="73850"/>
                </a:lnTo>
                <a:cubicBezTo>
                  <a:pt x="67567" y="74760"/>
                  <a:pt x="68159" y="75671"/>
                  <a:pt x="68159" y="76582"/>
                </a:cubicBezTo>
                <a:cubicBezTo>
                  <a:pt x="68159" y="77674"/>
                  <a:pt x="67476" y="78585"/>
                  <a:pt x="66110" y="79313"/>
                </a:cubicBezTo>
                <a:lnTo>
                  <a:pt x="52860" y="79313"/>
                </a:lnTo>
                <a:cubicBezTo>
                  <a:pt x="52223" y="79313"/>
                  <a:pt x="51085" y="79313"/>
                  <a:pt x="49446" y="79313"/>
                </a:cubicBezTo>
                <a:cubicBezTo>
                  <a:pt x="47807" y="79313"/>
                  <a:pt x="46486" y="79359"/>
                  <a:pt x="45485" y="79450"/>
                </a:cubicBezTo>
                <a:cubicBezTo>
                  <a:pt x="31370" y="79450"/>
                  <a:pt x="20215" y="75534"/>
                  <a:pt x="12020" y="67703"/>
                </a:cubicBezTo>
                <a:cubicBezTo>
                  <a:pt x="4007" y="60236"/>
                  <a:pt x="0" y="50903"/>
                  <a:pt x="0" y="3970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A0F6A-0BF1-428E-8512-5BC8EEF3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196" y="1812153"/>
            <a:ext cx="68159" cy="79450"/>
          </a:xfrm>
          <a:custGeom xmlns:a="http://schemas.openxmlformats.org/drawingml/2006/main">
            <a:pathLst>
              <a:path w="68159" h="79450" fill="none">
                <a:moveTo>
                  <a:pt x="0" y="39702"/>
                </a:moveTo>
                <a:cubicBezTo>
                  <a:pt x="0" y="28593"/>
                  <a:pt x="3733" y="19487"/>
                  <a:pt x="11200" y="12384"/>
                </a:cubicBezTo>
                <a:cubicBezTo>
                  <a:pt x="18667" y="5281"/>
                  <a:pt x="27500" y="1229"/>
                  <a:pt x="37699" y="228"/>
                </a:cubicBezTo>
                <a:cubicBezTo>
                  <a:pt x="37790" y="228"/>
                  <a:pt x="38564" y="228"/>
                  <a:pt x="40021" y="228"/>
                </a:cubicBezTo>
                <a:cubicBezTo>
                  <a:pt x="41478" y="228"/>
                  <a:pt x="43390" y="182"/>
                  <a:pt x="45758" y="91"/>
                </a:cubicBezTo>
                <a:cubicBezTo>
                  <a:pt x="48125" y="0"/>
                  <a:pt x="50402" y="0"/>
                  <a:pt x="52587" y="91"/>
                </a:cubicBezTo>
                <a:lnTo>
                  <a:pt x="66110" y="91"/>
                </a:lnTo>
                <a:cubicBezTo>
                  <a:pt x="67476" y="820"/>
                  <a:pt x="68159" y="1730"/>
                  <a:pt x="68159" y="2823"/>
                </a:cubicBezTo>
                <a:cubicBezTo>
                  <a:pt x="68159" y="3642"/>
                  <a:pt x="67567" y="4507"/>
                  <a:pt x="66383" y="5418"/>
                </a:cubicBezTo>
                <a:lnTo>
                  <a:pt x="52177" y="5555"/>
                </a:lnTo>
                <a:cubicBezTo>
                  <a:pt x="42070" y="5646"/>
                  <a:pt x="35832" y="5919"/>
                  <a:pt x="33465" y="6374"/>
                </a:cubicBezTo>
                <a:cubicBezTo>
                  <a:pt x="29003" y="7467"/>
                  <a:pt x="25042" y="9106"/>
                  <a:pt x="21581" y="11291"/>
                </a:cubicBezTo>
                <a:cubicBezTo>
                  <a:pt x="18121" y="13477"/>
                  <a:pt x="15435" y="15708"/>
                  <a:pt x="13522" y="17984"/>
                </a:cubicBezTo>
                <a:cubicBezTo>
                  <a:pt x="11610" y="20261"/>
                  <a:pt x="9971" y="22765"/>
                  <a:pt x="8605" y="25497"/>
                </a:cubicBezTo>
                <a:cubicBezTo>
                  <a:pt x="7239" y="28229"/>
                  <a:pt x="6420" y="30414"/>
                  <a:pt x="6147" y="32053"/>
                </a:cubicBezTo>
                <a:cubicBezTo>
                  <a:pt x="5873" y="33692"/>
                  <a:pt x="5646" y="35240"/>
                  <a:pt x="5464" y="36697"/>
                </a:cubicBezTo>
                <a:lnTo>
                  <a:pt x="5464" y="36970"/>
                </a:lnTo>
                <a:lnTo>
                  <a:pt x="66110" y="36970"/>
                </a:lnTo>
                <a:cubicBezTo>
                  <a:pt x="67476" y="37699"/>
                  <a:pt x="68159" y="38610"/>
                  <a:pt x="68159" y="39702"/>
                </a:cubicBezTo>
                <a:cubicBezTo>
                  <a:pt x="68159" y="40795"/>
                  <a:pt x="67476" y="41706"/>
                  <a:pt x="66110" y="42434"/>
                </a:cubicBezTo>
                <a:lnTo>
                  <a:pt x="5464" y="42434"/>
                </a:lnTo>
                <a:lnTo>
                  <a:pt x="5464" y="42707"/>
                </a:lnTo>
                <a:cubicBezTo>
                  <a:pt x="5464" y="44619"/>
                  <a:pt x="5919" y="46942"/>
                  <a:pt x="6830" y="49673"/>
                </a:cubicBezTo>
                <a:cubicBezTo>
                  <a:pt x="7740" y="52405"/>
                  <a:pt x="9243" y="55365"/>
                  <a:pt x="11337" y="58552"/>
                </a:cubicBezTo>
                <a:cubicBezTo>
                  <a:pt x="13431" y="61739"/>
                  <a:pt x="16345" y="64653"/>
                  <a:pt x="20079" y="67293"/>
                </a:cubicBezTo>
                <a:cubicBezTo>
                  <a:pt x="23812" y="69934"/>
                  <a:pt x="28229" y="71801"/>
                  <a:pt x="33328" y="72894"/>
                </a:cubicBezTo>
                <a:cubicBezTo>
                  <a:pt x="35787" y="73440"/>
                  <a:pt x="42070" y="73759"/>
                  <a:pt x="52177" y="73850"/>
                </a:cubicBezTo>
                <a:lnTo>
                  <a:pt x="66383" y="73850"/>
                </a:lnTo>
                <a:cubicBezTo>
                  <a:pt x="67567" y="74760"/>
                  <a:pt x="68159" y="75671"/>
                  <a:pt x="68159" y="76582"/>
                </a:cubicBezTo>
                <a:cubicBezTo>
                  <a:pt x="68159" y="77674"/>
                  <a:pt x="67476" y="78585"/>
                  <a:pt x="66110" y="79313"/>
                </a:cubicBezTo>
                <a:lnTo>
                  <a:pt x="52860" y="79313"/>
                </a:lnTo>
                <a:cubicBezTo>
                  <a:pt x="52223" y="79313"/>
                  <a:pt x="51085" y="79313"/>
                  <a:pt x="49446" y="79313"/>
                </a:cubicBezTo>
                <a:cubicBezTo>
                  <a:pt x="47807" y="79313"/>
                  <a:pt x="46486" y="79359"/>
                  <a:pt x="45485" y="79450"/>
                </a:cubicBezTo>
                <a:cubicBezTo>
                  <a:pt x="31370" y="79450"/>
                  <a:pt x="20215" y="75534"/>
                  <a:pt x="12020" y="67703"/>
                </a:cubicBezTo>
                <a:cubicBezTo>
                  <a:pt x="4007" y="60236"/>
                  <a:pt x="0" y="50903"/>
                  <a:pt x="0" y="397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9C3C8-DA16-4A62-8CF3-AA8123C6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280" y="1792711"/>
            <a:ext cx="98618" cy="96160"/>
          </a:xfrm>
          <a:custGeom xmlns:a="http://schemas.openxmlformats.org/drawingml/2006/main">
            <a:pathLst>
              <a:path w="98618" h="96160">
                <a:moveTo>
                  <a:pt x="26908" y="6283"/>
                </a:moveTo>
                <a:cubicBezTo>
                  <a:pt x="24450" y="6283"/>
                  <a:pt x="22993" y="6238"/>
                  <a:pt x="22537" y="6147"/>
                </a:cubicBezTo>
                <a:cubicBezTo>
                  <a:pt x="22082" y="6055"/>
                  <a:pt x="21854" y="5555"/>
                  <a:pt x="21854" y="4644"/>
                </a:cubicBezTo>
                <a:cubicBezTo>
                  <a:pt x="21854" y="2185"/>
                  <a:pt x="22355" y="683"/>
                  <a:pt x="23357" y="137"/>
                </a:cubicBezTo>
                <a:cubicBezTo>
                  <a:pt x="23539" y="46"/>
                  <a:pt x="31461" y="0"/>
                  <a:pt x="47124" y="0"/>
                </a:cubicBezTo>
                <a:cubicBezTo>
                  <a:pt x="62786" y="91"/>
                  <a:pt x="71255" y="228"/>
                  <a:pt x="72529" y="410"/>
                </a:cubicBezTo>
                <a:cubicBezTo>
                  <a:pt x="77629" y="1138"/>
                  <a:pt x="81909" y="2413"/>
                  <a:pt x="85369" y="4234"/>
                </a:cubicBezTo>
                <a:cubicBezTo>
                  <a:pt x="88829" y="6055"/>
                  <a:pt x="91288" y="8150"/>
                  <a:pt x="92745" y="10517"/>
                </a:cubicBezTo>
                <a:cubicBezTo>
                  <a:pt x="94202" y="12885"/>
                  <a:pt x="95158" y="14843"/>
                  <a:pt x="95613" y="16391"/>
                </a:cubicBezTo>
                <a:cubicBezTo>
                  <a:pt x="96068" y="17939"/>
                  <a:pt x="96342" y="19487"/>
                  <a:pt x="96433" y="21035"/>
                </a:cubicBezTo>
                <a:cubicBezTo>
                  <a:pt x="96433" y="25133"/>
                  <a:pt x="95112" y="28957"/>
                  <a:pt x="92472" y="32508"/>
                </a:cubicBezTo>
                <a:cubicBezTo>
                  <a:pt x="89831" y="36060"/>
                  <a:pt x="86780" y="38792"/>
                  <a:pt x="83320" y="40704"/>
                </a:cubicBezTo>
                <a:cubicBezTo>
                  <a:pt x="79860" y="42616"/>
                  <a:pt x="76809" y="44164"/>
                  <a:pt x="74168" y="45348"/>
                </a:cubicBezTo>
                <a:cubicBezTo>
                  <a:pt x="71528" y="46532"/>
                  <a:pt x="69798" y="47124"/>
                  <a:pt x="68978" y="47124"/>
                </a:cubicBezTo>
                <a:lnTo>
                  <a:pt x="69934" y="47807"/>
                </a:lnTo>
                <a:cubicBezTo>
                  <a:pt x="76035" y="51267"/>
                  <a:pt x="79086" y="56275"/>
                  <a:pt x="79086" y="62832"/>
                </a:cubicBezTo>
                <a:cubicBezTo>
                  <a:pt x="79086" y="63833"/>
                  <a:pt x="78858" y="66611"/>
                  <a:pt x="78403" y="71164"/>
                </a:cubicBezTo>
                <a:cubicBezTo>
                  <a:pt x="77948" y="75717"/>
                  <a:pt x="77720" y="79450"/>
                  <a:pt x="77720" y="82364"/>
                </a:cubicBezTo>
                <a:lnTo>
                  <a:pt x="77720" y="83593"/>
                </a:lnTo>
                <a:cubicBezTo>
                  <a:pt x="77720" y="85232"/>
                  <a:pt x="77765" y="86507"/>
                  <a:pt x="77856" y="87418"/>
                </a:cubicBezTo>
                <a:cubicBezTo>
                  <a:pt x="77948" y="88328"/>
                  <a:pt x="78448" y="89148"/>
                  <a:pt x="79359" y="89876"/>
                </a:cubicBezTo>
                <a:cubicBezTo>
                  <a:pt x="80270" y="90605"/>
                  <a:pt x="81453" y="91015"/>
                  <a:pt x="82910" y="91106"/>
                </a:cubicBezTo>
                <a:cubicBezTo>
                  <a:pt x="85460" y="91106"/>
                  <a:pt x="87554" y="90104"/>
                  <a:pt x="89193" y="88101"/>
                </a:cubicBezTo>
                <a:cubicBezTo>
                  <a:pt x="90833" y="86097"/>
                  <a:pt x="92016" y="83957"/>
                  <a:pt x="92745" y="81681"/>
                </a:cubicBezTo>
                <a:cubicBezTo>
                  <a:pt x="93200" y="80406"/>
                  <a:pt x="93564" y="79632"/>
                  <a:pt x="93837" y="79359"/>
                </a:cubicBezTo>
                <a:cubicBezTo>
                  <a:pt x="94111" y="79086"/>
                  <a:pt x="94794" y="78949"/>
                  <a:pt x="95886" y="78949"/>
                </a:cubicBezTo>
                <a:cubicBezTo>
                  <a:pt x="97708" y="78949"/>
                  <a:pt x="98618" y="79496"/>
                  <a:pt x="98618" y="80588"/>
                </a:cubicBezTo>
                <a:cubicBezTo>
                  <a:pt x="98618" y="82227"/>
                  <a:pt x="97525" y="84823"/>
                  <a:pt x="95340" y="88374"/>
                </a:cubicBezTo>
                <a:cubicBezTo>
                  <a:pt x="91880" y="93564"/>
                  <a:pt x="87782" y="96160"/>
                  <a:pt x="83047" y="96160"/>
                </a:cubicBezTo>
                <a:lnTo>
                  <a:pt x="81818" y="96160"/>
                </a:lnTo>
                <a:cubicBezTo>
                  <a:pt x="76263" y="96160"/>
                  <a:pt x="71664" y="95021"/>
                  <a:pt x="68022" y="92745"/>
                </a:cubicBezTo>
                <a:cubicBezTo>
                  <a:pt x="64380" y="90468"/>
                  <a:pt x="62376" y="86917"/>
                  <a:pt x="62012" y="82091"/>
                </a:cubicBezTo>
                <a:cubicBezTo>
                  <a:pt x="62012" y="79632"/>
                  <a:pt x="62695" y="75808"/>
                  <a:pt x="64061" y="70617"/>
                </a:cubicBezTo>
                <a:cubicBezTo>
                  <a:pt x="65427" y="65427"/>
                  <a:pt x="66110" y="62103"/>
                  <a:pt x="66110" y="60646"/>
                </a:cubicBezTo>
                <a:cubicBezTo>
                  <a:pt x="66110" y="56002"/>
                  <a:pt x="64152" y="52633"/>
                  <a:pt x="60236" y="50538"/>
                </a:cubicBezTo>
                <a:cubicBezTo>
                  <a:pt x="58870" y="49901"/>
                  <a:pt x="57732" y="49537"/>
                  <a:pt x="56822" y="49446"/>
                </a:cubicBezTo>
                <a:cubicBezTo>
                  <a:pt x="55911" y="49355"/>
                  <a:pt x="52678" y="49264"/>
                  <a:pt x="47124" y="49172"/>
                </a:cubicBezTo>
                <a:lnTo>
                  <a:pt x="37699" y="49172"/>
                </a:lnTo>
                <a:lnTo>
                  <a:pt x="33328" y="66929"/>
                </a:lnTo>
                <a:cubicBezTo>
                  <a:pt x="30323" y="78949"/>
                  <a:pt x="28821" y="85050"/>
                  <a:pt x="28821" y="85232"/>
                </a:cubicBezTo>
                <a:cubicBezTo>
                  <a:pt x="28821" y="85597"/>
                  <a:pt x="28866" y="85824"/>
                  <a:pt x="28957" y="85915"/>
                </a:cubicBezTo>
                <a:cubicBezTo>
                  <a:pt x="29048" y="86006"/>
                  <a:pt x="29367" y="86188"/>
                  <a:pt x="29913" y="86462"/>
                </a:cubicBezTo>
                <a:cubicBezTo>
                  <a:pt x="30460" y="86735"/>
                  <a:pt x="31234" y="86826"/>
                  <a:pt x="32235" y="86735"/>
                </a:cubicBezTo>
                <a:cubicBezTo>
                  <a:pt x="33237" y="86644"/>
                  <a:pt x="34739" y="86735"/>
                  <a:pt x="36743" y="87008"/>
                </a:cubicBezTo>
                <a:lnTo>
                  <a:pt x="40977" y="87008"/>
                </a:lnTo>
                <a:cubicBezTo>
                  <a:pt x="41523" y="87736"/>
                  <a:pt x="41797" y="88146"/>
                  <a:pt x="41797" y="88237"/>
                </a:cubicBezTo>
                <a:cubicBezTo>
                  <a:pt x="41797" y="88328"/>
                  <a:pt x="41660" y="89148"/>
                  <a:pt x="41387" y="90696"/>
                </a:cubicBezTo>
                <a:cubicBezTo>
                  <a:pt x="41023" y="91880"/>
                  <a:pt x="40567" y="92745"/>
                  <a:pt x="40021" y="93291"/>
                </a:cubicBezTo>
                <a:lnTo>
                  <a:pt x="37972" y="93291"/>
                </a:lnTo>
                <a:cubicBezTo>
                  <a:pt x="34694" y="93109"/>
                  <a:pt x="28729" y="93018"/>
                  <a:pt x="20079" y="93018"/>
                </a:cubicBezTo>
                <a:cubicBezTo>
                  <a:pt x="16983" y="93018"/>
                  <a:pt x="14114" y="93018"/>
                  <a:pt x="11474" y="93018"/>
                </a:cubicBezTo>
                <a:cubicBezTo>
                  <a:pt x="8833" y="93018"/>
                  <a:pt x="6738" y="93018"/>
                  <a:pt x="5190" y="93018"/>
                </a:cubicBezTo>
                <a:cubicBezTo>
                  <a:pt x="3642" y="93018"/>
                  <a:pt x="2686" y="93063"/>
                  <a:pt x="2322" y="93155"/>
                </a:cubicBezTo>
                <a:cubicBezTo>
                  <a:pt x="774" y="93155"/>
                  <a:pt x="0" y="92745"/>
                  <a:pt x="0" y="91925"/>
                </a:cubicBezTo>
                <a:cubicBezTo>
                  <a:pt x="0" y="91743"/>
                  <a:pt x="137" y="91106"/>
                  <a:pt x="410" y="90013"/>
                </a:cubicBezTo>
                <a:cubicBezTo>
                  <a:pt x="865" y="88283"/>
                  <a:pt x="1320" y="87327"/>
                  <a:pt x="1776" y="87145"/>
                </a:cubicBezTo>
                <a:cubicBezTo>
                  <a:pt x="2140" y="87054"/>
                  <a:pt x="2823" y="87008"/>
                  <a:pt x="3825" y="87008"/>
                </a:cubicBezTo>
                <a:lnTo>
                  <a:pt x="4644" y="87008"/>
                </a:lnTo>
                <a:cubicBezTo>
                  <a:pt x="7103" y="87008"/>
                  <a:pt x="9834" y="86871"/>
                  <a:pt x="12839" y="86598"/>
                </a:cubicBezTo>
                <a:cubicBezTo>
                  <a:pt x="14114" y="86325"/>
                  <a:pt x="14979" y="85779"/>
                  <a:pt x="15435" y="84959"/>
                </a:cubicBezTo>
                <a:cubicBezTo>
                  <a:pt x="15708" y="84595"/>
                  <a:pt x="18986" y="71938"/>
                  <a:pt x="25269" y="46987"/>
                </a:cubicBezTo>
                <a:cubicBezTo>
                  <a:pt x="31552" y="22037"/>
                  <a:pt x="34694" y="8878"/>
                  <a:pt x="34694" y="7512"/>
                </a:cubicBezTo>
                <a:cubicBezTo>
                  <a:pt x="34694" y="6875"/>
                  <a:pt x="32099" y="6465"/>
                  <a:pt x="26908" y="6283"/>
                </a:cubicBezTo>
                <a:close/>
                <a:moveTo>
                  <a:pt x="81544" y="17620"/>
                </a:moveTo>
                <a:cubicBezTo>
                  <a:pt x="81544" y="14706"/>
                  <a:pt x="80588" y="12248"/>
                  <a:pt x="78676" y="10244"/>
                </a:cubicBezTo>
                <a:cubicBezTo>
                  <a:pt x="76764" y="8241"/>
                  <a:pt x="72848" y="6966"/>
                  <a:pt x="66929" y="6420"/>
                </a:cubicBezTo>
                <a:cubicBezTo>
                  <a:pt x="66747" y="6420"/>
                  <a:pt x="65700" y="6420"/>
                  <a:pt x="63788" y="6420"/>
                </a:cubicBezTo>
                <a:cubicBezTo>
                  <a:pt x="61875" y="6420"/>
                  <a:pt x="60145" y="6374"/>
                  <a:pt x="58597" y="6283"/>
                </a:cubicBezTo>
                <a:lnTo>
                  <a:pt x="55592" y="6283"/>
                </a:lnTo>
                <a:cubicBezTo>
                  <a:pt x="51312" y="6283"/>
                  <a:pt x="48854" y="6738"/>
                  <a:pt x="48216" y="7649"/>
                </a:cubicBezTo>
                <a:cubicBezTo>
                  <a:pt x="48125" y="7922"/>
                  <a:pt x="46577" y="13978"/>
                  <a:pt x="43572" y="25816"/>
                </a:cubicBezTo>
                <a:cubicBezTo>
                  <a:pt x="40567" y="37653"/>
                  <a:pt x="39065" y="43709"/>
                  <a:pt x="39065" y="43982"/>
                </a:cubicBezTo>
                <a:cubicBezTo>
                  <a:pt x="39065" y="44073"/>
                  <a:pt x="42206" y="44119"/>
                  <a:pt x="48490" y="44119"/>
                </a:cubicBezTo>
                <a:cubicBezTo>
                  <a:pt x="55592" y="44028"/>
                  <a:pt x="60327" y="43709"/>
                  <a:pt x="62695" y="43163"/>
                </a:cubicBezTo>
                <a:cubicBezTo>
                  <a:pt x="68523" y="42252"/>
                  <a:pt x="73076" y="39566"/>
                  <a:pt x="76354" y="35104"/>
                </a:cubicBezTo>
                <a:cubicBezTo>
                  <a:pt x="77811" y="33009"/>
                  <a:pt x="79040" y="30278"/>
                  <a:pt x="80042" y="26908"/>
                </a:cubicBezTo>
                <a:cubicBezTo>
                  <a:pt x="81044" y="23539"/>
                  <a:pt x="81544" y="20443"/>
                  <a:pt x="81544" y="1762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CBD41-B0B9-4417-BA44-57E03B05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280" y="1792711"/>
            <a:ext cx="98618" cy="96160"/>
          </a:xfrm>
          <a:custGeom xmlns:a="http://schemas.openxmlformats.org/drawingml/2006/main">
            <a:pathLst>
              <a:path w="98618" h="96160" fill="none">
                <a:moveTo>
                  <a:pt x="26908" y="6283"/>
                </a:moveTo>
                <a:cubicBezTo>
                  <a:pt x="24450" y="6283"/>
                  <a:pt x="22993" y="6238"/>
                  <a:pt x="22537" y="6147"/>
                </a:cubicBezTo>
                <a:cubicBezTo>
                  <a:pt x="22082" y="6055"/>
                  <a:pt x="21854" y="5555"/>
                  <a:pt x="21854" y="4644"/>
                </a:cubicBezTo>
                <a:cubicBezTo>
                  <a:pt x="21854" y="2185"/>
                  <a:pt x="22355" y="683"/>
                  <a:pt x="23357" y="137"/>
                </a:cubicBezTo>
                <a:cubicBezTo>
                  <a:pt x="23539" y="46"/>
                  <a:pt x="31461" y="0"/>
                  <a:pt x="47124" y="0"/>
                </a:cubicBezTo>
                <a:cubicBezTo>
                  <a:pt x="62786" y="91"/>
                  <a:pt x="71255" y="228"/>
                  <a:pt x="72529" y="410"/>
                </a:cubicBezTo>
                <a:cubicBezTo>
                  <a:pt x="77629" y="1138"/>
                  <a:pt x="81909" y="2413"/>
                  <a:pt x="85369" y="4234"/>
                </a:cubicBezTo>
                <a:cubicBezTo>
                  <a:pt x="88829" y="6055"/>
                  <a:pt x="91288" y="8150"/>
                  <a:pt x="92745" y="10517"/>
                </a:cubicBezTo>
                <a:cubicBezTo>
                  <a:pt x="94202" y="12885"/>
                  <a:pt x="95158" y="14843"/>
                  <a:pt x="95613" y="16391"/>
                </a:cubicBezTo>
                <a:cubicBezTo>
                  <a:pt x="96068" y="17939"/>
                  <a:pt x="96342" y="19487"/>
                  <a:pt x="96433" y="21035"/>
                </a:cubicBezTo>
                <a:cubicBezTo>
                  <a:pt x="96433" y="25133"/>
                  <a:pt x="95112" y="28957"/>
                  <a:pt x="92472" y="32508"/>
                </a:cubicBezTo>
                <a:cubicBezTo>
                  <a:pt x="89831" y="36060"/>
                  <a:pt x="86780" y="38792"/>
                  <a:pt x="83320" y="40704"/>
                </a:cubicBezTo>
                <a:cubicBezTo>
                  <a:pt x="79860" y="42616"/>
                  <a:pt x="76809" y="44164"/>
                  <a:pt x="74168" y="45348"/>
                </a:cubicBezTo>
                <a:cubicBezTo>
                  <a:pt x="71528" y="46532"/>
                  <a:pt x="69798" y="47124"/>
                  <a:pt x="68978" y="47124"/>
                </a:cubicBezTo>
                <a:lnTo>
                  <a:pt x="69934" y="47807"/>
                </a:lnTo>
                <a:cubicBezTo>
                  <a:pt x="76035" y="51267"/>
                  <a:pt x="79086" y="56275"/>
                  <a:pt x="79086" y="62832"/>
                </a:cubicBezTo>
                <a:cubicBezTo>
                  <a:pt x="79086" y="63833"/>
                  <a:pt x="78858" y="66611"/>
                  <a:pt x="78403" y="71164"/>
                </a:cubicBezTo>
                <a:cubicBezTo>
                  <a:pt x="77948" y="75717"/>
                  <a:pt x="77720" y="79450"/>
                  <a:pt x="77720" y="82364"/>
                </a:cubicBezTo>
                <a:lnTo>
                  <a:pt x="77720" y="83593"/>
                </a:lnTo>
                <a:cubicBezTo>
                  <a:pt x="77720" y="85232"/>
                  <a:pt x="77765" y="86507"/>
                  <a:pt x="77856" y="87418"/>
                </a:cubicBezTo>
                <a:cubicBezTo>
                  <a:pt x="77948" y="88328"/>
                  <a:pt x="78448" y="89148"/>
                  <a:pt x="79359" y="89876"/>
                </a:cubicBezTo>
                <a:cubicBezTo>
                  <a:pt x="80270" y="90605"/>
                  <a:pt x="81453" y="91015"/>
                  <a:pt x="82910" y="91106"/>
                </a:cubicBezTo>
                <a:cubicBezTo>
                  <a:pt x="85460" y="91106"/>
                  <a:pt x="87554" y="90104"/>
                  <a:pt x="89193" y="88101"/>
                </a:cubicBezTo>
                <a:cubicBezTo>
                  <a:pt x="90833" y="86097"/>
                  <a:pt x="92016" y="83957"/>
                  <a:pt x="92745" y="81681"/>
                </a:cubicBezTo>
                <a:cubicBezTo>
                  <a:pt x="93200" y="80406"/>
                  <a:pt x="93564" y="79632"/>
                  <a:pt x="93837" y="79359"/>
                </a:cubicBezTo>
                <a:cubicBezTo>
                  <a:pt x="94111" y="79086"/>
                  <a:pt x="94794" y="78949"/>
                  <a:pt x="95886" y="78949"/>
                </a:cubicBezTo>
                <a:cubicBezTo>
                  <a:pt x="97708" y="78949"/>
                  <a:pt x="98618" y="79496"/>
                  <a:pt x="98618" y="80588"/>
                </a:cubicBezTo>
                <a:cubicBezTo>
                  <a:pt x="98618" y="82227"/>
                  <a:pt x="97525" y="84823"/>
                  <a:pt x="95340" y="88374"/>
                </a:cubicBezTo>
                <a:cubicBezTo>
                  <a:pt x="91880" y="93564"/>
                  <a:pt x="87782" y="96160"/>
                  <a:pt x="83047" y="96160"/>
                </a:cubicBezTo>
                <a:lnTo>
                  <a:pt x="81818" y="96160"/>
                </a:lnTo>
                <a:cubicBezTo>
                  <a:pt x="76263" y="96160"/>
                  <a:pt x="71664" y="95021"/>
                  <a:pt x="68022" y="92745"/>
                </a:cubicBezTo>
                <a:cubicBezTo>
                  <a:pt x="64380" y="90468"/>
                  <a:pt x="62376" y="86917"/>
                  <a:pt x="62012" y="82091"/>
                </a:cubicBezTo>
                <a:cubicBezTo>
                  <a:pt x="62012" y="79632"/>
                  <a:pt x="62695" y="75808"/>
                  <a:pt x="64061" y="70617"/>
                </a:cubicBezTo>
                <a:cubicBezTo>
                  <a:pt x="65427" y="65427"/>
                  <a:pt x="66110" y="62103"/>
                  <a:pt x="66110" y="60646"/>
                </a:cubicBezTo>
                <a:cubicBezTo>
                  <a:pt x="66110" y="56002"/>
                  <a:pt x="64152" y="52633"/>
                  <a:pt x="60236" y="50538"/>
                </a:cubicBezTo>
                <a:cubicBezTo>
                  <a:pt x="58870" y="49901"/>
                  <a:pt x="57732" y="49537"/>
                  <a:pt x="56822" y="49446"/>
                </a:cubicBezTo>
                <a:cubicBezTo>
                  <a:pt x="55911" y="49355"/>
                  <a:pt x="52678" y="49264"/>
                  <a:pt x="47124" y="49172"/>
                </a:cubicBezTo>
                <a:lnTo>
                  <a:pt x="37699" y="49172"/>
                </a:lnTo>
                <a:lnTo>
                  <a:pt x="33328" y="66929"/>
                </a:lnTo>
                <a:cubicBezTo>
                  <a:pt x="30323" y="78949"/>
                  <a:pt x="28821" y="85050"/>
                  <a:pt x="28821" y="85232"/>
                </a:cubicBezTo>
                <a:cubicBezTo>
                  <a:pt x="28821" y="85597"/>
                  <a:pt x="28866" y="85824"/>
                  <a:pt x="28957" y="85915"/>
                </a:cubicBezTo>
                <a:cubicBezTo>
                  <a:pt x="29048" y="86006"/>
                  <a:pt x="29367" y="86188"/>
                  <a:pt x="29913" y="86462"/>
                </a:cubicBezTo>
                <a:cubicBezTo>
                  <a:pt x="30460" y="86735"/>
                  <a:pt x="31234" y="86826"/>
                  <a:pt x="32235" y="86735"/>
                </a:cubicBezTo>
                <a:cubicBezTo>
                  <a:pt x="33237" y="86644"/>
                  <a:pt x="34739" y="86735"/>
                  <a:pt x="36743" y="87008"/>
                </a:cubicBezTo>
                <a:lnTo>
                  <a:pt x="40977" y="87008"/>
                </a:lnTo>
                <a:cubicBezTo>
                  <a:pt x="41523" y="87736"/>
                  <a:pt x="41797" y="88146"/>
                  <a:pt x="41797" y="88237"/>
                </a:cubicBezTo>
                <a:cubicBezTo>
                  <a:pt x="41797" y="88328"/>
                  <a:pt x="41660" y="89148"/>
                  <a:pt x="41387" y="90696"/>
                </a:cubicBezTo>
                <a:cubicBezTo>
                  <a:pt x="41023" y="91880"/>
                  <a:pt x="40567" y="92745"/>
                  <a:pt x="40021" y="93291"/>
                </a:cubicBezTo>
                <a:lnTo>
                  <a:pt x="37972" y="93291"/>
                </a:lnTo>
                <a:cubicBezTo>
                  <a:pt x="34694" y="93109"/>
                  <a:pt x="28729" y="93018"/>
                  <a:pt x="20079" y="93018"/>
                </a:cubicBezTo>
                <a:cubicBezTo>
                  <a:pt x="16983" y="93018"/>
                  <a:pt x="14114" y="93018"/>
                  <a:pt x="11474" y="93018"/>
                </a:cubicBezTo>
                <a:cubicBezTo>
                  <a:pt x="8833" y="93018"/>
                  <a:pt x="6738" y="93018"/>
                  <a:pt x="5190" y="93018"/>
                </a:cubicBezTo>
                <a:cubicBezTo>
                  <a:pt x="3642" y="93018"/>
                  <a:pt x="2686" y="93063"/>
                  <a:pt x="2322" y="93155"/>
                </a:cubicBezTo>
                <a:cubicBezTo>
                  <a:pt x="774" y="93155"/>
                  <a:pt x="0" y="92745"/>
                  <a:pt x="0" y="91925"/>
                </a:cubicBezTo>
                <a:cubicBezTo>
                  <a:pt x="0" y="91743"/>
                  <a:pt x="137" y="91106"/>
                  <a:pt x="410" y="90013"/>
                </a:cubicBezTo>
                <a:cubicBezTo>
                  <a:pt x="865" y="88283"/>
                  <a:pt x="1320" y="87327"/>
                  <a:pt x="1776" y="87145"/>
                </a:cubicBezTo>
                <a:cubicBezTo>
                  <a:pt x="2140" y="87054"/>
                  <a:pt x="2823" y="87008"/>
                  <a:pt x="3825" y="87008"/>
                </a:cubicBezTo>
                <a:lnTo>
                  <a:pt x="4644" y="87008"/>
                </a:lnTo>
                <a:cubicBezTo>
                  <a:pt x="7103" y="87008"/>
                  <a:pt x="9834" y="86871"/>
                  <a:pt x="12839" y="86598"/>
                </a:cubicBezTo>
                <a:cubicBezTo>
                  <a:pt x="14114" y="86325"/>
                  <a:pt x="14979" y="85779"/>
                  <a:pt x="15435" y="84959"/>
                </a:cubicBezTo>
                <a:cubicBezTo>
                  <a:pt x="15708" y="84595"/>
                  <a:pt x="18986" y="71938"/>
                  <a:pt x="25269" y="46987"/>
                </a:cubicBezTo>
                <a:cubicBezTo>
                  <a:pt x="31552" y="22037"/>
                  <a:pt x="34694" y="8878"/>
                  <a:pt x="34694" y="7512"/>
                </a:cubicBezTo>
                <a:cubicBezTo>
                  <a:pt x="34694" y="6875"/>
                  <a:pt x="32099" y="6465"/>
                  <a:pt x="26908" y="6283"/>
                </a:cubicBezTo>
                <a:close/>
                <a:moveTo>
                  <a:pt x="81544" y="17620"/>
                </a:moveTo>
                <a:cubicBezTo>
                  <a:pt x="81544" y="14706"/>
                  <a:pt x="80588" y="12248"/>
                  <a:pt x="78676" y="10244"/>
                </a:cubicBezTo>
                <a:cubicBezTo>
                  <a:pt x="76764" y="8241"/>
                  <a:pt x="72848" y="6966"/>
                  <a:pt x="66929" y="6420"/>
                </a:cubicBezTo>
                <a:cubicBezTo>
                  <a:pt x="66747" y="6420"/>
                  <a:pt x="65700" y="6420"/>
                  <a:pt x="63788" y="6420"/>
                </a:cubicBezTo>
                <a:cubicBezTo>
                  <a:pt x="61875" y="6420"/>
                  <a:pt x="60145" y="6374"/>
                  <a:pt x="58597" y="6283"/>
                </a:cubicBezTo>
                <a:lnTo>
                  <a:pt x="55592" y="6283"/>
                </a:lnTo>
                <a:cubicBezTo>
                  <a:pt x="51312" y="6283"/>
                  <a:pt x="48854" y="6738"/>
                  <a:pt x="48216" y="7649"/>
                </a:cubicBezTo>
                <a:cubicBezTo>
                  <a:pt x="48125" y="7922"/>
                  <a:pt x="46577" y="13978"/>
                  <a:pt x="43572" y="25816"/>
                </a:cubicBezTo>
                <a:cubicBezTo>
                  <a:pt x="40567" y="37653"/>
                  <a:pt x="39065" y="43709"/>
                  <a:pt x="39065" y="43982"/>
                </a:cubicBezTo>
                <a:cubicBezTo>
                  <a:pt x="39065" y="44073"/>
                  <a:pt x="42206" y="44119"/>
                  <a:pt x="48490" y="44119"/>
                </a:cubicBezTo>
                <a:cubicBezTo>
                  <a:pt x="55592" y="44028"/>
                  <a:pt x="60327" y="43709"/>
                  <a:pt x="62695" y="43163"/>
                </a:cubicBezTo>
                <a:cubicBezTo>
                  <a:pt x="68523" y="42252"/>
                  <a:pt x="73076" y="39566"/>
                  <a:pt x="76354" y="35104"/>
                </a:cubicBezTo>
                <a:cubicBezTo>
                  <a:pt x="77811" y="33009"/>
                  <a:pt x="79040" y="30278"/>
                  <a:pt x="80042" y="26908"/>
                </a:cubicBezTo>
                <a:cubicBezTo>
                  <a:pt x="81044" y="23539"/>
                  <a:pt x="81544" y="20443"/>
                  <a:pt x="81544" y="176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8D731-43E6-4263-A276-E56322D8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139" y="1762572"/>
            <a:ext cx="47319" cy="67985"/>
          </a:xfrm>
          <a:custGeom xmlns:a="http://schemas.openxmlformats.org/drawingml/2006/main">
            <a:pathLst>
              <a:path w="47319" h="67985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74B2B-32B1-43F8-A5F4-CFC772FB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139" y="1762572"/>
            <a:ext cx="47319" cy="67985"/>
          </a:xfrm>
          <a:custGeom xmlns:a="http://schemas.openxmlformats.org/drawingml/2006/main">
            <a:pathLst>
              <a:path w="47319" h="67985" fill="none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E6A48-BBC9-4E7C-A1BB-1CCD03D2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826" y="1795433"/>
            <a:ext cx="30961" cy="59942"/>
          </a:xfrm>
          <a:custGeom xmlns:a="http://schemas.openxmlformats.org/drawingml/2006/main">
            <a:pathLst>
              <a:path w="30961" h="59942">
                <a:moveTo>
                  <a:pt x="11700" y="7920"/>
                </a:moveTo>
                <a:lnTo>
                  <a:pt x="10530" y="8370"/>
                </a:lnTo>
                <a:cubicBezTo>
                  <a:pt x="9690" y="8670"/>
                  <a:pt x="8490" y="8970"/>
                  <a:pt x="6930" y="9270"/>
                </a:cubicBezTo>
                <a:cubicBezTo>
                  <a:pt x="5370" y="9570"/>
                  <a:pt x="3630" y="9780"/>
                  <a:pt x="1710" y="9900"/>
                </a:cubicBezTo>
                <a:lnTo>
                  <a:pt x="0" y="9900"/>
                </a:lnTo>
                <a:lnTo>
                  <a:pt x="0" y="5760"/>
                </a:lnTo>
                <a:lnTo>
                  <a:pt x="1710" y="5760"/>
                </a:lnTo>
                <a:cubicBezTo>
                  <a:pt x="4530" y="5640"/>
                  <a:pt x="7140" y="5190"/>
                  <a:pt x="9540" y="4410"/>
                </a:cubicBezTo>
                <a:cubicBezTo>
                  <a:pt x="11940" y="3630"/>
                  <a:pt x="13620" y="2910"/>
                  <a:pt x="14580" y="2250"/>
                </a:cubicBezTo>
                <a:cubicBezTo>
                  <a:pt x="15540" y="1590"/>
                  <a:pt x="16380" y="930"/>
                  <a:pt x="17100" y="270"/>
                </a:cubicBezTo>
                <a:cubicBezTo>
                  <a:pt x="17220" y="90"/>
                  <a:pt x="17581" y="0"/>
                  <a:pt x="18181" y="0"/>
                </a:cubicBezTo>
                <a:cubicBezTo>
                  <a:pt x="18721" y="0"/>
                  <a:pt x="19231" y="180"/>
                  <a:pt x="19711" y="540"/>
                </a:cubicBezTo>
                <a:lnTo>
                  <a:pt x="19711" y="27451"/>
                </a:lnTo>
                <a:lnTo>
                  <a:pt x="19801" y="54452"/>
                </a:lnTo>
                <a:cubicBezTo>
                  <a:pt x="20221" y="54872"/>
                  <a:pt x="20581" y="55142"/>
                  <a:pt x="20881" y="55262"/>
                </a:cubicBezTo>
                <a:cubicBezTo>
                  <a:pt x="21181" y="55382"/>
                  <a:pt x="21901" y="55502"/>
                  <a:pt x="23041" y="55622"/>
                </a:cubicBezTo>
                <a:cubicBezTo>
                  <a:pt x="24181" y="55742"/>
                  <a:pt x="26041" y="55802"/>
                  <a:pt x="28621" y="55802"/>
                </a:cubicBezTo>
                <a:lnTo>
                  <a:pt x="30961" y="55802"/>
                </a:lnTo>
                <a:lnTo>
                  <a:pt x="30961" y="59942"/>
                </a:lnTo>
                <a:lnTo>
                  <a:pt x="29971" y="59942"/>
                </a:lnTo>
                <a:cubicBezTo>
                  <a:pt x="28711" y="59762"/>
                  <a:pt x="23941" y="59672"/>
                  <a:pt x="15660" y="59672"/>
                </a:cubicBezTo>
                <a:cubicBezTo>
                  <a:pt x="7500" y="59672"/>
                  <a:pt x="2790" y="59762"/>
                  <a:pt x="1530" y="59942"/>
                </a:cubicBezTo>
                <a:lnTo>
                  <a:pt x="450" y="59942"/>
                </a:lnTo>
                <a:lnTo>
                  <a:pt x="450" y="55802"/>
                </a:lnTo>
                <a:lnTo>
                  <a:pt x="2790" y="55802"/>
                </a:lnTo>
                <a:cubicBezTo>
                  <a:pt x="4110" y="55802"/>
                  <a:pt x="5250" y="55802"/>
                  <a:pt x="6210" y="55802"/>
                </a:cubicBezTo>
                <a:cubicBezTo>
                  <a:pt x="7170" y="55802"/>
                  <a:pt x="7920" y="55772"/>
                  <a:pt x="8460" y="55712"/>
                </a:cubicBezTo>
                <a:cubicBezTo>
                  <a:pt x="9000" y="55652"/>
                  <a:pt x="9480" y="55562"/>
                  <a:pt x="9900" y="55442"/>
                </a:cubicBezTo>
                <a:cubicBezTo>
                  <a:pt x="10320" y="55322"/>
                  <a:pt x="10560" y="55262"/>
                  <a:pt x="10620" y="55262"/>
                </a:cubicBezTo>
                <a:cubicBezTo>
                  <a:pt x="10680" y="55262"/>
                  <a:pt x="10860" y="55112"/>
                  <a:pt x="11160" y="54812"/>
                </a:cubicBezTo>
                <a:cubicBezTo>
                  <a:pt x="11460" y="54512"/>
                  <a:pt x="11640" y="54392"/>
                  <a:pt x="11700" y="54452"/>
                </a:cubicBezTo>
                <a:lnTo>
                  <a:pt x="11700" y="79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88371-28C5-4820-A226-12F36307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826" y="1795433"/>
            <a:ext cx="30961" cy="59942"/>
          </a:xfrm>
          <a:custGeom xmlns:a="http://schemas.openxmlformats.org/drawingml/2006/main">
            <a:pathLst>
              <a:path w="30961" h="59942" fill="none">
                <a:moveTo>
                  <a:pt x="11700" y="7920"/>
                </a:moveTo>
                <a:lnTo>
                  <a:pt x="10530" y="8370"/>
                </a:lnTo>
                <a:cubicBezTo>
                  <a:pt x="9690" y="8670"/>
                  <a:pt x="8490" y="8970"/>
                  <a:pt x="6930" y="9270"/>
                </a:cubicBezTo>
                <a:cubicBezTo>
                  <a:pt x="5370" y="9570"/>
                  <a:pt x="3630" y="9780"/>
                  <a:pt x="1710" y="9900"/>
                </a:cubicBezTo>
                <a:lnTo>
                  <a:pt x="0" y="9900"/>
                </a:lnTo>
                <a:lnTo>
                  <a:pt x="0" y="5760"/>
                </a:lnTo>
                <a:lnTo>
                  <a:pt x="1710" y="5760"/>
                </a:lnTo>
                <a:cubicBezTo>
                  <a:pt x="4530" y="5640"/>
                  <a:pt x="7140" y="5190"/>
                  <a:pt x="9540" y="4410"/>
                </a:cubicBezTo>
                <a:cubicBezTo>
                  <a:pt x="11940" y="3630"/>
                  <a:pt x="13620" y="2910"/>
                  <a:pt x="14580" y="2250"/>
                </a:cubicBezTo>
                <a:cubicBezTo>
                  <a:pt x="15540" y="1590"/>
                  <a:pt x="16380" y="930"/>
                  <a:pt x="17100" y="270"/>
                </a:cubicBezTo>
                <a:cubicBezTo>
                  <a:pt x="17220" y="90"/>
                  <a:pt x="17581" y="0"/>
                  <a:pt x="18181" y="0"/>
                </a:cubicBezTo>
                <a:cubicBezTo>
                  <a:pt x="18721" y="0"/>
                  <a:pt x="19231" y="180"/>
                  <a:pt x="19711" y="540"/>
                </a:cubicBezTo>
                <a:lnTo>
                  <a:pt x="19711" y="27451"/>
                </a:lnTo>
                <a:lnTo>
                  <a:pt x="19801" y="54452"/>
                </a:lnTo>
                <a:cubicBezTo>
                  <a:pt x="20221" y="54872"/>
                  <a:pt x="20581" y="55142"/>
                  <a:pt x="20881" y="55262"/>
                </a:cubicBezTo>
                <a:cubicBezTo>
                  <a:pt x="21181" y="55382"/>
                  <a:pt x="21901" y="55502"/>
                  <a:pt x="23041" y="55622"/>
                </a:cubicBezTo>
                <a:cubicBezTo>
                  <a:pt x="24181" y="55742"/>
                  <a:pt x="26041" y="55802"/>
                  <a:pt x="28621" y="55802"/>
                </a:cubicBezTo>
                <a:lnTo>
                  <a:pt x="30961" y="55802"/>
                </a:lnTo>
                <a:lnTo>
                  <a:pt x="30961" y="59942"/>
                </a:lnTo>
                <a:lnTo>
                  <a:pt x="29971" y="59942"/>
                </a:lnTo>
                <a:cubicBezTo>
                  <a:pt x="28711" y="59762"/>
                  <a:pt x="23941" y="59672"/>
                  <a:pt x="15660" y="59672"/>
                </a:cubicBezTo>
                <a:cubicBezTo>
                  <a:pt x="7500" y="59672"/>
                  <a:pt x="2790" y="59762"/>
                  <a:pt x="1530" y="59942"/>
                </a:cubicBezTo>
                <a:lnTo>
                  <a:pt x="450" y="59942"/>
                </a:lnTo>
                <a:lnTo>
                  <a:pt x="450" y="55802"/>
                </a:lnTo>
                <a:lnTo>
                  <a:pt x="2790" y="55802"/>
                </a:lnTo>
                <a:cubicBezTo>
                  <a:pt x="4110" y="55802"/>
                  <a:pt x="5250" y="55802"/>
                  <a:pt x="6210" y="55802"/>
                </a:cubicBezTo>
                <a:cubicBezTo>
                  <a:pt x="7170" y="55802"/>
                  <a:pt x="7920" y="55772"/>
                  <a:pt x="8460" y="55712"/>
                </a:cubicBezTo>
                <a:cubicBezTo>
                  <a:pt x="9000" y="55652"/>
                  <a:pt x="9480" y="55562"/>
                  <a:pt x="9900" y="55442"/>
                </a:cubicBezTo>
                <a:cubicBezTo>
                  <a:pt x="10320" y="55322"/>
                  <a:pt x="10560" y="55262"/>
                  <a:pt x="10620" y="55262"/>
                </a:cubicBezTo>
                <a:cubicBezTo>
                  <a:pt x="10680" y="55262"/>
                  <a:pt x="10860" y="55112"/>
                  <a:pt x="11160" y="54812"/>
                </a:cubicBezTo>
                <a:cubicBezTo>
                  <a:pt x="11460" y="54512"/>
                  <a:pt x="11640" y="54392"/>
                  <a:pt x="11700" y="54452"/>
                </a:cubicBezTo>
                <a:lnTo>
                  <a:pt x="11700" y="79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" cap="flat">
            <a:solidFill>
              <a:srgbClr val="FFFFFF">
                <a:alpha val="1730"/>
              </a:srgbClr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AEEAE-01DA-4D7A-BC18-BAA560C6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372" y="1782175"/>
            <a:ext cx="46643" cy="46546"/>
          </a:xfrm>
          <a:custGeom xmlns:a="http://schemas.openxmlformats.org/drawingml/2006/main">
            <a:pathLst>
              <a:path w="46643" h="46546">
                <a:moveTo>
                  <a:pt x="46643" y="44615"/>
                </a:moveTo>
                <a:cubicBezTo>
                  <a:pt x="46643" y="45903"/>
                  <a:pt x="45967" y="46546"/>
                  <a:pt x="44615" y="46546"/>
                </a:cubicBezTo>
                <a:cubicBezTo>
                  <a:pt x="44293" y="46546"/>
                  <a:pt x="43585" y="46031"/>
                  <a:pt x="42490" y="45001"/>
                </a:cubicBezTo>
                <a:cubicBezTo>
                  <a:pt x="41396" y="43971"/>
                  <a:pt x="38370" y="40978"/>
                  <a:pt x="33413" y="36020"/>
                </a:cubicBezTo>
                <a:lnTo>
                  <a:pt x="23370" y="25977"/>
                </a:lnTo>
                <a:lnTo>
                  <a:pt x="13230" y="36117"/>
                </a:lnTo>
                <a:cubicBezTo>
                  <a:pt x="6406" y="42812"/>
                  <a:pt x="2897" y="46225"/>
                  <a:pt x="2704" y="46353"/>
                </a:cubicBezTo>
                <a:cubicBezTo>
                  <a:pt x="2446" y="46482"/>
                  <a:pt x="2221" y="46546"/>
                  <a:pt x="2028" y="46546"/>
                </a:cubicBezTo>
                <a:cubicBezTo>
                  <a:pt x="1513" y="46546"/>
                  <a:pt x="1062" y="46353"/>
                  <a:pt x="676" y="45967"/>
                </a:cubicBezTo>
                <a:cubicBezTo>
                  <a:pt x="290" y="45581"/>
                  <a:pt x="64" y="45130"/>
                  <a:pt x="0" y="44615"/>
                </a:cubicBezTo>
                <a:cubicBezTo>
                  <a:pt x="0" y="44164"/>
                  <a:pt x="451" y="43456"/>
                  <a:pt x="1352" y="42490"/>
                </a:cubicBezTo>
                <a:cubicBezTo>
                  <a:pt x="2253" y="41525"/>
                  <a:pt x="5279" y="38467"/>
                  <a:pt x="10429" y="33316"/>
                </a:cubicBezTo>
                <a:lnTo>
                  <a:pt x="20473" y="23273"/>
                </a:lnTo>
                <a:lnTo>
                  <a:pt x="10429" y="13230"/>
                </a:lnTo>
                <a:cubicBezTo>
                  <a:pt x="5215" y="8015"/>
                  <a:pt x="2189" y="4957"/>
                  <a:pt x="1352" y="4056"/>
                </a:cubicBezTo>
                <a:cubicBezTo>
                  <a:pt x="515" y="3155"/>
                  <a:pt x="64" y="2446"/>
                  <a:pt x="0" y="1931"/>
                </a:cubicBezTo>
                <a:cubicBezTo>
                  <a:pt x="0" y="1352"/>
                  <a:pt x="193" y="901"/>
                  <a:pt x="579" y="579"/>
                </a:cubicBezTo>
                <a:cubicBezTo>
                  <a:pt x="966" y="258"/>
                  <a:pt x="1449" y="97"/>
                  <a:pt x="2028" y="97"/>
                </a:cubicBezTo>
                <a:cubicBezTo>
                  <a:pt x="2350" y="97"/>
                  <a:pt x="2575" y="129"/>
                  <a:pt x="2704" y="193"/>
                </a:cubicBezTo>
                <a:cubicBezTo>
                  <a:pt x="2897" y="322"/>
                  <a:pt x="6406" y="3734"/>
                  <a:pt x="13230" y="10429"/>
                </a:cubicBezTo>
                <a:lnTo>
                  <a:pt x="23370" y="20569"/>
                </a:lnTo>
                <a:lnTo>
                  <a:pt x="33413" y="10526"/>
                </a:lnTo>
                <a:cubicBezTo>
                  <a:pt x="38370" y="5569"/>
                  <a:pt x="41396" y="2575"/>
                  <a:pt x="42490" y="1545"/>
                </a:cubicBezTo>
                <a:cubicBezTo>
                  <a:pt x="43585" y="515"/>
                  <a:pt x="44293" y="0"/>
                  <a:pt x="44615" y="0"/>
                </a:cubicBezTo>
                <a:cubicBezTo>
                  <a:pt x="45967" y="0"/>
                  <a:pt x="46643" y="644"/>
                  <a:pt x="46643" y="1931"/>
                </a:cubicBezTo>
                <a:cubicBezTo>
                  <a:pt x="46643" y="2382"/>
                  <a:pt x="46321" y="2961"/>
                  <a:pt x="45677" y="3670"/>
                </a:cubicBezTo>
                <a:cubicBezTo>
                  <a:pt x="45033" y="4378"/>
                  <a:pt x="41879" y="7532"/>
                  <a:pt x="36213" y="13133"/>
                </a:cubicBezTo>
                <a:lnTo>
                  <a:pt x="26170" y="23273"/>
                </a:lnTo>
                <a:lnTo>
                  <a:pt x="36213" y="33413"/>
                </a:lnTo>
                <a:cubicBezTo>
                  <a:pt x="41621" y="38821"/>
                  <a:pt x="44712" y="41943"/>
                  <a:pt x="45484" y="42780"/>
                </a:cubicBezTo>
                <a:cubicBezTo>
                  <a:pt x="46257" y="43617"/>
                  <a:pt x="46643" y="44229"/>
                  <a:pt x="46643" y="446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12D18-DA30-4FC1-A925-FB39B08F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372" y="1782175"/>
            <a:ext cx="46643" cy="46546"/>
          </a:xfrm>
          <a:custGeom xmlns:a="http://schemas.openxmlformats.org/drawingml/2006/main">
            <a:pathLst>
              <a:path w="46643" h="46546" fill="none">
                <a:moveTo>
                  <a:pt x="46643" y="44615"/>
                </a:moveTo>
                <a:cubicBezTo>
                  <a:pt x="46643" y="45903"/>
                  <a:pt x="45967" y="46546"/>
                  <a:pt x="44615" y="46546"/>
                </a:cubicBezTo>
                <a:cubicBezTo>
                  <a:pt x="44293" y="46546"/>
                  <a:pt x="43585" y="46031"/>
                  <a:pt x="42490" y="45001"/>
                </a:cubicBezTo>
                <a:cubicBezTo>
                  <a:pt x="41396" y="43971"/>
                  <a:pt x="38370" y="40978"/>
                  <a:pt x="33413" y="36020"/>
                </a:cubicBezTo>
                <a:lnTo>
                  <a:pt x="23370" y="25977"/>
                </a:lnTo>
                <a:lnTo>
                  <a:pt x="13230" y="36117"/>
                </a:lnTo>
                <a:cubicBezTo>
                  <a:pt x="6406" y="42812"/>
                  <a:pt x="2897" y="46225"/>
                  <a:pt x="2704" y="46353"/>
                </a:cubicBezTo>
                <a:cubicBezTo>
                  <a:pt x="2446" y="46482"/>
                  <a:pt x="2221" y="46546"/>
                  <a:pt x="2028" y="46546"/>
                </a:cubicBezTo>
                <a:cubicBezTo>
                  <a:pt x="1513" y="46546"/>
                  <a:pt x="1062" y="46353"/>
                  <a:pt x="676" y="45967"/>
                </a:cubicBezTo>
                <a:cubicBezTo>
                  <a:pt x="290" y="45581"/>
                  <a:pt x="64" y="45130"/>
                  <a:pt x="0" y="44615"/>
                </a:cubicBezTo>
                <a:cubicBezTo>
                  <a:pt x="0" y="44164"/>
                  <a:pt x="451" y="43456"/>
                  <a:pt x="1352" y="42490"/>
                </a:cubicBezTo>
                <a:cubicBezTo>
                  <a:pt x="2253" y="41525"/>
                  <a:pt x="5279" y="38467"/>
                  <a:pt x="10429" y="33316"/>
                </a:cubicBezTo>
                <a:lnTo>
                  <a:pt x="20473" y="23273"/>
                </a:lnTo>
                <a:lnTo>
                  <a:pt x="10429" y="13230"/>
                </a:lnTo>
                <a:cubicBezTo>
                  <a:pt x="5215" y="8015"/>
                  <a:pt x="2189" y="4957"/>
                  <a:pt x="1352" y="4056"/>
                </a:cubicBezTo>
                <a:cubicBezTo>
                  <a:pt x="515" y="3155"/>
                  <a:pt x="64" y="2446"/>
                  <a:pt x="0" y="1931"/>
                </a:cubicBezTo>
                <a:cubicBezTo>
                  <a:pt x="0" y="1352"/>
                  <a:pt x="193" y="901"/>
                  <a:pt x="579" y="579"/>
                </a:cubicBezTo>
                <a:cubicBezTo>
                  <a:pt x="966" y="258"/>
                  <a:pt x="1449" y="97"/>
                  <a:pt x="2028" y="97"/>
                </a:cubicBezTo>
                <a:cubicBezTo>
                  <a:pt x="2350" y="97"/>
                  <a:pt x="2575" y="129"/>
                  <a:pt x="2704" y="193"/>
                </a:cubicBezTo>
                <a:cubicBezTo>
                  <a:pt x="2897" y="322"/>
                  <a:pt x="6406" y="3734"/>
                  <a:pt x="13230" y="10429"/>
                </a:cubicBezTo>
                <a:lnTo>
                  <a:pt x="23370" y="20569"/>
                </a:lnTo>
                <a:lnTo>
                  <a:pt x="33413" y="10526"/>
                </a:lnTo>
                <a:cubicBezTo>
                  <a:pt x="38370" y="5569"/>
                  <a:pt x="41396" y="2575"/>
                  <a:pt x="42490" y="1545"/>
                </a:cubicBezTo>
                <a:cubicBezTo>
                  <a:pt x="43585" y="515"/>
                  <a:pt x="44293" y="0"/>
                  <a:pt x="44615" y="0"/>
                </a:cubicBezTo>
                <a:cubicBezTo>
                  <a:pt x="45967" y="0"/>
                  <a:pt x="46643" y="644"/>
                  <a:pt x="46643" y="1931"/>
                </a:cubicBezTo>
                <a:cubicBezTo>
                  <a:pt x="46643" y="2382"/>
                  <a:pt x="46321" y="2961"/>
                  <a:pt x="45677" y="3670"/>
                </a:cubicBezTo>
                <a:cubicBezTo>
                  <a:pt x="45033" y="4378"/>
                  <a:pt x="41879" y="7532"/>
                  <a:pt x="36213" y="13133"/>
                </a:cubicBezTo>
                <a:lnTo>
                  <a:pt x="26170" y="23273"/>
                </a:lnTo>
                <a:lnTo>
                  <a:pt x="36213" y="33413"/>
                </a:lnTo>
                <a:cubicBezTo>
                  <a:pt x="41621" y="38821"/>
                  <a:pt x="44712" y="41943"/>
                  <a:pt x="45484" y="42780"/>
                </a:cubicBezTo>
                <a:cubicBezTo>
                  <a:pt x="46257" y="43617"/>
                  <a:pt x="46643" y="44229"/>
                  <a:pt x="46643" y="446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4FFB0-259E-4F62-A321-58EB76E9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493" y="1762572"/>
            <a:ext cx="47319" cy="67985"/>
          </a:xfrm>
          <a:custGeom xmlns:a="http://schemas.openxmlformats.org/drawingml/2006/main">
            <a:pathLst>
              <a:path w="47319" h="67985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88BDA-2072-4502-8F41-6F70B40B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493" y="1762572"/>
            <a:ext cx="47319" cy="67985"/>
          </a:xfrm>
          <a:custGeom xmlns:a="http://schemas.openxmlformats.org/drawingml/2006/main">
            <a:pathLst>
              <a:path w="47319" h="67985" fill="none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8B231-38E5-41C9-8029-B760D886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09" y="1795433"/>
            <a:ext cx="35911" cy="59942"/>
          </a:xfrm>
          <a:custGeom xmlns:a="http://schemas.openxmlformats.org/drawingml/2006/main">
            <a:pathLst>
              <a:path w="35911" h="59942">
                <a:moveTo>
                  <a:pt x="5310" y="21331"/>
                </a:moveTo>
                <a:cubicBezTo>
                  <a:pt x="3690" y="21331"/>
                  <a:pt x="2400" y="20791"/>
                  <a:pt x="1440" y="19711"/>
                </a:cubicBezTo>
                <a:cubicBezTo>
                  <a:pt x="480" y="18631"/>
                  <a:pt x="0" y="17310"/>
                  <a:pt x="0" y="15750"/>
                </a:cubicBezTo>
                <a:cubicBezTo>
                  <a:pt x="0" y="11490"/>
                  <a:pt x="1590" y="7800"/>
                  <a:pt x="4770" y="4680"/>
                </a:cubicBezTo>
                <a:cubicBezTo>
                  <a:pt x="7950" y="1560"/>
                  <a:pt x="11910" y="0"/>
                  <a:pt x="16650" y="0"/>
                </a:cubicBezTo>
                <a:cubicBezTo>
                  <a:pt x="22111" y="0"/>
                  <a:pt x="26671" y="1680"/>
                  <a:pt x="30331" y="5040"/>
                </a:cubicBezTo>
                <a:cubicBezTo>
                  <a:pt x="33991" y="8400"/>
                  <a:pt x="35851" y="12750"/>
                  <a:pt x="35911" y="18091"/>
                </a:cubicBezTo>
                <a:cubicBezTo>
                  <a:pt x="35911" y="20671"/>
                  <a:pt x="35311" y="23131"/>
                  <a:pt x="34111" y="25471"/>
                </a:cubicBezTo>
                <a:cubicBezTo>
                  <a:pt x="32911" y="27811"/>
                  <a:pt x="31471" y="29851"/>
                  <a:pt x="29791" y="31591"/>
                </a:cubicBezTo>
                <a:cubicBezTo>
                  <a:pt x="28111" y="33331"/>
                  <a:pt x="25711" y="35551"/>
                  <a:pt x="22591" y="38251"/>
                </a:cubicBezTo>
                <a:cubicBezTo>
                  <a:pt x="20431" y="40111"/>
                  <a:pt x="17431" y="42871"/>
                  <a:pt x="13590" y="46531"/>
                </a:cubicBezTo>
                <a:lnTo>
                  <a:pt x="8280" y="51571"/>
                </a:lnTo>
                <a:lnTo>
                  <a:pt x="15120" y="51661"/>
                </a:lnTo>
                <a:cubicBezTo>
                  <a:pt x="24541" y="51661"/>
                  <a:pt x="29551" y="51511"/>
                  <a:pt x="30151" y="51211"/>
                </a:cubicBezTo>
                <a:cubicBezTo>
                  <a:pt x="30571" y="51091"/>
                  <a:pt x="31291" y="48421"/>
                  <a:pt x="32311" y="43201"/>
                </a:cubicBezTo>
                <a:lnTo>
                  <a:pt x="32311" y="42931"/>
                </a:lnTo>
                <a:lnTo>
                  <a:pt x="35911" y="42931"/>
                </a:lnTo>
                <a:lnTo>
                  <a:pt x="35911" y="43201"/>
                </a:lnTo>
                <a:cubicBezTo>
                  <a:pt x="35851" y="43381"/>
                  <a:pt x="35461" y="46111"/>
                  <a:pt x="34741" y="51391"/>
                </a:cubicBezTo>
                <a:cubicBezTo>
                  <a:pt x="34021" y="56672"/>
                  <a:pt x="33571" y="59432"/>
                  <a:pt x="33391" y="59672"/>
                </a:cubicBezTo>
                <a:lnTo>
                  <a:pt x="33391" y="59942"/>
                </a:lnTo>
                <a:lnTo>
                  <a:pt x="0" y="59942"/>
                </a:lnTo>
                <a:lnTo>
                  <a:pt x="0" y="58232"/>
                </a:lnTo>
                <a:lnTo>
                  <a:pt x="0" y="57152"/>
                </a:lnTo>
                <a:cubicBezTo>
                  <a:pt x="0" y="56732"/>
                  <a:pt x="180" y="56282"/>
                  <a:pt x="540" y="55802"/>
                </a:cubicBezTo>
                <a:cubicBezTo>
                  <a:pt x="900" y="55322"/>
                  <a:pt x="1800" y="54272"/>
                  <a:pt x="3240" y="52652"/>
                </a:cubicBezTo>
                <a:cubicBezTo>
                  <a:pt x="4980" y="50731"/>
                  <a:pt x="6480" y="49051"/>
                  <a:pt x="7740" y="47611"/>
                </a:cubicBezTo>
                <a:cubicBezTo>
                  <a:pt x="8280" y="47011"/>
                  <a:pt x="9300" y="45901"/>
                  <a:pt x="10800" y="44281"/>
                </a:cubicBezTo>
                <a:cubicBezTo>
                  <a:pt x="12300" y="42661"/>
                  <a:pt x="13320" y="41551"/>
                  <a:pt x="13860" y="40951"/>
                </a:cubicBezTo>
                <a:cubicBezTo>
                  <a:pt x="14400" y="40351"/>
                  <a:pt x="15270" y="39361"/>
                  <a:pt x="16470" y="37981"/>
                </a:cubicBezTo>
                <a:cubicBezTo>
                  <a:pt x="17671" y="36601"/>
                  <a:pt x="18511" y="35581"/>
                  <a:pt x="18991" y="34921"/>
                </a:cubicBezTo>
                <a:cubicBezTo>
                  <a:pt x="19471" y="34261"/>
                  <a:pt x="20161" y="33361"/>
                  <a:pt x="21061" y="32221"/>
                </a:cubicBezTo>
                <a:cubicBezTo>
                  <a:pt x="21961" y="31081"/>
                  <a:pt x="22591" y="30121"/>
                  <a:pt x="22951" y="29341"/>
                </a:cubicBezTo>
                <a:cubicBezTo>
                  <a:pt x="23311" y="28561"/>
                  <a:pt x="23761" y="27691"/>
                  <a:pt x="24301" y="26731"/>
                </a:cubicBezTo>
                <a:cubicBezTo>
                  <a:pt x="24841" y="25771"/>
                  <a:pt x="25231" y="24811"/>
                  <a:pt x="25471" y="23851"/>
                </a:cubicBezTo>
                <a:cubicBezTo>
                  <a:pt x="25711" y="22891"/>
                  <a:pt x="25921" y="21991"/>
                  <a:pt x="26101" y="21151"/>
                </a:cubicBezTo>
                <a:cubicBezTo>
                  <a:pt x="26281" y="20311"/>
                  <a:pt x="26371" y="19321"/>
                  <a:pt x="26371" y="18181"/>
                </a:cubicBezTo>
                <a:cubicBezTo>
                  <a:pt x="26371" y="14400"/>
                  <a:pt x="25351" y="11130"/>
                  <a:pt x="23311" y="8370"/>
                </a:cubicBezTo>
                <a:cubicBezTo>
                  <a:pt x="21271" y="5610"/>
                  <a:pt x="18361" y="4230"/>
                  <a:pt x="14580" y="4230"/>
                </a:cubicBezTo>
                <a:cubicBezTo>
                  <a:pt x="12600" y="4230"/>
                  <a:pt x="10860" y="4740"/>
                  <a:pt x="9360" y="5760"/>
                </a:cubicBezTo>
                <a:cubicBezTo>
                  <a:pt x="7860" y="6780"/>
                  <a:pt x="6810" y="7770"/>
                  <a:pt x="6210" y="8730"/>
                </a:cubicBezTo>
                <a:cubicBezTo>
                  <a:pt x="5610" y="9690"/>
                  <a:pt x="5310" y="10260"/>
                  <a:pt x="5310" y="10440"/>
                </a:cubicBezTo>
                <a:cubicBezTo>
                  <a:pt x="5310" y="10500"/>
                  <a:pt x="5460" y="10530"/>
                  <a:pt x="5760" y="10530"/>
                </a:cubicBezTo>
                <a:cubicBezTo>
                  <a:pt x="6840" y="10530"/>
                  <a:pt x="7950" y="10950"/>
                  <a:pt x="9090" y="11790"/>
                </a:cubicBezTo>
                <a:cubicBezTo>
                  <a:pt x="10230" y="12630"/>
                  <a:pt x="10800" y="14010"/>
                  <a:pt x="10800" y="15930"/>
                </a:cubicBezTo>
                <a:cubicBezTo>
                  <a:pt x="10800" y="17430"/>
                  <a:pt x="10320" y="18691"/>
                  <a:pt x="9360" y="19711"/>
                </a:cubicBezTo>
                <a:cubicBezTo>
                  <a:pt x="8400" y="20731"/>
                  <a:pt x="7050" y="21271"/>
                  <a:pt x="5310" y="213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76AD7-50D0-46D4-B33E-4EC0B54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209" y="1795433"/>
            <a:ext cx="35911" cy="59942"/>
          </a:xfrm>
          <a:custGeom xmlns:a="http://schemas.openxmlformats.org/drawingml/2006/main">
            <a:pathLst>
              <a:path w="35911" h="59942" fill="none">
                <a:moveTo>
                  <a:pt x="5310" y="21331"/>
                </a:moveTo>
                <a:cubicBezTo>
                  <a:pt x="3690" y="21331"/>
                  <a:pt x="2400" y="20791"/>
                  <a:pt x="1440" y="19711"/>
                </a:cubicBezTo>
                <a:cubicBezTo>
                  <a:pt x="480" y="18631"/>
                  <a:pt x="0" y="17310"/>
                  <a:pt x="0" y="15750"/>
                </a:cubicBezTo>
                <a:cubicBezTo>
                  <a:pt x="0" y="11490"/>
                  <a:pt x="1590" y="7800"/>
                  <a:pt x="4770" y="4680"/>
                </a:cubicBezTo>
                <a:cubicBezTo>
                  <a:pt x="7950" y="1560"/>
                  <a:pt x="11910" y="0"/>
                  <a:pt x="16650" y="0"/>
                </a:cubicBezTo>
                <a:cubicBezTo>
                  <a:pt x="22111" y="0"/>
                  <a:pt x="26671" y="1680"/>
                  <a:pt x="30331" y="5040"/>
                </a:cubicBezTo>
                <a:cubicBezTo>
                  <a:pt x="33991" y="8400"/>
                  <a:pt x="35851" y="12750"/>
                  <a:pt x="35911" y="18091"/>
                </a:cubicBezTo>
                <a:cubicBezTo>
                  <a:pt x="35911" y="20671"/>
                  <a:pt x="35311" y="23131"/>
                  <a:pt x="34111" y="25471"/>
                </a:cubicBezTo>
                <a:cubicBezTo>
                  <a:pt x="32911" y="27811"/>
                  <a:pt x="31471" y="29851"/>
                  <a:pt x="29791" y="31591"/>
                </a:cubicBezTo>
                <a:cubicBezTo>
                  <a:pt x="28111" y="33331"/>
                  <a:pt x="25711" y="35551"/>
                  <a:pt x="22591" y="38251"/>
                </a:cubicBezTo>
                <a:cubicBezTo>
                  <a:pt x="20431" y="40111"/>
                  <a:pt x="17431" y="42871"/>
                  <a:pt x="13590" y="46531"/>
                </a:cubicBezTo>
                <a:lnTo>
                  <a:pt x="8280" y="51571"/>
                </a:lnTo>
                <a:lnTo>
                  <a:pt x="15120" y="51661"/>
                </a:lnTo>
                <a:cubicBezTo>
                  <a:pt x="24541" y="51661"/>
                  <a:pt x="29551" y="51511"/>
                  <a:pt x="30151" y="51211"/>
                </a:cubicBezTo>
                <a:cubicBezTo>
                  <a:pt x="30571" y="51091"/>
                  <a:pt x="31291" y="48421"/>
                  <a:pt x="32311" y="43201"/>
                </a:cubicBezTo>
                <a:lnTo>
                  <a:pt x="32311" y="42931"/>
                </a:lnTo>
                <a:lnTo>
                  <a:pt x="35911" y="42931"/>
                </a:lnTo>
                <a:lnTo>
                  <a:pt x="35911" y="43201"/>
                </a:lnTo>
                <a:cubicBezTo>
                  <a:pt x="35851" y="43381"/>
                  <a:pt x="35461" y="46111"/>
                  <a:pt x="34741" y="51391"/>
                </a:cubicBezTo>
                <a:cubicBezTo>
                  <a:pt x="34021" y="56672"/>
                  <a:pt x="33571" y="59432"/>
                  <a:pt x="33391" y="59672"/>
                </a:cubicBezTo>
                <a:lnTo>
                  <a:pt x="33391" y="59942"/>
                </a:lnTo>
                <a:lnTo>
                  <a:pt x="0" y="59942"/>
                </a:lnTo>
                <a:lnTo>
                  <a:pt x="0" y="58232"/>
                </a:lnTo>
                <a:lnTo>
                  <a:pt x="0" y="57152"/>
                </a:lnTo>
                <a:cubicBezTo>
                  <a:pt x="0" y="56732"/>
                  <a:pt x="180" y="56282"/>
                  <a:pt x="540" y="55802"/>
                </a:cubicBezTo>
                <a:cubicBezTo>
                  <a:pt x="900" y="55322"/>
                  <a:pt x="1800" y="54272"/>
                  <a:pt x="3240" y="52652"/>
                </a:cubicBezTo>
                <a:cubicBezTo>
                  <a:pt x="4980" y="50731"/>
                  <a:pt x="6480" y="49051"/>
                  <a:pt x="7740" y="47611"/>
                </a:cubicBezTo>
                <a:cubicBezTo>
                  <a:pt x="8280" y="47011"/>
                  <a:pt x="9300" y="45901"/>
                  <a:pt x="10800" y="44281"/>
                </a:cubicBezTo>
                <a:cubicBezTo>
                  <a:pt x="12300" y="42661"/>
                  <a:pt x="13320" y="41551"/>
                  <a:pt x="13860" y="40951"/>
                </a:cubicBezTo>
                <a:cubicBezTo>
                  <a:pt x="14400" y="40351"/>
                  <a:pt x="15270" y="39361"/>
                  <a:pt x="16470" y="37981"/>
                </a:cubicBezTo>
                <a:cubicBezTo>
                  <a:pt x="17671" y="36601"/>
                  <a:pt x="18511" y="35581"/>
                  <a:pt x="18991" y="34921"/>
                </a:cubicBezTo>
                <a:cubicBezTo>
                  <a:pt x="19471" y="34261"/>
                  <a:pt x="20161" y="33361"/>
                  <a:pt x="21061" y="32221"/>
                </a:cubicBezTo>
                <a:cubicBezTo>
                  <a:pt x="21961" y="31081"/>
                  <a:pt x="22591" y="30121"/>
                  <a:pt x="22951" y="29341"/>
                </a:cubicBezTo>
                <a:cubicBezTo>
                  <a:pt x="23311" y="28561"/>
                  <a:pt x="23761" y="27691"/>
                  <a:pt x="24301" y="26731"/>
                </a:cubicBezTo>
                <a:cubicBezTo>
                  <a:pt x="24841" y="25771"/>
                  <a:pt x="25231" y="24811"/>
                  <a:pt x="25471" y="23851"/>
                </a:cubicBezTo>
                <a:cubicBezTo>
                  <a:pt x="25711" y="22891"/>
                  <a:pt x="25921" y="21991"/>
                  <a:pt x="26101" y="21151"/>
                </a:cubicBezTo>
                <a:cubicBezTo>
                  <a:pt x="26281" y="20311"/>
                  <a:pt x="26371" y="19321"/>
                  <a:pt x="26371" y="18181"/>
                </a:cubicBezTo>
                <a:cubicBezTo>
                  <a:pt x="26371" y="14400"/>
                  <a:pt x="25351" y="11130"/>
                  <a:pt x="23311" y="8370"/>
                </a:cubicBezTo>
                <a:cubicBezTo>
                  <a:pt x="21271" y="5610"/>
                  <a:pt x="18361" y="4230"/>
                  <a:pt x="14580" y="4230"/>
                </a:cubicBezTo>
                <a:cubicBezTo>
                  <a:pt x="12600" y="4230"/>
                  <a:pt x="10860" y="4740"/>
                  <a:pt x="9360" y="5760"/>
                </a:cubicBezTo>
                <a:cubicBezTo>
                  <a:pt x="7860" y="6780"/>
                  <a:pt x="6810" y="7770"/>
                  <a:pt x="6210" y="8730"/>
                </a:cubicBezTo>
                <a:cubicBezTo>
                  <a:pt x="5610" y="9690"/>
                  <a:pt x="5310" y="10260"/>
                  <a:pt x="5310" y="10440"/>
                </a:cubicBezTo>
                <a:cubicBezTo>
                  <a:pt x="5310" y="10500"/>
                  <a:pt x="5460" y="10530"/>
                  <a:pt x="5760" y="10530"/>
                </a:cubicBezTo>
                <a:cubicBezTo>
                  <a:pt x="6840" y="10530"/>
                  <a:pt x="7950" y="10950"/>
                  <a:pt x="9090" y="11790"/>
                </a:cubicBezTo>
                <a:cubicBezTo>
                  <a:pt x="10230" y="12630"/>
                  <a:pt x="10800" y="14010"/>
                  <a:pt x="10800" y="15930"/>
                </a:cubicBezTo>
                <a:cubicBezTo>
                  <a:pt x="10800" y="17430"/>
                  <a:pt x="10320" y="18691"/>
                  <a:pt x="9360" y="19711"/>
                </a:cubicBezTo>
                <a:cubicBezTo>
                  <a:pt x="8400" y="20731"/>
                  <a:pt x="7050" y="21271"/>
                  <a:pt x="5310" y="21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" cap="flat">
            <a:solidFill>
              <a:srgbClr val="FFFFFF">
                <a:alpha val="1730"/>
              </a:srgbClr>
            </a:solidFill>
            <a:miter/>
          </a:ln>
        </p:spPr>
      </p:sp>
      <p:sp>
        <p:nvSpPr>
          <p:cNvPr id="23" name="Text PretrainedWeights">
            <a:extLst xmlns:a="http://schemas.openxmlformats.org/drawingml/2006/main">
              <a:ext uri="{FF2B5EF4-FFF2-40B4-BE49-F238E27FC236}">
                <a16:creationId xmlns:a16="http://schemas.microsoft.com/office/drawing/2014/main" id="{61BBD0AB-BA28-4C79-8401-3246BBD5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060" y="1364919"/>
            <a:ext cx="1018650" cy="122921"/>
          </a:xfrm>
          <a:custGeom xmlns:a="http://schemas.openxmlformats.org/drawingml/2006/main">
            <a:pathLst>
              <a:path w="1018650" h="122921">
                <a:moveTo>
                  <a:pt x="25455" y="51833"/>
                </a:moveTo>
                <a:lnTo>
                  <a:pt x="25455" y="77924"/>
                </a:lnTo>
                <a:cubicBezTo>
                  <a:pt x="25455" y="83561"/>
                  <a:pt x="26070" y="87062"/>
                  <a:pt x="27301" y="88428"/>
                </a:cubicBezTo>
                <a:cubicBezTo>
                  <a:pt x="28972" y="90365"/>
                  <a:pt x="31500" y="91334"/>
                  <a:pt x="34885" y="91334"/>
                </a:cubicBezTo>
                <a:lnTo>
                  <a:pt x="38314" y="91334"/>
                </a:lnTo>
                <a:lnTo>
                  <a:pt x="38314" y="93774"/>
                </a:lnTo>
                <a:lnTo>
                  <a:pt x="0" y="93774"/>
                </a:lnTo>
                <a:lnTo>
                  <a:pt x="0" y="91334"/>
                </a:lnTo>
                <a:lnTo>
                  <a:pt x="3363" y="91334"/>
                </a:lnTo>
                <a:cubicBezTo>
                  <a:pt x="7144" y="91334"/>
                  <a:pt x="9848" y="90103"/>
                  <a:pt x="11474" y="87641"/>
                </a:cubicBezTo>
                <a:cubicBezTo>
                  <a:pt x="12354" y="86278"/>
                  <a:pt x="12793" y="83047"/>
                  <a:pt x="12793" y="77947"/>
                </a:cubicBezTo>
                <a:lnTo>
                  <a:pt x="12793" y="20179"/>
                </a:lnTo>
                <a:cubicBezTo>
                  <a:pt x="12793" y="14552"/>
                  <a:pt x="12200" y="11057"/>
                  <a:pt x="11013" y="9694"/>
                </a:cubicBezTo>
                <a:cubicBezTo>
                  <a:pt x="9298" y="7760"/>
                  <a:pt x="6748" y="6792"/>
                  <a:pt x="3363" y="6792"/>
                </a:cubicBezTo>
                <a:lnTo>
                  <a:pt x="0" y="6792"/>
                </a:lnTo>
                <a:lnTo>
                  <a:pt x="0" y="4352"/>
                </a:lnTo>
                <a:lnTo>
                  <a:pt x="32775" y="4352"/>
                </a:lnTo>
                <a:cubicBezTo>
                  <a:pt x="40776" y="4352"/>
                  <a:pt x="47085" y="5176"/>
                  <a:pt x="51701" y="6823"/>
                </a:cubicBezTo>
                <a:cubicBezTo>
                  <a:pt x="56317" y="8469"/>
                  <a:pt x="60208" y="11246"/>
                  <a:pt x="63373" y="15153"/>
                </a:cubicBezTo>
                <a:cubicBezTo>
                  <a:pt x="66538" y="19060"/>
                  <a:pt x="68121" y="23692"/>
                  <a:pt x="68121" y="29049"/>
                </a:cubicBezTo>
                <a:cubicBezTo>
                  <a:pt x="68121" y="36337"/>
                  <a:pt x="65714" y="42264"/>
                  <a:pt x="60900" y="46831"/>
                </a:cubicBezTo>
                <a:cubicBezTo>
                  <a:pt x="56086" y="51396"/>
                  <a:pt x="49283" y="53679"/>
                  <a:pt x="40490" y="53679"/>
                </a:cubicBezTo>
                <a:cubicBezTo>
                  <a:pt x="38336" y="53679"/>
                  <a:pt x="36006" y="53525"/>
                  <a:pt x="33500" y="53218"/>
                </a:cubicBezTo>
                <a:cubicBezTo>
                  <a:pt x="30994" y="52910"/>
                  <a:pt x="28312" y="52448"/>
                  <a:pt x="25455" y="51833"/>
                </a:cubicBezTo>
                <a:moveTo>
                  <a:pt x="25455" y="48008"/>
                </a:moveTo>
                <a:cubicBezTo>
                  <a:pt x="27785" y="48447"/>
                  <a:pt x="29851" y="48777"/>
                  <a:pt x="31654" y="48997"/>
                </a:cubicBezTo>
                <a:cubicBezTo>
                  <a:pt x="33456" y="49217"/>
                  <a:pt x="34995" y="49327"/>
                  <a:pt x="36270" y="49327"/>
                </a:cubicBezTo>
                <a:cubicBezTo>
                  <a:pt x="40842" y="49327"/>
                  <a:pt x="44788" y="47557"/>
                  <a:pt x="48107" y="44018"/>
                </a:cubicBezTo>
                <a:cubicBezTo>
                  <a:pt x="51426" y="40479"/>
                  <a:pt x="53086" y="35896"/>
                  <a:pt x="53086" y="30269"/>
                </a:cubicBezTo>
                <a:cubicBezTo>
                  <a:pt x="53086" y="26400"/>
                  <a:pt x="52294" y="22806"/>
                  <a:pt x="50712" y="19487"/>
                </a:cubicBezTo>
                <a:cubicBezTo>
                  <a:pt x="49129" y="16167"/>
                  <a:pt x="46887" y="13684"/>
                  <a:pt x="43985" y="12035"/>
                </a:cubicBezTo>
                <a:cubicBezTo>
                  <a:pt x="41084" y="10386"/>
                  <a:pt x="37786" y="9562"/>
                  <a:pt x="34093" y="9562"/>
                </a:cubicBezTo>
                <a:cubicBezTo>
                  <a:pt x="31851" y="9562"/>
                  <a:pt x="28972" y="9980"/>
                  <a:pt x="25455" y="10815"/>
                </a:cubicBezTo>
                <a:lnTo>
                  <a:pt x="25455" y="48008"/>
                </a:lnTo>
                <a:close/>
                <a:moveTo>
                  <a:pt x="94742" y="31654"/>
                </a:moveTo>
                <a:lnTo>
                  <a:pt x="94742" y="45238"/>
                </a:lnTo>
                <a:cubicBezTo>
                  <a:pt x="99798" y="36182"/>
                  <a:pt x="104986" y="31654"/>
                  <a:pt x="110305" y="31654"/>
                </a:cubicBezTo>
                <a:cubicBezTo>
                  <a:pt x="112723" y="31654"/>
                  <a:pt x="114723" y="32390"/>
                  <a:pt x="116306" y="33863"/>
                </a:cubicBezTo>
                <a:cubicBezTo>
                  <a:pt x="117889" y="35335"/>
                  <a:pt x="118680" y="37039"/>
                  <a:pt x="118680" y="38973"/>
                </a:cubicBezTo>
                <a:cubicBezTo>
                  <a:pt x="118680" y="40688"/>
                  <a:pt x="118109" y="42139"/>
                  <a:pt x="116966" y="43326"/>
                </a:cubicBezTo>
                <a:cubicBezTo>
                  <a:pt x="115822" y="44513"/>
                  <a:pt x="114460" y="45106"/>
                  <a:pt x="112877" y="45106"/>
                </a:cubicBezTo>
                <a:cubicBezTo>
                  <a:pt x="111338" y="45106"/>
                  <a:pt x="109613" y="44348"/>
                  <a:pt x="107700" y="42831"/>
                </a:cubicBezTo>
                <a:cubicBezTo>
                  <a:pt x="105788" y="41314"/>
                  <a:pt x="104370" y="40556"/>
                  <a:pt x="103447" y="40556"/>
                </a:cubicBezTo>
                <a:cubicBezTo>
                  <a:pt x="102655" y="40556"/>
                  <a:pt x="101798" y="40994"/>
                  <a:pt x="100875" y="41871"/>
                </a:cubicBezTo>
                <a:cubicBezTo>
                  <a:pt x="98897" y="43669"/>
                  <a:pt x="96852" y="46629"/>
                  <a:pt x="94742" y="50751"/>
                </a:cubicBezTo>
                <a:lnTo>
                  <a:pt x="94742" y="79626"/>
                </a:lnTo>
                <a:cubicBezTo>
                  <a:pt x="94742" y="82958"/>
                  <a:pt x="95160" y="85479"/>
                  <a:pt x="95995" y="87189"/>
                </a:cubicBezTo>
                <a:cubicBezTo>
                  <a:pt x="96567" y="88374"/>
                  <a:pt x="97578" y="89361"/>
                  <a:pt x="99029" y="90151"/>
                </a:cubicBezTo>
                <a:cubicBezTo>
                  <a:pt x="100479" y="90939"/>
                  <a:pt x="102568" y="91334"/>
                  <a:pt x="105293" y="91334"/>
                </a:cubicBezTo>
                <a:lnTo>
                  <a:pt x="105293" y="93774"/>
                </a:lnTo>
                <a:lnTo>
                  <a:pt x="74365" y="93774"/>
                </a:lnTo>
                <a:lnTo>
                  <a:pt x="74365" y="91334"/>
                </a:lnTo>
                <a:cubicBezTo>
                  <a:pt x="77443" y="91334"/>
                  <a:pt x="79729" y="90851"/>
                  <a:pt x="81223" y="89887"/>
                </a:cubicBezTo>
                <a:cubicBezTo>
                  <a:pt x="82322" y="89185"/>
                  <a:pt x="83092" y="88066"/>
                  <a:pt x="83531" y="86530"/>
                </a:cubicBezTo>
                <a:cubicBezTo>
                  <a:pt x="83751" y="85784"/>
                  <a:pt x="83861" y="83657"/>
                  <a:pt x="83861" y="80148"/>
                </a:cubicBezTo>
                <a:lnTo>
                  <a:pt x="83861" y="56789"/>
                </a:lnTo>
                <a:cubicBezTo>
                  <a:pt x="83861" y="49770"/>
                  <a:pt x="83718" y="45592"/>
                  <a:pt x="83433" y="44255"/>
                </a:cubicBezTo>
                <a:cubicBezTo>
                  <a:pt x="83147" y="42917"/>
                  <a:pt x="82619" y="41941"/>
                  <a:pt x="81850" y="41327"/>
                </a:cubicBezTo>
                <a:cubicBezTo>
                  <a:pt x="81081" y="40713"/>
                  <a:pt x="80124" y="40406"/>
                  <a:pt x="78981" y="40406"/>
                </a:cubicBezTo>
                <a:cubicBezTo>
                  <a:pt x="77618" y="40406"/>
                  <a:pt x="76080" y="40735"/>
                  <a:pt x="74365" y="41393"/>
                </a:cubicBezTo>
                <a:lnTo>
                  <a:pt x="73706" y="39023"/>
                </a:lnTo>
                <a:lnTo>
                  <a:pt x="91972" y="31654"/>
                </a:lnTo>
                <a:lnTo>
                  <a:pt x="94742" y="31654"/>
                </a:lnTo>
                <a:close/>
                <a:moveTo>
                  <a:pt x="132197" y="56185"/>
                </a:moveTo>
                <a:cubicBezTo>
                  <a:pt x="132153" y="65133"/>
                  <a:pt x="134329" y="72151"/>
                  <a:pt x="138726" y="77240"/>
                </a:cubicBezTo>
                <a:cubicBezTo>
                  <a:pt x="143122" y="82327"/>
                  <a:pt x="148288" y="84871"/>
                  <a:pt x="154223" y="84871"/>
                </a:cubicBezTo>
                <a:cubicBezTo>
                  <a:pt x="158179" y="84871"/>
                  <a:pt x="161620" y="83783"/>
                  <a:pt x="164543" y="81607"/>
                </a:cubicBezTo>
                <a:cubicBezTo>
                  <a:pt x="167467" y="79431"/>
                  <a:pt x="169918" y="75705"/>
                  <a:pt x="171896" y="70429"/>
                </a:cubicBezTo>
                <a:lnTo>
                  <a:pt x="173940" y="71748"/>
                </a:lnTo>
                <a:cubicBezTo>
                  <a:pt x="173017" y="77771"/>
                  <a:pt x="170335" y="83255"/>
                  <a:pt x="165895" y="88201"/>
                </a:cubicBezTo>
                <a:cubicBezTo>
                  <a:pt x="161455" y="93147"/>
                  <a:pt x="155893" y="95620"/>
                  <a:pt x="149211" y="95620"/>
                </a:cubicBezTo>
                <a:cubicBezTo>
                  <a:pt x="141957" y="95620"/>
                  <a:pt x="135747" y="92802"/>
                  <a:pt x="130581" y="87165"/>
                </a:cubicBezTo>
                <a:cubicBezTo>
                  <a:pt x="125416" y="81526"/>
                  <a:pt x="122833" y="73947"/>
                  <a:pt x="122833" y="64426"/>
                </a:cubicBezTo>
                <a:cubicBezTo>
                  <a:pt x="122833" y="54117"/>
                  <a:pt x="125482" y="46078"/>
                  <a:pt x="130779" y="40309"/>
                </a:cubicBezTo>
                <a:cubicBezTo>
                  <a:pt x="136077" y="34539"/>
                  <a:pt x="142726" y="31654"/>
                  <a:pt x="150728" y="31654"/>
                </a:cubicBezTo>
                <a:cubicBezTo>
                  <a:pt x="157498" y="31654"/>
                  <a:pt x="163059" y="33879"/>
                  <a:pt x="167412" y="38330"/>
                </a:cubicBezTo>
                <a:cubicBezTo>
                  <a:pt x="171764" y="42780"/>
                  <a:pt x="173940" y="48732"/>
                  <a:pt x="173940" y="56185"/>
                </a:cubicBezTo>
                <a:lnTo>
                  <a:pt x="132197" y="56185"/>
                </a:lnTo>
                <a:moveTo>
                  <a:pt x="132197" y="52360"/>
                </a:moveTo>
                <a:lnTo>
                  <a:pt x="160158" y="52360"/>
                </a:lnTo>
                <a:cubicBezTo>
                  <a:pt x="159938" y="48491"/>
                  <a:pt x="159476" y="45766"/>
                  <a:pt x="158773" y="44183"/>
                </a:cubicBezTo>
                <a:cubicBezTo>
                  <a:pt x="157674" y="41721"/>
                  <a:pt x="156036" y="39787"/>
                  <a:pt x="153860" y="38380"/>
                </a:cubicBezTo>
                <a:cubicBezTo>
                  <a:pt x="151684" y="36973"/>
                  <a:pt x="149409" y="36270"/>
                  <a:pt x="147035" y="36270"/>
                </a:cubicBezTo>
                <a:cubicBezTo>
                  <a:pt x="143386" y="36270"/>
                  <a:pt x="140122" y="37687"/>
                  <a:pt x="137242" y="40523"/>
                </a:cubicBezTo>
                <a:cubicBezTo>
                  <a:pt x="134362" y="43359"/>
                  <a:pt x="132681" y="47304"/>
                  <a:pt x="132197" y="52360"/>
                </a:cubicBezTo>
                <a:close/>
                <a:moveTo>
                  <a:pt x="199548" y="13453"/>
                </a:moveTo>
                <a:lnTo>
                  <a:pt x="199548" y="33368"/>
                </a:lnTo>
                <a:lnTo>
                  <a:pt x="213660" y="33368"/>
                </a:lnTo>
                <a:lnTo>
                  <a:pt x="213660" y="37984"/>
                </a:lnTo>
                <a:lnTo>
                  <a:pt x="199548" y="37984"/>
                </a:lnTo>
                <a:lnTo>
                  <a:pt x="199548" y="77102"/>
                </a:lnTo>
                <a:cubicBezTo>
                  <a:pt x="199548" y="81011"/>
                  <a:pt x="200108" y="83646"/>
                  <a:pt x="201229" y="85007"/>
                </a:cubicBezTo>
                <a:cubicBezTo>
                  <a:pt x="202351" y="86367"/>
                  <a:pt x="203790" y="87047"/>
                  <a:pt x="205549" y="87047"/>
                </a:cubicBezTo>
                <a:cubicBezTo>
                  <a:pt x="207000" y="87047"/>
                  <a:pt x="208406" y="86597"/>
                  <a:pt x="209769" y="85695"/>
                </a:cubicBezTo>
                <a:cubicBezTo>
                  <a:pt x="211132" y="84794"/>
                  <a:pt x="212187" y="83464"/>
                  <a:pt x="212935" y="81706"/>
                </a:cubicBezTo>
                <a:lnTo>
                  <a:pt x="215507" y="81706"/>
                </a:lnTo>
                <a:cubicBezTo>
                  <a:pt x="213968" y="86026"/>
                  <a:pt x="211792" y="89294"/>
                  <a:pt x="208978" y="91509"/>
                </a:cubicBezTo>
                <a:cubicBezTo>
                  <a:pt x="206164" y="93722"/>
                  <a:pt x="203263" y="94829"/>
                  <a:pt x="200273" y="94829"/>
                </a:cubicBezTo>
                <a:cubicBezTo>
                  <a:pt x="198251" y="94829"/>
                  <a:pt x="196273" y="94267"/>
                  <a:pt x="194338" y="93145"/>
                </a:cubicBezTo>
                <a:cubicBezTo>
                  <a:pt x="192404" y="92023"/>
                  <a:pt x="190975" y="90417"/>
                  <a:pt x="190052" y="88327"/>
                </a:cubicBezTo>
                <a:cubicBezTo>
                  <a:pt x="189129" y="86236"/>
                  <a:pt x="188667" y="83012"/>
                  <a:pt x="188667" y="78654"/>
                </a:cubicBezTo>
                <a:lnTo>
                  <a:pt x="188667" y="37984"/>
                </a:lnTo>
                <a:lnTo>
                  <a:pt x="179105" y="37984"/>
                </a:lnTo>
                <a:lnTo>
                  <a:pt x="179105" y="35808"/>
                </a:lnTo>
                <a:cubicBezTo>
                  <a:pt x="181523" y="34838"/>
                  <a:pt x="183996" y="33196"/>
                  <a:pt x="186524" y="30881"/>
                </a:cubicBezTo>
                <a:cubicBezTo>
                  <a:pt x="189052" y="28566"/>
                  <a:pt x="191305" y="25821"/>
                  <a:pt x="193283" y="22646"/>
                </a:cubicBezTo>
                <a:cubicBezTo>
                  <a:pt x="194294" y="20971"/>
                  <a:pt x="195701" y="17907"/>
                  <a:pt x="197504" y="13453"/>
                </a:cubicBezTo>
                <a:lnTo>
                  <a:pt x="199548" y="13453"/>
                </a:lnTo>
                <a:close/>
                <a:moveTo>
                  <a:pt x="237225" y="31654"/>
                </a:moveTo>
                <a:lnTo>
                  <a:pt x="237225" y="45238"/>
                </a:lnTo>
                <a:cubicBezTo>
                  <a:pt x="242280" y="36182"/>
                  <a:pt x="247468" y="31654"/>
                  <a:pt x="252788" y="31654"/>
                </a:cubicBezTo>
                <a:cubicBezTo>
                  <a:pt x="255206" y="31654"/>
                  <a:pt x="257206" y="32390"/>
                  <a:pt x="258789" y="33863"/>
                </a:cubicBezTo>
                <a:cubicBezTo>
                  <a:pt x="260371" y="35335"/>
                  <a:pt x="261163" y="37039"/>
                  <a:pt x="261163" y="38973"/>
                </a:cubicBezTo>
                <a:cubicBezTo>
                  <a:pt x="261163" y="40688"/>
                  <a:pt x="260591" y="42139"/>
                  <a:pt x="259448" y="43326"/>
                </a:cubicBezTo>
                <a:cubicBezTo>
                  <a:pt x="258305" y="44513"/>
                  <a:pt x="256942" y="45106"/>
                  <a:pt x="255360" y="45106"/>
                </a:cubicBezTo>
                <a:cubicBezTo>
                  <a:pt x="253821" y="45106"/>
                  <a:pt x="252095" y="44348"/>
                  <a:pt x="250183" y="42831"/>
                </a:cubicBezTo>
                <a:cubicBezTo>
                  <a:pt x="248270" y="41314"/>
                  <a:pt x="246853" y="40556"/>
                  <a:pt x="245929" y="40556"/>
                </a:cubicBezTo>
                <a:cubicBezTo>
                  <a:pt x="245138" y="40556"/>
                  <a:pt x="244281" y="40994"/>
                  <a:pt x="243358" y="41871"/>
                </a:cubicBezTo>
                <a:cubicBezTo>
                  <a:pt x="241379" y="43669"/>
                  <a:pt x="239335" y="46629"/>
                  <a:pt x="237225" y="50751"/>
                </a:cubicBezTo>
                <a:lnTo>
                  <a:pt x="237225" y="79626"/>
                </a:lnTo>
                <a:cubicBezTo>
                  <a:pt x="237225" y="82958"/>
                  <a:pt x="237642" y="85479"/>
                  <a:pt x="238478" y="87189"/>
                </a:cubicBezTo>
                <a:cubicBezTo>
                  <a:pt x="239049" y="88374"/>
                  <a:pt x="240060" y="89361"/>
                  <a:pt x="241511" y="90151"/>
                </a:cubicBezTo>
                <a:cubicBezTo>
                  <a:pt x="242962" y="90939"/>
                  <a:pt x="245050" y="91334"/>
                  <a:pt x="247776" y="91334"/>
                </a:cubicBezTo>
                <a:lnTo>
                  <a:pt x="247776" y="93774"/>
                </a:lnTo>
                <a:lnTo>
                  <a:pt x="216848" y="93774"/>
                </a:lnTo>
                <a:lnTo>
                  <a:pt x="216848" y="91334"/>
                </a:lnTo>
                <a:cubicBezTo>
                  <a:pt x="219925" y="91334"/>
                  <a:pt x="222211" y="90851"/>
                  <a:pt x="223706" y="89887"/>
                </a:cubicBezTo>
                <a:cubicBezTo>
                  <a:pt x="224805" y="89185"/>
                  <a:pt x="225574" y="88066"/>
                  <a:pt x="226014" y="86530"/>
                </a:cubicBezTo>
                <a:cubicBezTo>
                  <a:pt x="226234" y="85784"/>
                  <a:pt x="226344" y="83657"/>
                  <a:pt x="226344" y="80148"/>
                </a:cubicBezTo>
                <a:lnTo>
                  <a:pt x="226344" y="56789"/>
                </a:lnTo>
                <a:cubicBezTo>
                  <a:pt x="226344" y="49770"/>
                  <a:pt x="226201" y="45592"/>
                  <a:pt x="225915" y="44255"/>
                </a:cubicBezTo>
                <a:cubicBezTo>
                  <a:pt x="225629" y="42917"/>
                  <a:pt x="225102" y="41941"/>
                  <a:pt x="224332" y="41327"/>
                </a:cubicBezTo>
                <a:cubicBezTo>
                  <a:pt x="223563" y="40713"/>
                  <a:pt x="222607" y="40406"/>
                  <a:pt x="221464" y="40406"/>
                </a:cubicBezTo>
                <a:cubicBezTo>
                  <a:pt x="220101" y="40406"/>
                  <a:pt x="218562" y="40735"/>
                  <a:pt x="216848" y="41393"/>
                </a:cubicBezTo>
                <a:lnTo>
                  <a:pt x="216188" y="39023"/>
                </a:lnTo>
                <a:lnTo>
                  <a:pt x="234455" y="31654"/>
                </a:lnTo>
                <a:lnTo>
                  <a:pt x="237225" y="31654"/>
                </a:lnTo>
                <a:close/>
                <a:moveTo>
                  <a:pt x="298750" y="85069"/>
                </a:moveTo>
                <a:cubicBezTo>
                  <a:pt x="292551" y="89861"/>
                  <a:pt x="288660" y="92631"/>
                  <a:pt x="287077" y="93378"/>
                </a:cubicBezTo>
                <a:cubicBezTo>
                  <a:pt x="284703" y="94521"/>
                  <a:pt x="282176" y="95092"/>
                  <a:pt x="279494" y="95092"/>
                </a:cubicBezTo>
                <a:cubicBezTo>
                  <a:pt x="275317" y="95092"/>
                  <a:pt x="271877" y="93664"/>
                  <a:pt x="269173" y="90806"/>
                </a:cubicBezTo>
                <a:cubicBezTo>
                  <a:pt x="266470" y="87948"/>
                  <a:pt x="265118" y="84190"/>
                  <a:pt x="265118" y="79530"/>
                </a:cubicBezTo>
                <a:cubicBezTo>
                  <a:pt x="265118" y="76584"/>
                  <a:pt x="265777" y="74034"/>
                  <a:pt x="267096" y="71880"/>
                </a:cubicBezTo>
                <a:cubicBezTo>
                  <a:pt x="268899" y="68890"/>
                  <a:pt x="272031" y="66077"/>
                  <a:pt x="276493" y="63439"/>
                </a:cubicBezTo>
                <a:cubicBezTo>
                  <a:pt x="280956" y="60801"/>
                  <a:pt x="288374" y="57592"/>
                  <a:pt x="298750" y="53811"/>
                </a:cubicBezTo>
                <a:lnTo>
                  <a:pt x="298750" y="51437"/>
                </a:lnTo>
                <a:cubicBezTo>
                  <a:pt x="298750" y="45414"/>
                  <a:pt x="297793" y="41281"/>
                  <a:pt x="295881" y="39039"/>
                </a:cubicBezTo>
                <a:cubicBezTo>
                  <a:pt x="293969" y="36797"/>
                  <a:pt x="291188" y="35676"/>
                  <a:pt x="287539" y="35676"/>
                </a:cubicBezTo>
                <a:cubicBezTo>
                  <a:pt x="284769" y="35676"/>
                  <a:pt x="282571" y="36421"/>
                  <a:pt x="280945" y="37910"/>
                </a:cubicBezTo>
                <a:cubicBezTo>
                  <a:pt x="279274" y="39399"/>
                  <a:pt x="278439" y="41108"/>
                  <a:pt x="278439" y="43035"/>
                </a:cubicBezTo>
                <a:lnTo>
                  <a:pt x="278571" y="46846"/>
                </a:lnTo>
                <a:cubicBezTo>
                  <a:pt x="278571" y="48860"/>
                  <a:pt x="278054" y="50414"/>
                  <a:pt x="277021" y="51509"/>
                </a:cubicBezTo>
                <a:cubicBezTo>
                  <a:pt x="275988" y="52604"/>
                  <a:pt x="274636" y="53152"/>
                  <a:pt x="272965" y="53152"/>
                </a:cubicBezTo>
                <a:cubicBezTo>
                  <a:pt x="271339" y="53152"/>
                  <a:pt x="270009" y="52582"/>
                  <a:pt x="268976" y="51443"/>
                </a:cubicBezTo>
                <a:cubicBezTo>
                  <a:pt x="267942" y="50303"/>
                  <a:pt x="267426" y="48746"/>
                  <a:pt x="267426" y="46773"/>
                </a:cubicBezTo>
                <a:cubicBezTo>
                  <a:pt x="267426" y="43005"/>
                  <a:pt x="269360" y="39543"/>
                  <a:pt x="273229" y="36387"/>
                </a:cubicBezTo>
                <a:cubicBezTo>
                  <a:pt x="277098" y="33231"/>
                  <a:pt x="282527" y="31654"/>
                  <a:pt x="289517" y="31654"/>
                </a:cubicBezTo>
                <a:cubicBezTo>
                  <a:pt x="294881" y="31654"/>
                  <a:pt x="299277" y="32553"/>
                  <a:pt x="302706" y="34353"/>
                </a:cubicBezTo>
                <a:cubicBezTo>
                  <a:pt x="305300" y="35715"/>
                  <a:pt x="307213" y="37845"/>
                  <a:pt x="308444" y="40744"/>
                </a:cubicBezTo>
                <a:cubicBezTo>
                  <a:pt x="309235" y="42631"/>
                  <a:pt x="309631" y="46495"/>
                  <a:pt x="309631" y="52335"/>
                </a:cubicBezTo>
                <a:lnTo>
                  <a:pt x="309631" y="72820"/>
                </a:lnTo>
                <a:cubicBezTo>
                  <a:pt x="309631" y="78572"/>
                  <a:pt x="309740" y="82096"/>
                  <a:pt x="309960" y="83391"/>
                </a:cubicBezTo>
                <a:cubicBezTo>
                  <a:pt x="310180" y="84687"/>
                  <a:pt x="310543" y="85555"/>
                  <a:pt x="311048" y="85994"/>
                </a:cubicBezTo>
                <a:cubicBezTo>
                  <a:pt x="311554" y="86432"/>
                  <a:pt x="312136" y="86652"/>
                  <a:pt x="312796" y="86652"/>
                </a:cubicBezTo>
                <a:cubicBezTo>
                  <a:pt x="313499" y="86652"/>
                  <a:pt x="314115" y="86498"/>
                  <a:pt x="314642" y="86190"/>
                </a:cubicBezTo>
                <a:cubicBezTo>
                  <a:pt x="315566" y="85618"/>
                  <a:pt x="317346" y="84014"/>
                  <a:pt x="319984" y="81376"/>
                </a:cubicBezTo>
                <a:lnTo>
                  <a:pt x="319984" y="85069"/>
                </a:lnTo>
                <a:cubicBezTo>
                  <a:pt x="315060" y="91663"/>
                  <a:pt x="310356" y="94961"/>
                  <a:pt x="305872" y="94961"/>
                </a:cubicBezTo>
                <a:cubicBezTo>
                  <a:pt x="303718" y="94961"/>
                  <a:pt x="302003" y="94213"/>
                  <a:pt x="300728" y="92718"/>
                </a:cubicBezTo>
                <a:cubicBezTo>
                  <a:pt x="299453" y="91224"/>
                  <a:pt x="298794" y="88674"/>
                  <a:pt x="298750" y="85069"/>
                </a:cubicBezTo>
                <a:moveTo>
                  <a:pt x="298750" y="80745"/>
                </a:moveTo>
                <a:lnTo>
                  <a:pt x="298750" y="57834"/>
                </a:lnTo>
                <a:cubicBezTo>
                  <a:pt x="292111" y="60459"/>
                  <a:pt x="287825" y="62319"/>
                  <a:pt x="285890" y="63414"/>
                </a:cubicBezTo>
                <a:cubicBezTo>
                  <a:pt x="282417" y="65340"/>
                  <a:pt x="279933" y="67354"/>
                  <a:pt x="278439" y="69454"/>
                </a:cubicBezTo>
                <a:cubicBezTo>
                  <a:pt x="276944" y="71555"/>
                  <a:pt x="276197" y="73853"/>
                  <a:pt x="276197" y="76348"/>
                </a:cubicBezTo>
                <a:cubicBezTo>
                  <a:pt x="276197" y="79499"/>
                  <a:pt x="277142" y="82114"/>
                  <a:pt x="279032" y="84193"/>
                </a:cubicBezTo>
                <a:cubicBezTo>
                  <a:pt x="280923" y="86272"/>
                  <a:pt x="283099" y="87311"/>
                  <a:pt x="285561" y="87311"/>
                </a:cubicBezTo>
                <a:cubicBezTo>
                  <a:pt x="288902" y="87311"/>
                  <a:pt x="293298" y="85122"/>
                  <a:pt x="298750" y="80745"/>
                </a:cubicBezTo>
                <a:close/>
                <a:moveTo>
                  <a:pt x="339854" y="0"/>
                </a:moveTo>
                <a:cubicBezTo>
                  <a:pt x="341701" y="0"/>
                  <a:pt x="343273" y="652"/>
                  <a:pt x="344569" y="1956"/>
                </a:cubicBezTo>
                <a:cubicBezTo>
                  <a:pt x="345866" y="3258"/>
                  <a:pt x="346515" y="4837"/>
                  <a:pt x="346515" y="6693"/>
                </a:cubicBezTo>
                <a:cubicBezTo>
                  <a:pt x="346515" y="8549"/>
                  <a:pt x="345866" y="10140"/>
                  <a:pt x="344569" y="11466"/>
                </a:cubicBezTo>
                <a:cubicBezTo>
                  <a:pt x="343273" y="12791"/>
                  <a:pt x="341701" y="13453"/>
                  <a:pt x="339854" y="13453"/>
                </a:cubicBezTo>
                <a:cubicBezTo>
                  <a:pt x="338008" y="13453"/>
                  <a:pt x="336425" y="12791"/>
                  <a:pt x="335106" y="11466"/>
                </a:cubicBezTo>
                <a:cubicBezTo>
                  <a:pt x="333787" y="10140"/>
                  <a:pt x="333128" y="8549"/>
                  <a:pt x="333128" y="6693"/>
                </a:cubicBezTo>
                <a:cubicBezTo>
                  <a:pt x="333128" y="4837"/>
                  <a:pt x="333776" y="3258"/>
                  <a:pt x="335073" y="1956"/>
                </a:cubicBezTo>
                <a:cubicBezTo>
                  <a:pt x="336370" y="652"/>
                  <a:pt x="337964" y="0"/>
                  <a:pt x="339854" y="0"/>
                </a:cubicBezTo>
                <a:moveTo>
                  <a:pt x="345328" y="31654"/>
                </a:moveTo>
                <a:lnTo>
                  <a:pt x="345328" y="80082"/>
                </a:lnTo>
                <a:cubicBezTo>
                  <a:pt x="345328" y="83854"/>
                  <a:pt x="345603" y="86366"/>
                  <a:pt x="346152" y="87616"/>
                </a:cubicBezTo>
                <a:cubicBezTo>
                  <a:pt x="346702" y="88866"/>
                  <a:pt x="347515" y="89798"/>
                  <a:pt x="348592" y="90412"/>
                </a:cubicBezTo>
                <a:cubicBezTo>
                  <a:pt x="349669" y="91027"/>
                  <a:pt x="351637" y="91334"/>
                  <a:pt x="354494" y="91334"/>
                </a:cubicBezTo>
                <a:lnTo>
                  <a:pt x="354494" y="93774"/>
                </a:lnTo>
                <a:lnTo>
                  <a:pt x="325149" y="93774"/>
                </a:lnTo>
                <a:lnTo>
                  <a:pt x="325149" y="91334"/>
                </a:lnTo>
                <a:cubicBezTo>
                  <a:pt x="328094" y="91334"/>
                  <a:pt x="330073" y="91049"/>
                  <a:pt x="331084" y="90478"/>
                </a:cubicBezTo>
                <a:cubicBezTo>
                  <a:pt x="332095" y="89908"/>
                  <a:pt x="332897" y="88965"/>
                  <a:pt x="333491" y="87649"/>
                </a:cubicBezTo>
                <a:cubicBezTo>
                  <a:pt x="334084" y="86333"/>
                  <a:pt x="334381" y="83810"/>
                  <a:pt x="334381" y="80082"/>
                </a:cubicBezTo>
                <a:lnTo>
                  <a:pt x="334381" y="56855"/>
                </a:lnTo>
                <a:cubicBezTo>
                  <a:pt x="334381" y="50318"/>
                  <a:pt x="334183" y="46085"/>
                  <a:pt x="333787" y="44156"/>
                </a:cubicBezTo>
                <a:cubicBezTo>
                  <a:pt x="333480" y="42752"/>
                  <a:pt x="332996" y="41776"/>
                  <a:pt x="332337" y="41228"/>
                </a:cubicBezTo>
                <a:cubicBezTo>
                  <a:pt x="331677" y="40680"/>
                  <a:pt x="330776" y="40406"/>
                  <a:pt x="329633" y="40406"/>
                </a:cubicBezTo>
                <a:cubicBezTo>
                  <a:pt x="328402" y="40406"/>
                  <a:pt x="326907" y="40735"/>
                  <a:pt x="325149" y="41393"/>
                </a:cubicBezTo>
                <a:lnTo>
                  <a:pt x="324225" y="39023"/>
                </a:lnTo>
                <a:lnTo>
                  <a:pt x="342426" y="31654"/>
                </a:lnTo>
                <a:lnTo>
                  <a:pt x="345328" y="31654"/>
                </a:lnTo>
                <a:close/>
                <a:moveTo>
                  <a:pt x="379641" y="44447"/>
                </a:moveTo>
                <a:cubicBezTo>
                  <a:pt x="386719" y="35918"/>
                  <a:pt x="393468" y="31654"/>
                  <a:pt x="399886" y="31654"/>
                </a:cubicBezTo>
                <a:cubicBezTo>
                  <a:pt x="403184" y="31654"/>
                  <a:pt x="406019" y="32476"/>
                  <a:pt x="408393" y="34122"/>
                </a:cubicBezTo>
                <a:cubicBezTo>
                  <a:pt x="410767" y="35767"/>
                  <a:pt x="412658" y="38475"/>
                  <a:pt x="414064" y="42248"/>
                </a:cubicBezTo>
                <a:cubicBezTo>
                  <a:pt x="415032" y="44879"/>
                  <a:pt x="415515" y="48915"/>
                  <a:pt x="415515" y="54355"/>
                </a:cubicBezTo>
                <a:lnTo>
                  <a:pt x="415515" y="80082"/>
                </a:lnTo>
                <a:cubicBezTo>
                  <a:pt x="415515" y="83898"/>
                  <a:pt x="415823" y="86487"/>
                  <a:pt x="416438" y="87847"/>
                </a:cubicBezTo>
                <a:cubicBezTo>
                  <a:pt x="416922" y="88943"/>
                  <a:pt x="417702" y="89798"/>
                  <a:pt x="418779" y="90412"/>
                </a:cubicBezTo>
                <a:cubicBezTo>
                  <a:pt x="419857" y="91027"/>
                  <a:pt x="421846" y="91334"/>
                  <a:pt x="424747" y="91334"/>
                </a:cubicBezTo>
                <a:lnTo>
                  <a:pt x="424747" y="93774"/>
                </a:lnTo>
                <a:lnTo>
                  <a:pt x="394874" y="93774"/>
                </a:lnTo>
                <a:lnTo>
                  <a:pt x="394874" y="91334"/>
                </a:lnTo>
                <a:lnTo>
                  <a:pt x="396127" y="91334"/>
                </a:lnTo>
                <a:cubicBezTo>
                  <a:pt x="398941" y="91334"/>
                  <a:pt x="400908" y="90907"/>
                  <a:pt x="402029" y="90054"/>
                </a:cubicBezTo>
                <a:cubicBezTo>
                  <a:pt x="403151" y="89201"/>
                  <a:pt x="403931" y="87944"/>
                  <a:pt x="404371" y="86283"/>
                </a:cubicBezTo>
                <a:cubicBezTo>
                  <a:pt x="404546" y="85626"/>
                  <a:pt x="404634" y="83570"/>
                  <a:pt x="404634" y="80115"/>
                </a:cubicBezTo>
                <a:lnTo>
                  <a:pt x="404634" y="55511"/>
                </a:lnTo>
                <a:cubicBezTo>
                  <a:pt x="404634" y="50045"/>
                  <a:pt x="403920" y="46076"/>
                  <a:pt x="402491" y="43604"/>
                </a:cubicBezTo>
                <a:cubicBezTo>
                  <a:pt x="401062" y="41132"/>
                  <a:pt x="398655" y="39897"/>
                  <a:pt x="395270" y="39897"/>
                </a:cubicBezTo>
                <a:cubicBezTo>
                  <a:pt x="390039" y="39897"/>
                  <a:pt x="384829" y="42740"/>
                  <a:pt x="379641" y="48426"/>
                </a:cubicBezTo>
                <a:lnTo>
                  <a:pt x="379641" y="80115"/>
                </a:lnTo>
                <a:cubicBezTo>
                  <a:pt x="379641" y="84183"/>
                  <a:pt x="379883" y="86698"/>
                  <a:pt x="380367" y="87659"/>
                </a:cubicBezTo>
                <a:cubicBezTo>
                  <a:pt x="380982" y="88927"/>
                  <a:pt x="381828" y="89857"/>
                  <a:pt x="382905" y="90447"/>
                </a:cubicBezTo>
                <a:cubicBezTo>
                  <a:pt x="383983" y="91038"/>
                  <a:pt x="386170" y="91334"/>
                  <a:pt x="389467" y="91334"/>
                </a:cubicBezTo>
                <a:lnTo>
                  <a:pt x="389467" y="93774"/>
                </a:lnTo>
                <a:lnTo>
                  <a:pt x="359594" y="93774"/>
                </a:lnTo>
                <a:lnTo>
                  <a:pt x="359594" y="91334"/>
                </a:lnTo>
                <a:lnTo>
                  <a:pt x="360913" y="91334"/>
                </a:lnTo>
                <a:cubicBezTo>
                  <a:pt x="363990" y="91334"/>
                  <a:pt x="366068" y="90555"/>
                  <a:pt x="367145" y="88999"/>
                </a:cubicBezTo>
                <a:cubicBezTo>
                  <a:pt x="368222" y="87441"/>
                  <a:pt x="368760" y="84468"/>
                  <a:pt x="368760" y="80082"/>
                </a:cubicBezTo>
                <a:lnTo>
                  <a:pt x="368760" y="57710"/>
                </a:lnTo>
                <a:cubicBezTo>
                  <a:pt x="368760" y="50473"/>
                  <a:pt x="368595" y="46065"/>
                  <a:pt x="368266" y="44486"/>
                </a:cubicBezTo>
                <a:cubicBezTo>
                  <a:pt x="367936" y="42906"/>
                  <a:pt x="367430" y="41831"/>
                  <a:pt x="366749" y="41261"/>
                </a:cubicBezTo>
                <a:cubicBezTo>
                  <a:pt x="366068" y="40691"/>
                  <a:pt x="365155" y="40406"/>
                  <a:pt x="364012" y="40406"/>
                </a:cubicBezTo>
                <a:cubicBezTo>
                  <a:pt x="362781" y="40406"/>
                  <a:pt x="361309" y="40735"/>
                  <a:pt x="359594" y="41393"/>
                </a:cubicBezTo>
                <a:lnTo>
                  <a:pt x="358605" y="39023"/>
                </a:lnTo>
                <a:lnTo>
                  <a:pt x="376806" y="31654"/>
                </a:lnTo>
                <a:lnTo>
                  <a:pt x="379641" y="31654"/>
                </a:lnTo>
                <a:lnTo>
                  <a:pt x="379641" y="44447"/>
                </a:lnTo>
                <a:close/>
                <a:moveTo>
                  <a:pt x="439718" y="56185"/>
                </a:moveTo>
                <a:cubicBezTo>
                  <a:pt x="439674" y="65133"/>
                  <a:pt x="441850" y="72151"/>
                  <a:pt x="446246" y="77240"/>
                </a:cubicBezTo>
                <a:cubicBezTo>
                  <a:pt x="450642" y="82327"/>
                  <a:pt x="455808" y="84871"/>
                  <a:pt x="461743" y="84871"/>
                </a:cubicBezTo>
                <a:cubicBezTo>
                  <a:pt x="465700" y="84871"/>
                  <a:pt x="469140" y="83783"/>
                  <a:pt x="472064" y="81607"/>
                </a:cubicBezTo>
                <a:cubicBezTo>
                  <a:pt x="474987" y="79431"/>
                  <a:pt x="477438" y="75705"/>
                  <a:pt x="479416" y="70429"/>
                </a:cubicBezTo>
                <a:lnTo>
                  <a:pt x="481461" y="71748"/>
                </a:lnTo>
                <a:cubicBezTo>
                  <a:pt x="480537" y="77771"/>
                  <a:pt x="477856" y="83255"/>
                  <a:pt x="473415" y="88201"/>
                </a:cubicBezTo>
                <a:cubicBezTo>
                  <a:pt x="468975" y="93147"/>
                  <a:pt x="463414" y="95620"/>
                  <a:pt x="456731" y="95620"/>
                </a:cubicBezTo>
                <a:cubicBezTo>
                  <a:pt x="449477" y="95620"/>
                  <a:pt x="443268" y="92802"/>
                  <a:pt x="438102" y="87165"/>
                </a:cubicBezTo>
                <a:cubicBezTo>
                  <a:pt x="432936" y="81526"/>
                  <a:pt x="430353" y="73947"/>
                  <a:pt x="430353" y="64426"/>
                </a:cubicBezTo>
                <a:cubicBezTo>
                  <a:pt x="430353" y="54117"/>
                  <a:pt x="433002" y="46078"/>
                  <a:pt x="438300" y="40309"/>
                </a:cubicBezTo>
                <a:cubicBezTo>
                  <a:pt x="443597" y="34539"/>
                  <a:pt x="450247" y="31654"/>
                  <a:pt x="458248" y="31654"/>
                </a:cubicBezTo>
                <a:cubicBezTo>
                  <a:pt x="465018" y="31654"/>
                  <a:pt x="470580" y="33879"/>
                  <a:pt x="474932" y="38330"/>
                </a:cubicBezTo>
                <a:cubicBezTo>
                  <a:pt x="479284" y="42780"/>
                  <a:pt x="481461" y="48732"/>
                  <a:pt x="481461" y="56185"/>
                </a:cubicBezTo>
                <a:lnTo>
                  <a:pt x="439718" y="56185"/>
                </a:lnTo>
                <a:moveTo>
                  <a:pt x="439718" y="52360"/>
                </a:moveTo>
                <a:lnTo>
                  <a:pt x="467678" y="52360"/>
                </a:lnTo>
                <a:cubicBezTo>
                  <a:pt x="467458" y="48491"/>
                  <a:pt x="466997" y="45766"/>
                  <a:pt x="466293" y="44183"/>
                </a:cubicBezTo>
                <a:cubicBezTo>
                  <a:pt x="465194" y="41721"/>
                  <a:pt x="463557" y="39787"/>
                  <a:pt x="461380" y="38380"/>
                </a:cubicBezTo>
                <a:cubicBezTo>
                  <a:pt x="459204" y="36973"/>
                  <a:pt x="456929" y="36270"/>
                  <a:pt x="454555" y="36270"/>
                </a:cubicBezTo>
                <a:cubicBezTo>
                  <a:pt x="450906" y="36270"/>
                  <a:pt x="447642" y="37687"/>
                  <a:pt x="444762" y="40523"/>
                </a:cubicBezTo>
                <a:cubicBezTo>
                  <a:pt x="441883" y="43359"/>
                  <a:pt x="440201" y="47304"/>
                  <a:pt x="439718" y="52360"/>
                </a:cubicBezTo>
                <a:close/>
                <a:moveTo>
                  <a:pt x="532192" y="86981"/>
                </a:moveTo>
                <a:cubicBezTo>
                  <a:pt x="529247" y="90059"/>
                  <a:pt x="526367" y="92268"/>
                  <a:pt x="523554" y="93609"/>
                </a:cubicBezTo>
                <a:cubicBezTo>
                  <a:pt x="520740" y="94950"/>
                  <a:pt x="517707" y="95620"/>
                  <a:pt x="514453" y="95620"/>
                </a:cubicBezTo>
                <a:cubicBezTo>
                  <a:pt x="507859" y="95620"/>
                  <a:pt x="502100" y="92868"/>
                  <a:pt x="497176" y="87363"/>
                </a:cubicBezTo>
                <a:cubicBezTo>
                  <a:pt x="492252" y="81856"/>
                  <a:pt x="489790" y="74781"/>
                  <a:pt x="489790" y="66137"/>
                </a:cubicBezTo>
                <a:cubicBezTo>
                  <a:pt x="489790" y="57494"/>
                  <a:pt x="492516" y="49586"/>
                  <a:pt x="497967" y="42413"/>
                </a:cubicBezTo>
                <a:cubicBezTo>
                  <a:pt x="503419" y="35240"/>
                  <a:pt x="510431" y="31654"/>
                  <a:pt x="519003" y="31654"/>
                </a:cubicBezTo>
                <a:cubicBezTo>
                  <a:pt x="524323" y="31654"/>
                  <a:pt x="528719" y="33346"/>
                  <a:pt x="532192" y="36731"/>
                </a:cubicBezTo>
                <a:lnTo>
                  <a:pt x="532192" y="25562"/>
                </a:lnTo>
                <a:cubicBezTo>
                  <a:pt x="532192" y="18631"/>
                  <a:pt x="532028" y="14370"/>
                  <a:pt x="531698" y="12781"/>
                </a:cubicBezTo>
                <a:cubicBezTo>
                  <a:pt x="531368" y="11191"/>
                  <a:pt x="530852" y="10110"/>
                  <a:pt x="530148" y="9537"/>
                </a:cubicBezTo>
                <a:cubicBezTo>
                  <a:pt x="529445" y="8963"/>
                  <a:pt x="528565" y="8676"/>
                  <a:pt x="527510" y="8676"/>
                </a:cubicBezTo>
                <a:cubicBezTo>
                  <a:pt x="526367" y="8676"/>
                  <a:pt x="524851" y="9029"/>
                  <a:pt x="522960" y="9735"/>
                </a:cubicBezTo>
                <a:lnTo>
                  <a:pt x="522103" y="7417"/>
                </a:lnTo>
                <a:lnTo>
                  <a:pt x="540106" y="0"/>
                </a:lnTo>
                <a:lnTo>
                  <a:pt x="543073" y="0"/>
                </a:lnTo>
                <a:lnTo>
                  <a:pt x="543073" y="69836"/>
                </a:lnTo>
                <a:cubicBezTo>
                  <a:pt x="543073" y="76914"/>
                  <a:pt x="543238" y="81233"/>
                  <a:pt x="543568" y="82794"/>
                </a:cubicBezTo>
                <a:cubicBezTo>
                  <a:pt x="543898" y="84354"/>
                  <a:pt x="544425" y="85443"/>
                  <a:pt x="545151" y="86058"/>
                </a:cubicBezTo>
                <a:cubicBezTo>
                  <a:pt x="545876" y="86674"/>
                  <a:pt x="546722" y="86981"/>
                  <a:pt x="547690" y="86981"/>
                </a:cubicBezTo>
                <a:cubicBezTo>
                  <a:pt x="548877" y="86981"/>
                  <a:pt x="550459" y="86608"/>
                  <a:pt x="552438" y="85860"/>
                </a:cubicBezTo>
                <a:lnTo>
                  <a:pt x="553163" y="88168"/>
                </a:lnTo>
                <a:lnTo>
                  <a:pt x="535226" y="95620"/>
                </a:lnTo>
                <a:lnTo>
                  <a:pt x="532192" y="95620"/>
                </a:lnTo>
                <a:lnTo>
                  <a:pt x="532192" y="86981"/>
                </a:lnTo>
                <a:moveTo>
                  <a:pt x="532192" y="82380"/>
                </a:moveTo>
                <a:lnTo>
                  <a:pt x="532192" y="51332"/>
                </a:lnTo>
                <a:cubicBezTo>
                  <a:pt x="531929" y="48349"/>
                  <a:pt x="531137" y="45630"/>
                  <a:pt x="529818" y="43175"/>
                </a:cubicBezTo>
                <a:cubicBezTo>
                  <a:pt x="528500" y="40719"/>
                  <a:pt x="526752" y="38866"/>
                  <a:pt x="524576" y="37617"/>
                </a:cubicBezTo>
                <a:cubicBezTo>
                  <a:pt x="522400" y="36367"/>
                  <a:pt x="520278" y="35742"/>
                  <a:pt x="518212" y="35742"/>
                </a:cubicBezTo>
                <a:cubicBezTo>
                  <a:pt x="514343" y="35742"/>
                  <a:pt x="510892" y="37475"/>
                  <a:pt x="507859" y="40939"/>
                </a:cubicBezTo>
                <a:cubicBezTo>
                  <a:pt x="503858" y="45499"/>
                  <a:pt x="501858" y="52164"/>
                  <a:pt x="501858" y="60935"/>
                </a:cubicBezTo>
                <a:cubicBezTo>
                  <a:pt x="501858" y="69794"/>
                  <a:pt x="503792" y="76581"/>
                  <a:pt x="507661" y="81296"/>
                </a:cubicBezTo>
                <a:cubicBezTo>
                  <a:pt x="511530" y="86009"/>
                  <a:pt x="515838" y="88366"/>
                  <a:pt x="520586" y="88366"/>
                </a:cubicBezTo>
                <a:cubicBezTo>
                  <a:pt x="524587" y="88366"/>
                  <a:pt x="528456" y="86371"/>
                  <a:pt x="532192" y="82380"/>
                </a:cubicBezTo>
                <a:close/>
                <a:moveTo>
                  <a:pt x="710490" y="4352"/>
                </a:moveTo>
                <a:lnTo>
                  <a:pt x="710490" y="6792"/>
                </a:lnTo>
                <a:cubicBezTo>
                  <a:pt x="708160" y="6792"/>
                  <a:pt x="706270" y="7210"/>
                  <a:pt x="704819" y="8045"/>
                </a:cubicBezTo>
                <a:cubicBezTo>
                  <a:pt x="703368" y="8879"/>
                  <a:pt x="701983" y="10439"/>
                  <a:pt x="700665" y="12723"/>
                </a:cubicBezTo>
                <a:cubicBezTo>
                  <a:pt x="699785" y="14261"/>
                  <a:pt x="698400" y="17929"/>
                  <a:pt x="696510" y="23728"/>
                </a:cubicBezTo>
                <a:lnTo>
                  <a:pt x="671583" y="95752"/>
                </a:lnTo>
                <a:lnTo>
                  <a:pt x="668945" y="95752"/>
                </a:lnTo>
                <a:lnTo>
                  <a:pt x="648568" y="38619"/>
                </a:lnTo>
                <a:lnTo>
                  <a:pt x="628323" y="95752"/>
                </a:lnTo>
                <a:lnTo>
                  <a:pt x="625949" y="95752"/>
                </a:lnTo>
                <a:lnTo>
                  <a:pt x="599373" y="21554"/>
                </a:lnTo>
                <a:cubicBezTo>
                  <a:pt x="597395" y="16018"/>
                  <a:pt x="596142" y="12745"/>
                  <a:pt x="595614" y="11734"/>
                </a:cubicBezTo>
                <a:cubicBezTo>
                  <a:pt x="594735" y="10065"/>
                  <a:pt x="593537" y="8824"/>
                  <a:pt x="592020" y="8012"/>
                </a:cubicBezTo>
                <a:cubicBezTo>
                  <a:pt x="590504" y="7199"/>
                  <a:pt x="588448" y="6792"/>
                  <a:pt x="585855" y="6792"/>
                </a:cubicBezTo>
                <a:lnTo>
                  <a:pt x="585855" y="4352"/>
                </a:lnTo>
                <a:lnTo>
                  <a:pt x="618959" y="4352"/>
                </a:lnTo>
                <a:lnTo>
                  <a:pt x="618959" y="6792"/>
                </a:lnTo>
                <a:lnTo>
                  <a:pt x="617376" y="6792"/>
                </a:lnTo>
                <a:cubicBezTo>
                  <a:pt x="615046" y="6792"/>
                  <a:pt x="613266" y="7320"/>
                  <a:pt x="612035" y="8375"/>
                </a:cubicBezTo>
                <a:cubicBezTo>
                  <a:pt x="610804" y="9429"/>
                  <a:pt x="610188" y="10702"/>
                  <a:pt x="610188" y="12196"/>
                </a:cubicBezTo>
                <a:cubicBezTo>
                  <a:pt x="610188" y="13733"/>
                  <a:pt x="611155" y="17269"/>
                  <a:pt x="613090" y="22805"/>
                </a:cubicBezTo>
                <a:lnTo>
                  <a:pt x="630697" y="72952"/>
                </a:lnTo>
                <a:lnTo>
                  <a:pt x="645535" y="30316"/>
                </a:lnTo>
                <a:lnTo>
                  <a:pt x="642897" y="22805"/>
                </a:lnTo>
                <a:lnTo>
                  <a:pt x="640787" y="16808"/>
                </a:lnTo>
                <a:cubicBezTo>
                  <a:pt x="639863" y="14611"/>
                  <a:pt x="638830" y="12678"/>
                  <a:pt x="637687" y="11009"/>
                </a:cubicBezTo>
                <a:cubicBezTo>
                  <a:pt x="637116" y="10175"/>
                  <a:pt x="636412" y="9472"/>
                  <a:pt x="635577" y="8901"/>
                </a:cubicBezTo>
                <a:cubicBezTo>
                  <a:pt x="634478" y="8111"/>
                  <a:pt x="633379" y="7540"/>
                  <a:pt x="632280" y="7188"/>
                </a:cubicBezTo>
                <a:cubicBezTo>
                  <a:pt x="631444" y="6924"/>
                  <a:pt x="630126" y="6792"/>
                  <a:pt x="628323" y="6792"/>
                </a:cubicBezTo>
                <a:lnTo>
                  <a:pt x="628323" y="4352"/>
                </a:lnTo>
                <a:lnTo>
                  <a:pt x="663142" y="4352"/>
                </a:lnTo>
                <a:lnTo>
                  <a:pt x="663142" y="6792"/>
                </a:lnTo>
                <a:lnTo>
                  <a:pt x="660768" y="6792"/>
                </a:lnTo>
                <a:cubicBezTo>
                  <a:pt x="658306" y="6792"/>
                  <a:pt x="656503" y="7320"/>
                  <a:pt x="655360" y="8375"/>
                </a:cubicBezTo>
                <a:cubicBezTo>
                  <a:pt x="654217" y="9429"/>
                  <a:pt x="653646" y="10856"/>
                  <a:pt x="653646" y="12657"/>
                </a:cubicBezTo>
                <a:cubicBezTo>
                  <a:pt x="653646" y="14898"/>
                  <a:pt x="654635" y="18808"/>
                  <a:pt x="656613" y="24387"/>
                </a:cubicBezTo>
                <a:lnTo>
                  <a:pt x="673759" y="72952"/>
                </a:lnTo>
                <a:lnTo>
                  <a:pt x="690773" y="23728"/>
                </a:lnTo>
                <a:cubicBezTo>
                  <a:pt x="692707" y="18280"/>
                  <a:pt x="693674" y="14502"/>
                  <a:pt x="693674" y="12394"/>
                </a:cubicBezTo>
                <a:cubicBezTo>
                  <a:pt x="693674" y="11384"/>
                  <a:pt x="693356" y="10439"/>
                  <a:pt x="692718" y="9560"/>
                </a:cubicBezTo>
                <a:cubicBezTo>
                  <a:pt x="692081" y="8681"/>
                  <a:pt x="691278" y="8066"/>
                  <a:pt x="690311" y="7716"/>
                </a:cubicBezTo>
                <a:cubicBezTo>
                  <a:pt x="688641" y="7100"/>
                  <a:pt x="686464" y="6792"/>
                  <a:pt x="683783" y="6792"/>
                </a:cubicBezTo>
                <a:lnTo>
                  <a:pt x="683783" y="4352"/>
                </a:lnTo>
                <a:lnTo>
                  <a:pt x="710490" y="4352"/>
                </a:lnTo>
                <a:close/>
                <a:moveTo>
                  <a:pt x="715106" y="56185"/>
                </a:moveTo>
                <a:cubicBezTo>
                  <a:pt x="715062" y="65133"/>
                  <a:pt x="717238" y="72151"/>
                  <a:pt x="721635" y="77240"/>
                </a:cubicBezTo>
                <a:cubicBezTo>
                  <a:pt x="726031" y="82327"/>
                  <a:pt x="731197" y="84871"/>
                  <a:pt x="737132" y="84871"/>
                </a:cubicBezTo>
                <a:cubicBezTo>
                  <a:pt x="741088" y="84871"/>
                  <a:pt x="744528" y="83783"/>
                  <a:pt x="747452" y="81607"/>
                </a:cubicBezTo>
                <a:cubicBezTo>
                  <a:pt x="750376" y="79431"/>
                  <a:pt x="752826" y="75705"/>
                  <a:pt x="754805" y="70429"/>
                </a:cubicBezTo>
                <a:lnTo>
                  <a:pt x="756849" y="71748"/>
                </a:lnTo>
                <a:cubicBezTo>
                  <a:pt x="755926" y="77771"/>
                  <a:pt x="753244" y="83255"/>
                  <a:pt x="748804" y="88201"/>
                </a:cubicBezTo>
                <a:cubicBezTo>
                  <a:pt x="744364" y="93147"/>
                  <a:pt x="738802" y="95620"/>
                  <a:pt x="732120" y="95620"/>
                </a:cubicBezTo>
                <a:cubicBezTo>
                  <a:pt x="724866" y="95620"/>
                  <a:pt x="718656" y="92802"/>
                  <a:pt x="713490" y="87165"/>
                </a:cubicBezTo>
                <a:cubicBezTo>
                  <a:pt x="708325" y="81526"/>
                  <a:pt x="705742" y="73947"/>
                  <a:pt x="705742" y="64426"/>
                </a:cubicBezTo>
                <a:cubicBezTo>
                  <a:pt x="705742" y="54117"/>
                  <a:pt x="708391" y="46078"/>
                  <a:pt x="713688" y="40309"/>
                </a:cubicBezTo>
                <a:cubicBezTo>
                  <a:pt x="718986" y="34539"/>
                  <a:pt x="725635" y="31654"/>
                  <a:pt x="733637" y="31654"/>
                </a:cubicBezTo>
                <a:cubicBezTo>
                  <a:pt x="740407" y="31654"/>
                  <a:pt x="745968" y="33879"/>
                  <a:pt x="750321" y="38330"/>
                </a:cubicBezTo>
                <a:cubicBezTo>
                  <a:pt x="754673" y="42780"/>
                  <a:pt x="756849" y="48732"/>
                  <a:pt x="756849" y="56185"/>
                </a:cubicBezTo>
                <a:lnTo>
                  <a:pt x="715106" y="56185"/>
                </a:lnTo>
                <a:moveTo>
                  <a:pt x="715106" y="52360"/>
                </a:moveTo>
                <a:lnTo>
                  <a:pt x="743067" y="52360"/>
                </a:lnTo>
                <a:cubicBezTo>
                  <a:pt x="742847" y="48491"/>
                  <a:pt x="742385" y="45766"/>
                  <a:pt x="741682" y="44183"/>
                </a:cubicBezTo>
                <a:cubicBezTo>
                  <a:pt x="740583" y="41721"/>
                  <a:pt x="738945" y="39787"/>
                  <a:pt x="736769" y="38380"/>
                </a:cubicBezTo>
                <a:cubicBezTo>
                  <a:pt x="734593" y="36973"/>
                  <a:pt x="732318" y="36270"/>
                  <a:pt x="729944" y="36270"/>
                </a:cubicBezTo>
                <a:cubicBezTo>
                  <a:pt x="726295" y="36270"/>
                  <a:pt x="723030" y="37687"/>
                  <a:pt x="720151" y="40523"/>
                </a:cubicBezTo>
                <a:cubicBezTo>
                  <a:pt x="717271" y="43359"/>
                  <a:pt x="715590" y="47304"/>
                  <a:pt x="715106" y="52360"/>
                </a:cubicBezTo>
                <a:close/>
                <a:moveTo>
                  <a:pt x="780280" y="0"/>
                </a:moveTo>
                <a:cubicBezTo>
                  <a:pt x="782126" y="0"/>
                  <a:pt x="783698" y="652"/>
                  <a:pt x="784995" y="1956"/>
                </a:cubicBezTo>
                <a:cubicBezTo>
                  <a:pt x="786292" y="3258"/>
                  <a:pt x="786940" y="4837"/>
                  <a:pt x="786940" y="6693"/>
                </a:cubicBezTo>
                <a:cubicBezTo>
                  <a:pt x="786940" y="8549"/>
                  <a:pt x="786292" y="10140"/>
                  <a:pt x="784995" y="11466"/>
                </a:cubicBezTo>
                <a:cubicBezTo>
                  <a:pt x="783698" y="12791"/>
                  <a:pt x="782126" y="13453"/>
                  <a:pt x="780280" y="13453"/>
                </a:cubicBezTo>
                <a:cubicBezTo>
                  <a:pt x="778433" y="13453"/>
                  <a:pt x="776851" y="12791"/>
                  <a:pt x="775532" y="11466"/>
                </a:cubicBezTo>
                <a:cubicBezTo>
                  <a:pt x="774213" y="10140"/>
                  <a:pt x="773553" y="8549"/>
                  <a:pt x="773553" y="6693"/>
                </a:cubicBezTo>
                <a:cubicBezTo>
                  <a:pt x="773553" y="4837"/>
                  <a:pt x="774202" y="3258"/>
                  <a:pt x="775499" y="1956"/>
                </a:cubicBezTo>
                <a:cubicBezTo>
                  <a:pt x="776796" y="652"/>
                  <a:pt x="778389" y="0"/>
                  <a:pt x="780280" y="0"/>
                </a:cubicBezTo>
                <a:moveTo>
                  <a:pt x="785753" y="31654"/>
                </a:moveTo>
                <a:lnTo>
                  <a:pt x="785753" y="80082"/>
                </a:lnTo>
                <a:cubicBezTo>
                  <a:pt x="785753" y="83854"/>
                  <a:pt x="786028" y="86366"/>
                  <a:pt x="786577" y="87616"/>
                </a:cubicBezTo>
                <a:cubicBezTo>
                  <a:pt x="787127" y="88866"/>
                  <a:pt x="787940" y="89798"/>
                  <a:pt x="789017" y="90412"/>
                </a:cubicBezTo>
                <a:cubicBezTo>
                  <a:pt x="790095" y="91027"/>
                  <a:pt x="792062" y="91334"/>
                  <a:pt x="794919" y="91334"/>
                </a:cubicBezTo>
                <a:lnTo>
                  <a:pt x="794919" y="93774"/>
                </a:lnTo>
                <a:lnTo>
                  <a:pt x="765574" y="93774"/>
                </a:lnTo>
                <a:lnTo>
                  <a:pt x="765574" y="91334"/>
                </a:lnTo>
                <a:cubicBezTo>
                  <a:pt x="768520" y="91334"/>
                  <a:pt x="770498" y="91049"/>
                  <a:pt x="771509" y="90478"/>
                </a:cubicBezTo>
                <a:cubicBezTo>
                  <a:pt x="772520" y="89908"/>
                  <a:pt x="773323" y="88965"/>
                  <a:pt x="773916" y="87649"/>
                </a:cubicBezTo>
                <a:cubicBezTo>
                  <a:pt x="774510" y="86333"/>
                  <a:pt x="774806" y="83810"/>
                  <a:pt x="774806" y="80082"/>
                </a:cubicBezTo>
                <a:lnTo>
                  <a:pt x="774806" y="56855"/>
                </a:lnTo>
                <a:cubicBezTo>
                  <a:pt x="774806" y="50318"/>
                  <a:pt x="774608" y="46085"/>
                  <a:pt x="774213" y="44156"/>
                </a:cubicBezTo>
                <a:cubicBezTo>
                  <a:pt x="773905" y="42752"/>
                  <a:pt x="773421" y="41776"/>
                  <a:pt x="772762" y="41228"/>
                </a:cubicBezTo>
                <a:cubicBezTo>
                  <a:pt x="772103" y="40680"/>
                  <a:pt x="771201" y="40406"/>
                  <a:pt x="770058" y="40406"/>
                </a:cubicBezTo>
                <a:cubicBezTo>
                  <a:pt x="768827" y="40406"/>
                  <a:pt x="767333" y="40735"/>
                  <a:pt x="765574" y="41393"/>
                </a:cubicBezTo>
                <a:lnTo>
                  <a:pt x="764651" y="39023"/>
                </a:lnTo>
                <a:lnTo>
                  <a:pt x="782852" y="31654"/>
                </a:lnTo>
                <a:lnTo>
                  <a:pt x="785753" y="31654"/>
                </a:lnTo>
                <a:close/>
                <a:moveTo>
                  <a:pt x="818617" y="71762"/>
                </a:moveTo>
                <a:cubicBezTo>
                  <a:pt x="814924" y="69963"/>
                  <a:pt x="812088" y="67449"/>
                  <a:pt x="810110" y="64222"/>
                </a:cubicBezTo>
                <a:cubicBezTo>
                  <a:pt x="808132" y="60995"/>
                  <a:pt x="807142" y="57427"/>
                  <a:pt x="807142" y="53518"/>
                </a:cubicBezTo>
                <a:cubicBezTo>
                  <a:pt x="807142" y="47548"/>
                  <a:pt x="809396" y="42411"/>
                  <a:pt x="813902" y="38108"/>
                </a:cubicBezTo>
                <a:cubicBezTo>
                  <a:pt x="818408" y="33805"/>
                  <a:pt x="824178" y="31654"/>
                  <a:pt x="831212" y="31654"/>
                </a:cubicBezTo>
                <a:cubicBezTo>
                  <a:pt x="836972" y="31654"/>
                  <a:pt x="841961" y="33060"/>
                  <a:pt x="846182" y="35874"/>
                </a:cubicBezTo>
                <a:lnTo>
                  <a:pt x="858975" y="35874"/>
                </a:lnTo>
                <a:cubicBezTo>
                  <a:pt x="860866" y="35874"/>
                  <a:pt x="861965" y="35928"/>
                  <a:pt x="862272" y="36037"/>
                </a:cubicBezTo>
                <a:cubicBezTo>
                  <a:pt x="862580" y="36145"/>
                  <a:pt x="862800" y="36330"/>
                  <a:pt x="862932" y="36591"/>
                </a:cubicBezTo>
                <a:cubicBezTo>
                  <a:pt x="863196" y="36983"/>
                  <a:pt x="863327" y="37679"/>
                  <a:pt x="863327" y="38679"/>
                </a:cubicBezTo>
                <a:cubicBezTo>
                  <a:pt x="863327" y="39808"/>
                  <a:pt x="863218" y="40590"/>
                  <a:pt x="862998" y="41026"/>
                </a:cubicBezTo>
                <a:cubicBezTo>
                  <a:pt x="862866" y="41243"/>
                  <a:pt x="862635" y="41417"/>
                  <a:pt x="862305" y="41547"/>
                </a:cubicBezTo>
                <a:cubicBezTo>
                  <a:pt x="861976" y="41678"/>
                  <a:pt x="860866" y="41743"/>
                  <a:pt x="858975" y="41743"/>
                </a:cubicBezTo>
                <a:lnTo>
                  <a:pt x="851128" y="41743"/>
                </a:lnTo>
                <a:cubicBezTo>
                  <a:pt x="853590" y="44915"/>
                  <a:pt x="854821" y="48968"/>
                  <a:pt x="854821" y="53902"/>
                </a:cubicBezTo>
                <a:cubicBezTo>
                  <a:pt x="854821" y="59540"/>
                  <a:pt x="852666" y="64364"/>
                  <a:pt x="848358" y="68372"/>
                </a:cubicBezTo>
                <a:cubicBezTo>
                  <a:pt x="844050" y="72381"/>
                  <a:pt x="838268" y="74386"/>
                  <a:pt x="831015" y="74386"/>
                </a:cubicBezTo>
                <a:cubicBezTo>
                  <a:pt x="828025" y="74386"/>
                  <a:pt x="824970" y="73937"/>
                  <a:pt x="821848" y="73040"/>
                </a:cubicBezTo>
                <a:cubicBezTo>
                  <a:pt x="819914" y="74709"/>
                  <a:pt x="818606" y="76170"/>
                  <a:pt x="817924" y="77423"/>
                </a:cubicBezTo>
                <a:cubicBezTo>
                  <a:pt x="817243" y="78675"/>
                  <a:pt x="816902" y="79740"/>
                  <a:pt x="816902" y="80618"/>
                </a:cubicBezTo>
                <a:cubicBezTo>
                  <a:pt x="816902" y="81365"/>
                  <a:pt x="817265" y="82090"/>
                  <a:pt x="817990" y="82794"/>
                </a:cubicBezTo>
                <a:cubicBezTo>
                  <a:pt x="818716" y="83496"/>
                  <a:pt x="820134" y="84001"/>
                  <a:pt x="822244" y="84308"/>
                </a:cubicBezTo>
                <a:cubicBezTo>
                  <a:pt x="823475" y="84484"/>
                  <a:pt x="826552" y="84638"/>
                  <a:pt x="831476" y="84770"/>
                </a:cubicBezTo>
                <a:cubicBezTo>
                  <a:pt x="840533" y="84989"/>
                  <a:pt x="846402" y="85296"/>
                  <a:pt x="849083" y="85691"/>
                </a:cubicBezTo>
                <a:cubicBezTo>
                  <a:pt x="853172" y="86263"/>
                  <a:pt x="856436" y="87779"/>
                  <a:pt x="858876" y="90239"/>
                </a:cubicBezTo>
                <a:cubicBezTo>
                  <a:pt x="861316" y="92699"/>
                  <a:pt x="862536" y="95729"/>
                  <a:pt x="862536" y="99332"/>
                </a:cubicBezTo>
                <a:cubicBezTo>
                  <a:pt x="862536" y="104295"/>
                  <a:pt x="860206" y="108952"/>
                  <a:pt x="855546" y="113302"/>
                </a:cubicBezTo>
                <a:cubicBezTo>
                  <a:pt x="848688" y="119715"/>
                  <a:pt x="839741" y="122921"/>
                  <a:pt x="828706" y="122921"/>
                </a:cubicBezTo>
                <a:cubicBezTo>
                  <a:pt x="820222" y="122921"/>
                  <a:pt x="813056" y="121012"/>
                  <a:pt x="807208" y="117192"/>
                </a:cubicBezTo>
                <a:cubicBezTo>
                  <a:pt x="803911" y="114997"/>
                  <a:pt x="802263" y="112714"/>
                  <a:pt x="802263" y="110342"/>
                </a:cubicBezTo>
                <a:cubicBezTo>
                  <a:pt x="802263" y="109290"/>
                  <a:pt x="802504" y="108237"/>
                  <a:pt x="802988" y="107183"/>
                </a:cubicBezTo>
                <a:cubicBezTo>
                  <a:pt x="803735" y="105558"/>
                  <a:pt x="805274" y="103296"/>
                  <a:pt x="807604" y="100399"/>
                </a:cubicBezTo>
                <a:cubicBezTo>
                  <a:pt x="807912" y="100005"/>
                  <a:pt x="810154" y="97634"/>
                  <a:pt x="814330" y="93287"/>
                </a:cubicBezTo>
                <a:cubicBezTo>
                  <a:pt x="812044" y="91923"/>
                  <a:pt x="810429" y="90702"/>
                  <a:pt x="809484" y="89623"/>
                </a:cubicBezTo>
                <a:cubicBezTo>
                  <a:pt x="808538" y="88545"/>
                  <a:pt x="808066" y="87323"/>
                  <a:pt x="808066" y="85959"/>
                </a:cubicBezTo>
                <a:cubicBezTo>
                  <a:pt x="808066" y="84418"/>
                  <a:pt x="808692" y="82612"/>
                  <a:pt x="809945" y="80543"/>
                </a:cubicBezTo>
                <a:cubicBezTo>
                  <a:pt x="811198" y="78474"/>
                  <a:pt x="814089" y="75547"/>
                  <a:pt x="818617" y="71762"/>
                </a:cubicBezTo>
                <a:moveTo>
                  <a:pt x="830091" y="34951"/>
                </a:moveTo>
                <a:cubicBezTo>
                  <a:pt x="826838" y="34951"/>
                  <a:pt x="824112" y="36241"/>
                  <a:pt x="821914" y="38821"/>
                </a:cubicBezTo>
                <a:cubicBezTo>
                  <a:pt x="819716" y="41400"/>
                  <a:pt x="818617" y="45356"/>
                  <a:pt x="818617" y="50691"/>
                </a:cubicBezTo>
                <a:cubicBezTo>
                  <a:pt x="818617" y="57600"/>
                  <a:pt x="820112" y="62956"/>
                  <a:pt x="823101" y="66759"/>
                </a:cubicBezTo>
                <a:cubicBezTo>
                  <a:pt x="825387" y="69645"/>
                  <a:pt x="828289" y="71089"/>
                  <a:pt x="831806" y="71089"/>
                </a:cubicBezTo>
                <a:cubicBezTo>
                  <a:pt x="835147" y="71089"/>
                  <a:pt x="837895" y="69842"/>
                  <a:pt x="840049" y="67350"/>
                </a:cubicBezTo>
                <a:cubicBezTo>
                  <a:pt x="842203" y="64858"/>
                  <a:pt x="843280" y="60945"/>
                  <a:pt x="843280" y="55610"/>
                </a:cubicBezTo>
                <a:cubicBezTo>
                  <a:pt x="843280" y="48658"/>
                  <a:pt x="841764" y="43214"/>
                  <a:pt x="838730" y="39278"/>
                </a:cubicBezTo>
                <a:cubicBezTo>
                  <a:pt x="836488" y="36393"/>
                  <a:pt x="833608" y="34951"/>
                  <a:pt x="830091" y="34951"/>
                </a:cubicBezTo>
                <a:moveTo>
                  <a:pt x="817957" y="93813"/>
                </a:moveTo>
                <a:cubicBezTo>
                  <a:pt x="815891" y="96051"/>
                  <a:pt x="814330" y="98135"/>
                  <a:pt x="813275" y="100065"/>
                </a:cubicBezTo>
                <a:cubicBezTo>
                  <a:pt x="812220" y="101997"/>
                  <a:pt x="811693" y="103775"/>
                  <a:pt x="811693" y="105398"/>
                </a:cubicBezTo>
                <a:cubicBezTo>
                  <a:pt x="811693" y="107505"/>
                  <a:pt x="812968" y="109348"/>
                  <a:pt x="815517" y="110927"/>
                </a:cubicBezTo>
                <a:cubicBezTo>
                  <a:pt x="819914" y="113648"/>
                  <a:pt x="826266" y="115008"/>
                  <a:pt x="834576" y="115008"/>
                </a:cubicBezTo>
                <a:cubicBezTo>
                  <a:pt x="842489" y="115008"/>
                  <a:pt x="848325" y="113614"/>
                  <a:pt x="852084" y="110827"/>
                </a:cubicBezTo>
                <a:cubicBezTo>
                  <a:pt x="855843" y="108040"/>
                  <a:pt x="857722" y="105068"/>
                  <a:pt x="857722" y="101910"/>
                </a:cubicBezTo>
                <a:cubicBezTo>
                  <a:pt x="857722" y="99628"/>
                  <a:pt x="856601" y="98004"/>
                  <a:pt x="854359" y="97038"/>
                </a:cubicBezTo>
                <a:cubicBezTo>
                  <a:pt x="852073" y="96072"/>
                  <a:pt x="847545" y="95502"/>
                  <a:pt x="840774" y="95327"/>
                </a:cubicBezTo>
                <a:cubicBezTo>
                  <a:pt x="830883" y="95064"/>
                  <a:pt x="823277" y="94559"/>
                  <a:pt x="817957" y="93813"/>
                </a:cubicBezTo>
                <a:close/>
                <a:moveTo>
                  <a:pt x="887727" y="0"/>
                </a:moveTo>
                <a:lnTo>
                  <a:pt x="887727" y="44249"/>
                </a:lnTo>
                <a:cubicBezTo>
                  <a:pt x="892607" y="38885"/>
                  <a:pt x="896476" y="35445"/>
                  <a:pt x="899333" y="33929"/>
                </a:cubicBezTo>
                <a:cubicBezTo>
                  <a:pt x="902191" y="32412"/>
                  <a:pt x="905048" y="31654"/>
                  <a:pt x="907906" y="31654"/>
                </a:cubicBezTo>
                <a:cubicBezTo>
                  <a:pt x="911335" y="31654"/>
                  <a:pt x="914281" y="32597"/>
                  <a:pt x="916743" y="34483"/>
                </a:cubicBezTo>
                <a:cubicBezTo>
                  <a:pt x="919205" y="36369"/>
                  <a:pt x="921029" y="39330"/>
                  <a:pt x="922216" y="43365"/>
                </a:cubicBezTo>
                <a:cubicBezTo>
                  <a:pt x="923051" y="46173"/>
                  <a:pt x="923469" y="51306"/>
                  <a:pt x="923469" y="58763"/>
                </a:cubicBezTo>
                <a:lnTo>
                  <a:pt x="923469" y="80082"/>
                </a:lnTo>
                <a:cubicBezTo>
                  <a:pt x="923469" y="83898"/>
                  <a:pt x="923777" y="86509"/>
                  <a:pt x="924392" y="87913"/>
                </a:cubicBezTo>
                <a:cubicBezTo>
                  <a:pt x="924832" y="88965"/>
                  <a:pt x="925579" y="89798"/>
                  <a:pt x="926634" y="90412"/>
                </a:cubicBezTo>
                <a:cubicBezTo>
                  <a:pt x="927689" y="91027"/>
                  <a:pt x="929624" y="91334"/>
                  <a:pt x="932437" y="91334"/>
                </a:cubicBezTo>
                <a:lnTo>
                  <a:pt x="932437" y="93774"/>
                </a:lnTo>
                <a:lnTo>
                  <a:pt x="902762" y="93774"/>
                </a:lnTo>
                <a:lnTo>
                  <a:pt x="902762" y="91334"/>
                </a:lnTo>
                <a:lnTo>
                  <a:pt x="904147" y="91334"/>
                </a:lnTo>
                <a:cubicBezTo>
                  <a:pt x="906961" y="91334"/>
                  <a:pt x="908917" y="90905"/>
                  <a:pt x="910016" y="90048"/>
                </a:cubicBezTo>
                <a:cubicBezTo>
                  <a:pt x="911115" y="89190"/>
                  <a:pt x="911885" y="87926"/>
                  <a:pt x="912324" y="86256"/>
                </a:cubicBezTo>
                <a:cubicBezTo>
                  <a:pt x="912456" y="85552"/>
                  <a:pt x="912522" y="83486"/>
                  <a:pt x="912522" y="80057"/>
                </a:cubicBezTo>
                <a:lnTo>
                  <a:pt x="912522" y="58691"/>
                </a:lnTo>
                <a:cubicBezTo>
                  <a:pt x="912522" y="52096"/>
                  <a:pt x="912181" y="47766"/>
                  <a:pt x="911500" y="45700"/>
                </a:cubicBezTo>
                <a:cubicBezTo>
                  <a:pt x="910819" y="43634"/>
                  <a:pt x="909730" y="42084"/>
                  <a:pt x="908236" y="41051"/>
                </a:cubicBezTo>
                <a:cubicBezTo>
                  <a:pt x="906741" y="40018"/>
                  <a:pt x="904938" y="39501"/>
                  <a:pt x="902828" y="39501"/>
                </a:cubicBezTo>
                <a:cubicBezTo>
                  <a:pt x="900674" y="39501"/>
                  <a:pt x="898432" y="40072"/>
                  <a:pt x="896102" y="41216"/>
                </a:cubicBezTo>
                <a:cubicBezTo>
                  <a:pt x="893772" y="42359"/>
                  <a:pt x="890980" y="44667"/>
                  <a:pt x="887727" y="48140"/>
                </a:cubicBezTo>
                <a:lnTo>
                  <a:pt x="887727" y="80057"/>
                </a:lnTo>
                <a:cubicBezTo>
                  <a:pt x="887727" y="84190"/>
                  <a:pt x="887958" y="86761"/>
                  <a:pt x="888419" y="87773"/>
                </a:cubicBezTo>
                <a:cubicBezTo>
                  <a:pt x="888881" y="88784"/>
                  <a:pt x="889738" y="89630"/>
                  <a:pt x="890991" y="90311"/>
                </a:cubicBezTo>
                <a:cubicBezTo>
                  <a:pt x="892244" y="90993"/>
                  <a:pt x="894409" y="91334"/>
                  <a:pt x="897487" y="91334"/>
                </a:cubicBezTo>
                <a:lnTo>
                  <a:pt x="897487" y="93774"/>
                </a:lnTo>
                <a:lnTo>
                  <a:pt x="867548" y="93774"/>
                </a:lnTo>
                <a:lnTo>
                  <a:pt x="867548" y="91334"/>
                </a:lnTo>
                <a:cubicBezTo>
                  <a:pt x="870229" y="91334"/>
                  <a:pt x="872340" y="90916"/>
                  <a:pt x="873878" y="90081"/>
                </a:cubicBezTo>
                <a:cubicBezTo>
                  <a:pt x="874758" y="89642"/>
                  <a:pt x="875461" y="88808"/>
                  <a:pt x="875989" y="87579"/>
                </a:cubicBezTo>
                <a:cubicBezTo>
                  <a:pt x="876516" y="86348"/>
                  <a:pt x="876780" y="83843"/>
                  <a:pt x="876780" y="80065"/>
                </a:cubicBezTo>
                <a:lnTo>
                  <a:pt x="876780" y="25436"/>
                </a:lnTo>
                <a:cubicBezTo>
                  <a:pt x="876780" y="18539"/>
                  <a:pt x="876615" y="14300"/>
                  <a:pt x="876285" y="12719"/>
                </a:cubicBezTo>
                <a:cubicBezTo>
                  <a:pt x="875956" y="11136"/>
                  <a:pt x="875450" y="10060"/>
                  <a:pt x="874769" y="9490"/>
                </a:cubicBezTo>
                <a:cubicBezTo>
                  <a:pt x="874087" y="8918"/>
                  <a:pt x="873175" y="8633"/>
                  <a:pt x="872032" y="8633"/>
                </a:cubicBezTo>
                <a:cubicBezTo>
                  <a:pt x="871109" y="8633"/>
                  <a:pt x="869614" y="8984"/>
                  <a:pt x="867548" y="9688"/>
                </a:cubicBezTo>
                <a:lnTo>
                  <a:pt x="866625" y="7380"/>
                </a:lnTo>
                <a:lnTo>
                  <a:pt x="884693" y="0"/>
                </a:lnTo>
                <a:lnTo>
                  <a:pt x="887727" y="0"/>
                </a:lnTo>
                <a:close/>
                <a:moveTo>
                  <a:pt x="955056" y="13453"/>
                </a:moveTo>
                <a:lnTo>
                  <a:pt x="955056" y="33368"/>
                </a:lnTo>
                <a:lnTo>
                  <a:pt x="969169" y="33368"/>
                </a:lnTo>
                <a:lnTo>
                  <a:pt x="969169" y="37984"/>
                </a:lnTo>
                <a:lnTo>
                  <a:pt x="955056" y="37984"/>
                </a:lnTo>
                <a:lnTo>
                  <a:pt x="955056" y="77102"/>
                </a:lnTo>
                <a:cubicBezTo>
                  <a:pt x="955056" y="81011"/>
                  <a:pt x="955617" y="83646"/>
                  <a:pt x="956738" y="85007"/>
                </a:cubicBezTo>
                <a:cubicBezTo>
                  <a:pt x="957859" y="86367"/>
                  <a:pt x="959299" y="87047"/>
                  <a:pt x="961057" y="87047"/>
                </a:cubicBezTo>
                <a:cubicBezTo>
                  <a:pt x="962508" y="87047"/>
                  <a:pt x="963915" y="86597"/>
                  <a:pt x="965278" y="85695"/>
                </a:cubicBezTo>
                <a:cubicBezTo>
                  <a:pt x="966641" y="84794"/>
                  <a:pt x="967696" y="83464"/>
                  <a:pt x="968443" y="81706"/>
                </a:cubicBezTo>
                <a:lnTo>
                  <a:pt x="971015" y="81706"/>
                </a:lnTo>
                <a:cubicBezTo>
                  <a:pt x="969476" y="86026"/>
                  <a:pt x="967300" y="89294"/>
                  <a:pt x="964486" y="91509"/>
                </a:cubicBezTo>
                <a:cubicBezTo>
                  <a:pt x="961673" y="93722"/>
                  <a:pt x="958771" y="94829"/>
                  <a:pt x="955782" y="94829"/>
                </a:cubicBezTo>
                <a:cubicBezTo>
                  <a:pt x="953759" y="94829"/>
                  <a:pt x="951781" y="94267"/>
                  <a:pt x="949847" y="93145"/>
                </a:cubicBezTo>
                <a:cubicBezTo>
                  <a:pt x="947912" y="92023"/>
                  <a:pt x="946483" y="90417"/>
                  <a:pt x="945560" y="88327"/>
                </a:cubicBezTo>
                <a:cubicBezTo>
                  <a:pt x="944637" y="86236"/>
                  <a:pt x="944175" y="83012"/>
                  <a:pt x="944175" y="78654"/>
                </a:cubicBezTo>
                <a:lnTo>
                  <a:pt x="944175" y="37984"/>
                </a:lnTo>
                <a:lnTo>
                  <a:pt x="934613" y="37984"/>
                </a:lnTo>
                <a:lnTo>
                  <a:pt x="934613" y="35808"/>
                </a:lnTo>
                <a:cubicBezTo>
                  <a:pt x="937031" y="34838"/>
                  <a:pt x="939504" y="33196"/>
                  <a:pt x="942032" y="30881"/>
                </a:cubicBezTo>
                <a:cubicBezTo>
                  <a:pt x="944560" y="28566"/>
                  <a:pt x="946813" y="25821"/>
                  <a:pt x="948792" y="22646"/>
                </a:cubicBezTo>
                <a:cubicBezTo>
                  <a:pt x="949803" y="20971"/>
                  <a:pt x="951210" y="17907"/>
                  <a:pt x="953012" y="13453"/>
                </a:cubicBezTo>
                <a:lnTo>
                  <a:pt x="955056" y="13453"/>
                </a:lnTo>
                <a:close/>
                <a:moveTo>
                  <a:pt x="1014100" y="31654"/>
                </a:moveTo>
                <a:lnTo>
                  <a:pt x="1014100" y="52096"/>
                </a:lnTo>
                <a:lnTo>
                  <a:pt x="1011924" y="52096"/>
                </a:lnTo>
                <a:cubicBezTo>
                  <a:pt x="1010253" y="45685"/>
                  <a:pt x="1008110" y="41323"/>
                  <a:pt x="1005494" y="39013"/>
                </a:cubicBezTo>
                <a:cubicBezTo>
                  <a:pt x="1002878" y="36700"/>
                  <a:pt x="999548" y="35544"/>
                  <a:pt x="995503" y="35544"/>
                </a:cubicBezTo>
                <a:cubicBezTo>
                  <a:pt x="992426" y="35544"/>
                  <a:pt x="989942" y="36357"/>
                  <a:pt x="988052" y="37982"/>
                </a:cubicBezTo>
                <a:cubicBezTo>
                  <a:pt x="986161" y="39606"/>
                  <a:pt x="985216" y="41407"/>
                  <a:pt x="985216" y="43383"/>
                </a:cubicBezTo>
                <a:cubicBezTo>
                  <a:pt x="985216" y="45843"/>
                  <a:pt x="985919" y="47950"/>
                  <a:pt x="987326" y="49706"/>
                </a:cubicBezTo>
                <a:cubicBezTo>
                  <a:pt x="988689" y="51507"/>
                  <a:pt x="991459" y="53417"/>
                  <a:pt x="995635" y="55437"/>
                </a:cubicBezTo>
                <a:lnTo>
                  <a:pt x="1005263" y="60115"/>
                </a:lnTo>
                <a:cubicBezTo>
                  <a:pt x="1014188" y="64462"/>
                  <a:pt x="1018650" y="70193"/>
                  <a:pt x="1018650" y="77308"/>
                </a:cubicBezTo>
                <a:cubicBezTo>
                  <a:pt x="1018650" y="82797"/>
                  <a:pt x="1016573" y="87221"/>
                  <a:pt x="1012418" y="90581"/>
                </a:cubicBezTo>
                <a:cubicBezTo>
                  <a:pt x="1008264" y="93941"/>
                  <a:pt x="1003615" y="95620"/>
                  <a:pt x="998471" y="95620"/>
                </a:cubicBezTo>
                <a:cubicBezTo>
                  <a:pt x="994778" y="95620"/>
                  <a:pt x="990558" y="94961"/>
                  <a:pt x="985810" y="93642"/>
                </a:cubicBezTo>
                <a:cubicBezTo>
                  <a:pt x="984359" y="93202"/>
                  <a:pt x="983172" y="92982"/>
                  <a:pt x="982249" y="92982"/>
                </a:cubicBezTo>
                <a:cubicBezTo>
                  <a:pt x="981237" y="92982"/>
                  <a:pt x="980446" y="93554"/>
                  <a:pt x="979875" y="94697"/>
                </a:cubicBezTo>
                <a:lnTo>
                  <a:pt x="977698" y="94697"/>
                </a:lnTo>
                <a:lnTo>
                  <a:pt x="977698" y="73067"/>
                </a:lnTo>
                <a:lnTo>
                  <a:pt x="979875" y="73067"/>
                </a:lnTo>
                <a:cubicBezTo>
                  <a:pt x="981105" y="79244"/>
                  <a:pt x="983458" y="83898"/>
                  <a:pt x="986931" y="87031"/>
                </a:cubicBezTo>
                <a:cubicBezTo>
                  <a:pt x="990404" y="90163"/>
                  <a:pt x="994294" y="91729"/>
                  <a:pt x="998603" y="91729"/>
                </a:cubicBezTo>
                <a:cubicBezTo>
                  <a:pt x="1001636" y="91729"/>
                  <a:pt x="1004109" y="90840"/>
                  <a:pt x="1006022" y="89063"/>
                </a:cubicBezTo>
                <a:cubicBezTo>
                  <a:pt x="1007934" y="87284"/>
                  <a:pt x="1008890" y="85142"/>
                  <a:pt x="1008890" y="82639"/>
                </a:cubicBezTo>
                <a:cubicBezTo>
                  <a:pt x="1008890" y="79608"/>
                  <a:pt x="1007824" y="77061"/>
                  <a:pt x="1005692" y="74998"/>
                </a:cubicBezTo>
                <a:cubicBezTo>
                  <a:pt x="1003560" y="72934"/>
                  <a:pt x="999306" y="70322"/>
                  <a:pt x="992932" y="67161"/>
                </a:cubicBezTo>
                <a:cubicBezTo>
                  <a:pt x="986557" y="63998"/>
                  <a:pt x="982380" y="61143"/>
                  <a:pt x="980402" y="58596"/>
                </a:cubicBezTo>
                <a:cubicBezTo>
                  <a:pt x="978424" y="56093"/>
                  <a:pt x="977435" y="52931"/>
                  <a:pt x="977435" y="49110"/>
                </a:cubicBezTo>
                <a:cubicBezTo>
                  <a:pt x="977435" y="44148"/>
                  <a:pt x="979138" y="39998"/>
                  <a:pt x="982545" y="36661"/>
                </a:cubicBezTo>
                <a:cubicBezTo>
                  <a:pt x="985952" y="33323"/>
                  <a:pt x="990360" y="31654"/>
                  <a:pt x="995767" y="31654"/>
                </a:cubicBezTo>
                <a:cubicBezTo>
                  <a:pt x="998141" y="31654"/>
                  <a:pt x="1001021" y="32159"/>
                  <a:pt x="1004406" y="33170"/>
                </a:cubicBezTo>
                <a:cubicBezTo>
                  <a:pt x="1006648" y="33830"/>
                  <a:pt x="1008143" y="34159"/>
                  <a:pt x="1008890" y="34159"/>
                </a:cubicBezTo>
                <a:cubicBezTo>
                  <a:pt x="1009594" y="34159"/>
                  <a:pt x="1010143" y="34006"/>
                  <a:pt x="1010539" y="33698"/>
                </a:cubicBezTo>
                <a:cubicBezTo>
                  <a:pt x="1010935" y="33390"/>
                  <a:pt x="1011396" y="32709"/>
                  <a:pt x="1011924" y="31654"/>
                </a:cubicBezTo>
                <a:lnTo>
                  <a:pt x="1014100" y="316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769E7-A089-4B27-9D0B-405D1F9C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955" y="2107827"/>
            <a:ext cx="81692" cy="77710"/>
          </a:xfrm>
          <a:custGeom xmlns:a="http://schemas.openxmlformats.org/drawingml/2006/main">
            <a:pathLst>
              <a:path w="81692" h="77710">
                <a:moveTo>
                  <a:pt x="28899" y="6258"/>
                </a:moveTo>
                <a:cubicBezTo>
                  <a:pt x="28899" y="5727"/>
                  <a:pt x="26738" y="5385"/>
                  <a:pt x="22414" y="5234"/>
                </a:cubicBezTo>
                <a:cubicBezTo>
                  <a:pt x="20594" y="5234"/>
                  <a:pt x="19418" y="5196"/>
                  <a:pt x="18887" y="5120"/>
                </a:cubicBezTo>
                <a:cubicBezTo>
                  <a:pt x="18356" y="5044"/>
                  <a:pt x="18091" y="4665"/>
                  <a:pt x="18091" y="3982"/>
                </a:cubicBezTo>
                <a:cubicBezTo>
                  <a:pt x="18091" y="3906"/>
                  <a:pt x="18166" y="3489"/>
                  <a:pt x="18318" y="2731"/>
                </a:cubicBezTo>
                <a:cubicBezTo>
                  <a:pt x="18773" y="1214"/>
                  <a:pt x="19115" y="379"/>
                  <a:pt x="19342" y="228"/>
                </a:cubicBezTo>
                <a:cubicBezTo>
                  <a:pt x="19570" y="76"/>
                  <a:pt x="26927" y="0"/>
                  <a:pt x="41415" y="0"/>
                </a:cubicBezTo>
                <a:cubicBezTo>
                  <a:pt x="55827" y="76"/>
                  <a:pt x="63525" y="190"/>
                  <a:pt x="64511" y="341"/>
                </a:cubicBezTo>
                <a:cubicBezTo>
                  <a:pt x="69366" y="1176"/>
                  <a:pt x="73424" y="3034"/>
                  <a:pt x="76686" y="5916"/>
                </a:cubicBezTo>
                <a:cubicBezTo>
                  <a:pt x="79947" y="8799"/>
                  <a:pt x="81616" y="12629"/>
                  <a:pt x="81692" y="17408"/>
                </a:cubicBezTo>
                <a:cubicBezTo>
                  <a:pt x="81692" y="23248"/>
                  <a:pt x="79189" y="28596"/>
                  <a:pt x="74183" y="33450"/>
                </a:cubicBezTo>
                <a:cubicBezTo>
                  <a:pt x="68949" y="38608"/>
                  <a:pt x="62198" y="41870"/>
                  <a:pt x="53930" y="43235"/>
                </a:cubicBezTo>
                <a:cubicBezTo>
                  <a:pt x="53399" y="43311"/>
                  <a:pt x="49417" y="43387"/>
                  <a:pt x="41984" y="43463"/>
                </a:cubicBezTo>
                <a:lnTo>
                  <a:pt x="31175" y="43463"/>
                </a:lnTo>
                <a:lnTo>
                  <a:pt x="27762" y="57002"/>
                </a:lnTo>
                <a:cubicBezTo>
                  <a:pt x="25486" y="65801"/>
                  <a:pt x="24348" y="70466"/>
                  <a:pt x="24348" y="70997"/>
                </a:cubicBezTo>
                <a:cubicBezTo>
                  <a:pt x="24348" y="71300"/>
                  <a:pt x="24386" y="71490"/>
                  <a:pt x="24462" y="71566"/>
                </a:cubicBezTo>
                <a:cubicBezTo>
                  <a:pt x="24538" y="71641"/>
                  <a:pt x="24803" y="71793"/>
                  <a:pt x="25258" y="72021"/>
                </a:cubicBezTo>
                <a:cubicBezTo>
                  <a:pt x="25714" y="72248"/>
                  <a:pt x="26358" y="72324"/>
                  <a:pt x="27193" y="72248"/>
                </a:cubicBezTo>
                <a:cubicBezTo>
                  <a:pt x="28027" y="72172"/>
                  <a:pt x="29279" y="72248"/>
                  <a:pt x="30947" y="72476"/>
                </a:cubicBezTo>
                <a:lnTo>
                  <a:pt x="34474" y="72476"/>
                </a:lnTo>
                <a:cubicBezTo>
                  <a:pt x="34929" y="73159"/>
                  <a:pt x="35157" y="73576"/>
                  <a:pt x="35157" y="73727"/>
                </a:cubicBezTo>
                <a:cubicBezTo>
                  <a:pt x="35157" y="74941"/>
                  <a:pt x="34892" y="76079"/>
                  <a:pt x="34361" y="77141"/>
                </a:cubicBezTo>
                <a:cubicBezTo>
                  <a:pt x="33981" y="77520"/>
                  <a:pt x="33375" y="77710"/>
                  <a:pt x="32540" y="77710"/>
                </a:cubicBezTo>
                <a:cubicBezTo>
                  <a:pt x="32313" y="77710"/>
                  <a:pt x="30909" y="77672"/>
                  <a:pt x="28330" y="77596"/>
                </a:cubicBezTo>
                <a:cubicBezTo>
                  <a:pt x="25751" y="77520"/>
                  <a:pt x="21959" y="77482"/>
                  <a:pt x="16953" y="77482"/>
                </a:cubicBezTo>
                <a:cubicBezTo>
                  <a:pt x="12250" y="77482"/>
                  <a:pt x="8647" y="77482"/>
                  <a:pt x="6144" y="77482"/>
                </a:cubicBezTo>
                <a:cubicBezTo>
                  <a:pt x="3641" y="77482"/>
                  <a:pt x="2276" y="77520"/>
                  <a:pt x="2048" y="77596"/>
                </a:cubicBezTo>
                <a:cubicBezTo>
                  <a:pt x="683" y="77596"/>
                  <a:pt x="0" y="77217"/>
                  <a:pt x="0" y="76458"/>
                </a:cubicBezTo>
                <a:cubicBezTo>
                  <a:pt x="0" y="76306"/>
                  <a:pt x="114" y="75775"/>
                  <a:pt x="341" y="74865"/>
                </a:cubicBezTo>
                <a:cubicBezTo>
                  <a:pt x="645" y="73652"/>
                  <a:pt x="948" y="72969"/>
                  <a:pt x="1252" y="72817"/>
                </a:cubicBezTo>
                <a:cubicBezTo>
                  <a:pt x="1555" y="72665"/>
                  <a:pt x="2427" y="72552"/>
                  <a:pt x="3868" y="72476"/>
                </a:cubicBezTo>
                <a:cubicBezTo>
                  <a:pt x="5916" y="72476"/>
                  <a:pt x="8192" y="72362"/>
                  <a:pt x="10695" y="72135"/>
                </a:cubicBezTo>
                <a:cubicBezTo>
                  <a:pt x="11757" y="71907"/>
                  <a:pt x="12478" y="71452"/>
                  <a:pt x="12857" y="70769"/>
                </a:cubicBezTo>
                <a:cubicBezTo>
                  <a:pt x="13084" y="70466"/>
                  <a:pt x="15815" y="59922"/>
                  <a:pt x="21049" y="39139"/>
                </a:cubicBezTo>
                <a:cubicBezTo>
                  <a:pt x="26282" y="18356"/>
                  <a:pt x="28899" y="7395"/>
                  <a:pt x="28899" y="6258"/>
                </a:cubicBezTo>
                <a:close/>
                <a:moveTo>
                  <a:pt x="69631" y="14677"/>
                </a:moveTo>
                <a:cubicBezTo>
                  <a:pt x="69631" y="13691"/>
                  <a:pt x="69556" y="12895"/>
                  <a:pt x="69404" y="12288"/>
                </a:cubicBezTo>
                <a:cubicBezTo>
                  <a:pt x="69252" y="11681"/>
                  <a:pt x="68911" y="10847"/>
                  <a:pt x="68380" y="9785"/>
                </a:cubicBezTo>
                <a:cubicBezTo>
                  <a:pt x="67849" y="8723"/>
                  <a:pt x="66901" y="7889"/>
                  <a:pt x="65535" y="7282"/>
                </a:cubicBezTo>
                <a:cubicBezTo>
                  <a:pt x="64170" y="6675"/>
                  <a:pt x="62312" y="6068"/>
                  <a:pt x="59960" y="5461"/>
                </a:cubicBezTo>
                <a:cubicBezTo>
                  <a:pt x="59429" y="5385"/>
                  <a:pt x="56395" y="5310"/>
                  <a:pt x="50858" y="5234"/>
                </a:cubicBezTo>
                <a:cubicBezTo>
                  <a:pt x="49569" y="5234"/>
                  <a:pt x="48241" y="5234"/>
                  <a:pt x="46876" y="5234"/>
                </a:cubicBezTo>
                <a:cubicBezTo>
                  <a:pt x="45511" y="5234"/>
                  <a:pt x="44411" y="5272"/>
                  <a:pt x="43577" y="5348"/>
                </a:cubicBezTo>
                <a:cubicBezTo>
                  <a:pt x="42742" y="5423"/>
                  <a:pt x="42287" y="5423"/>
                  <a:pt x="42211" y="5348"/>
                </a:cubicBezTo>
                <a:cubicBezTo>
                  <a:pt x="41225" y="5423"/>
                  <a:pt x="40542" y="5765"/>
                  <a:pt x="40163" y="6372"/>
                </a:cubicBezTo>
                <a:cubicBezTo>
                  <a:pt x="40012" y="6827"/>
                  <a:pt x="39291" y="9747"/>
                  <a:pt x="38001" y="15132"/>
                </a:cubicBezTo>
                <a:cubicBezTo>
                  <a:pt x="36712" y="20518"/>
                  <a:pt x="35385" y="25751"/>
                  <a:pt x="34019" y="30834"/>
                </a:cubicBezTo>
                <a:cubicBezTo>
                  <a:pt x="32654" y="35916"/>
                  <a:pt x="31971" y="38495"/>
                  <a:pt x="31971" y="38570"/>
                </a:cubicBezTo>
                <a:cubicBezTo>
                  <a:pt x="31971" y="38722"/>
                  <a:pt x="35043" y="38798"/>
                  <a:pt x="41187" y="38798"/>
                </a:cubicBezTo>
                <a:lnTo>
                  <a:pt x="42553" y="38798"/>
                </a:lnTo>
                <a:lnTo>
                  <a:pt x="45169" y="38798"/>
                </a:lnTo>
                <a:cubicBezTo>
                  <a:pt x="53665" y="38798"/>
                  <a:pt x="59733" y="36902"/>
                  <a:pt x="63374" y="33109"/>
                </a:cubicBezTo>
                <a:cubicBezTo>
                  <a:pt x="65422" y="31061"/>
                  <a:pt x="66977" y="28065"/>
                  <a:pt x="68039" y="24121"/>
                </a:cubicBezTo>
                <a:cubicBezTo>
                  <a:pt x="69100" y="20176"/>
                  <a:pt x="69631" y="17029"/>
                  <a:pt x="69631" y="1467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66597-0F92-4BD7-A6A1-CB7F53D6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955" y="2107827"/>
            <a:ext cx="81692" cy="77710"/>
          </a:xfrm>
          <a:custGeom xmlns:a="http://schemas.openxmlformats.org/drawingml/2006/main">
            <a:pathLst>
              <a:path w="81692" h="77710" fill="none">
                <a:moveTo>
                  <a:pt x="28899" y="6258"/>
                </a:moveTo>
                <a:cubicBezTo>
                  <a:pt x="28899" y="5727"/>
                  <a:pt x="26738" y="5385"/>
                  <a:pt x="22414" y="5234"/>
                </a:cubicBezTo>
                <a:cubicBezTo>
                  <a:pt x="20594" y="5234"/>
                  <a:pt x="19418" y="5196"/>
                  <a:pt x="18887" y="5120"/>
                </a:cubicBezTo>
                <a:cubicBezTo>
                  <a:pt x="18356" y="5044"/>
                  <a:pt x="18091" y="4665"/>
                  <a:pt x="18091" y="3982"/>
                </a:cubicBezTo>
                <a:cubicBezTo>
                  <a:pt x="18091" y="3906"/>
                  <a:pt x="18166" y="3489"/>
                  <a:pt x="18318" y="2731"/>
                </a:cubicBezTo>
                <a:cubicBezTo>
                  <a:pt x="18773" y="1214"/>
                  <a:pt x="19115" y="379"/>
                  <a:pt x="19342" y="228"/>
                </a:cubicBezTo>
                <a:cubicBezTo>
                  <a:pt x="19570" y="76"/>
                  <a:pt x="26927" y="0"/>
                  <a:pt x="41415" y="0"/>
                </a:cubicBezTo>
                <a:cubicBezTo>
                  <a:pt x="55827" y="76"/>
                  <a:pt x="63525" y="190"/>
                  <a:pt x="64511" y="341"/>
                </a:cubicBezTo>
                <a:cubicBezTo>
                  <a:pt x="69366" y="1176"/>
                  <a:pt x="73424" y="3034"/>
                  <a:pt x="76686" y="5916"/>
                </a:cubicBezTo>
                <a:cubicBezTo>
                  <a:pt x="79947" y="8799"/>
                  <a:pt x="81616" y="12629"/>
                  <a:pt x="81692" y="17408"/>
                </a:cubicBezTo>
                <a:cubicBezTo>
                  <a:pt x="81692" y="23248"/>
                  <a:pt x="79189" y="28596"/>
                  <a:pt x="74183" y="33450"/>
                </a:cubicBezTo>
                <a:cubicBezTo>
                  <a:pt x="68949" y="38608"/>
                  <a:pt x="62198" y="41870"/>
                  <a:pt x="53930" y="43235"/>
                </a:cubicBezTo>
                <a:cubicBezTo>
                  <a:pt x="53399" y="43311"/>
                  <a:pt x="49417" y="43387"/>
                  <a:pt x="41984" y="43463"/>
                </a:cubicBezTo>
                <a:lnTo>
                  <a:pt x="31175" y="43463"/>
                </a:lnTo>
                <a:lnTo>
                  <a:pt x="27762" y="57002"/>
                </a:lnTo>
                <a:cubicBezTo>
                  <a:pt x="25486" y="65801"/>
                  <a:pt x="24348" y="70466"/>
                  <a:pt x="24348" y="70997"/>
                </a:cubicBezTo>
                <a:cubicBezTo>
                  <a:pt x="24348" y="71300"/>
                  <a:pt x="24386" y="71490"/>
                  <a:pt x="24462" y="71566"/>
                </a:cubicBezTo>
                <a:cubicBezTo>
                  <a:pt x="24538" y="71641"/>
                  <a:pt x="24803" y="71793"/>
                  <a:pt x="25258" y="72021"/>
                </a:cubicBezTo>
                <a:cubicBezTo>
                  <a:pt x="25714" y="72248"/>
                  <a:pt x="26358" y="72324"/>
                  <a:pt x="27193" y="72248"/>
                </a:cubicBezTo>
                <a:cubicBezTo>
                  <a:pt x="28027" y="72172"/>
                  <a:pt x="29279" y="72248"/>
                  <a:pt x="30947" y="72476"/>
                </a:cubicBezTo>
                <a:lnTo>
                  <a:pt x="34474" y="72476"/>
                </a:lnTo>
                <a:cubicBezTo>
                  <a:pt x="34929" y="73159"/>
                  <a:pt x="35157" y="73576"/>
                  <a:pt x="35157" y="73727"/>
                </a:cubicBezTo>
                <a:cubicBezTo>
                  <a:pt x="35157" y="74941"/>
                  <a:pt x="34892" y="76079"/>
                  <a:pt x="34361" y="77141"/>
                </a:cubicBezTo>
                <a:cubicBezTo>
                  <a:pt x="33981" y="77520"/>
                  <a:pt x="33375" y="77710"/>
                  <a:pt x="32540" y="77710"/>
                </a:cubicBezTo>
                <a:cubicBezTo>
                  <a:pt x="32313" y="77710"/>
                  <a:pt x="30909" y="77672"/>
                  <a:pt x="28330" y="77596"/>
                </a:cubicBezTo>
                <a:cubicBezTo>
                  <a:pt x="25751" y="77520"/>
                  <a:pt x="21959" y="77482"/>
                  <a:pt x="16953" y="77482"/>
                </a:cubicBezTo>
                <a:cubicBezTo>
                  <a:pt x="12250" y="77482"/>
                  <a:pt x="8647" y="77482"/>
                  <a:pt x="6144" y="77482"/>
                </a:cubicBezTo>
                <a:cubicBezTo>
                  <a:pt x="3641" y="77482"/>
                  <a:pt x="2276" y="77520"/>
                  <a:pt x="2048" y="77596"/>
                </a:cubicBezTo>
                <a:cubicBezTo>
                  <a:pt x="683" y="77596"/>
                  <a:pt x="0" y="77217"/>
                  <a:pt x="0" y="76458"/>
                </a:cubicBezTo>
                <a:cubicBezTo>
                  <a:pt x="0" y="76306"/>
                  <a:pt x="114" y="75775"/>
                  <a:pt x="341" y="74865"/>
                </a:cubicBezTo>
                <a:cubicBezTo>
                  <a:pt x="645" y="73652"/>
                  <a:pt x="948" y="72969"/>
                  <a:pt x="1252" y="72817"/>
                </a:cubicBezTo>
                <a:cubicBezTo>
                  <a:pt x="1555" y="72665"/>
                  <a:pt x="2427" y="72552"/>
                  <a:pt x="3868" y="72476"/>
                </a:cubicBezTo>
                <a:cubicBezTo>
                  <a:pt x="5916" y="72476"/>
                  <a:pt x="8192" y="72362"/>
                  <a:pt x="10695" y="72135"/>
                </a:cubicBezTo>
                <a:cubicBezTo>
                  <a:pt x="11757" y="71907"/>
                  <a:pt x="12478" y="71452"/>
                  <a:pt x="12857" y="70769"/>
                </a:cubicBezTo>
                <a:cubicBezTo>
                  <a:pt x="13084" y="70466"/>
                  <a:pt x="15815" y="59922"/>
                  <a:pt x="21049" y="39139"/>
                </a:cubicBezTo>
                <a:cubicBezTo>
                  <a:pt x="26282" y="18356"/>
                  <a:pt x="28899" y="7395"/>
                  <a:pt x="28899" y="6258"/>
                </a:cubicBezTo>
                <a:close/>
                <a:moveTo>
                  <a:pt x="69631" y="14677"/>
                </a:moveTo>
                <a:cubicBezTo>
                  <a:pt x="69631" y="13691"/>
                  <a:pt x="69556" y="12895"/>
                  <a:pt x="69404" y="12288"/>
                </a:cubicBezTo>
                <a:cubicBezTo>
                  <a:pt x="69252" y="11681"/>
                  <a:pt x="68911" y="10847"/>
                  <a:pt x="68380" y="9785"/>
                </a:cubicBezTo>
                <a:cubicBezTo>
                  <a:pt x="67849" y="8723"/>
                  <a:pt x="66901" y="7889"/>
                  <a:pt x="65535" y="7282"/>
                </a:cubicBezTo>
                <a:cubicBezTo>
                  <a:pt x="64170" y="6675"/>
                  <a:pt x="62312" y="6068"/>
                  <a:pt x="59960" y="5461"/>
                </a:cubicBezTo>
                <a:cubicBezTo>
                  <a:pt x="59429" y="5385"/>
                  <a:pt x="56395" y="5310"/>
                  <a:pt x="50858" y="5234"/>
                </a:cubicBezTo>
                <a:cubicBezTo>
                  <a:pt x="49569" y="5234"/>
                  <a:pt x="48241" y="5234"/>
                  <a:pt x="46876" y="5234"/>
                </a:cubicBezTo>
                <a:cubicBezTo>
                  <a:pt x="45511" y="5234"/>
                  <a:pt x="44411" y="5272"/>
                  <a:pt x="43577" y="5348"/>
                </a:cubicBezTo>
                <a:cubicBezTo>
                  <a:pt x="42742" y="5423"/>
                  <a:pt x="42287" y="5423"/>
                  <a:pt x="42211" y="5348"/>
                </a:cubicBezTo>
                <a:cubicBezTo>
                  <a:pt x="41225" y="5423"/>
                  <a:pt x="40542" y="5765"/>
                  <a:pt x="40163" y="6372"/>
                </a:cubicBezTo>
                <a:cubicBezTo>
                  <a:pt x="40012" y="6827"/>
                  <a:pt x="39291" y="9747"/>
                  <a:pt x="38001" y="15132"/>
                </a:cubicBezTo>
                <a:cubicBezTo>
                  <a:pt x="36712" y="20518"/>
                  <a:pt x="35385" y="25751"/>
                  <a:pt x="34019" y="30834"/>
                </a:cubicBezTo>
                <a:cubicBezTo>
                  <a:pt x="32654" y="35916"/>
                  <a:pt x="31971" y="38495"/>
                  <a:pt x="31971" y="38570"/>
                </a:cubicBezTo>
                <a:cubicBezTo>
                  <a:pt x="31971" y="38722"/>
                  <a:pt x="35043" y="38798"/>
                  <a:pt x="41187" y="38798"/>
                </a:cubicBezTo>
                <a:lnTo>
                  <a:pt x="42553" y="38798"/>
                </a:lnTo>
                <a:lnTo>
                  <a:pt x="45169" y="38798"/>
                </a:lnTo>
                <a:cubicBezTo>
                  <a:pt x="53665" y="38798"/>
                  <a:pt x="59733" y="36902"/>
                  <a:pt x="63374" y="33109"/>
                </a:cubicBezTo>
                <a:cubicBezTo>
                  <a:pt x="65422" y="31061"/>
                  <a:pt x="66977" y="28065"/>
                  <a:pt x="68039" y="24121"/>
                </a:cubicBezTo>
                <a:cubicBezTo>
                  <a:pt x="69100" y="20176"/>
                  <a:pt x="69631" y="17029"/>
                  <a:pt x="69631" y="146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7DEEB-5C12-464C-A306-DB1CEE36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628" y="2107713"/>
            <a:ext cx="115597" cy="77823"/>
          </a:xfrm>
          <a:custGeom xmlns:a="http://schemas.openxmlformats.org/drawingml/2006/main">
            <a:pathLst>
              <a:path w="115597" h="77823">
                <a:moveTo>
                  <a:pt x="28899" y="6258"/>
                </a:moveTo>
                <a:cubicBezTo>
                  <a:pt x="28899" y="5803"/>
                  <a:pt x="26738" y="5499"/>
                  <a:pt x="22414" y="5348"/>
                </a:cubicBezTo>
                <a:cubicBezTo>
                  <a:pt x="20594" y="5348"/>
                  <a:pt x="19418" y="5310"/>
                  <a:pt x="18887" y="5234"/>
                </a:cubicBezTo>
                <a:cubicBezTo>
                  <a:pt x="18356" y="5158"/>
                  <a:pt x="18091" y="4779"/>
                  <a:pt x="18091" y="4096"/>
                </a:cubicBezTo>
                <a:cubicBezTo>
                  <a:pt x="18091" y="4020"/>
                  <a:pt x="18166" y="3603"/>
                  <a:pt x="18318" y="2844"/>
                </a:cubicBezTo>
                <a:cubicBezTo>
                  <a:pt x="18394" y="2617"/>
                  <a:pt x="18470" y="2351"/>
                  <a:pt x="18546" y="2048"/>
                </a:cubicBezTo>
                <a:cubicBezTo>
                  <a:pt x="18621" y="1745"/>
                  <a:pt x="18659" y="1555"/>
                  <a:pt x="18659" y="1479"/>
                </a:cubicBezTo>
                <a:cubicBezTo>
                  <a:pt x="18659" y="1403"/>
                  <a:pt x="18735" y="1214"/>
                  <a:pt x="18887" y="910"/>
                </a:cubicBezTo>
                <a:cubicBezTo>
                  <a:pt x="19039" y="607"/>
                  <a:pt x="19115" y="493"/>
                  <a:pt x="19115" y="569"/>
                </a:cubicBezTo>
                <a:cubicBezTo>
                  <a:pt x="19115" y="645"/>
                  <a:pt x="19266" y="569"/>
                  <a:pt x="19570" y="341"/>
                </a:cubicBezTo>
                <a:cubicBezTo>
                  <a:pt x="19873" y="114"/>
                  <a:pt x="20063" y="38"/>
                  <a:pt x="20139" y="114"/>
                </a:cubicBezTo>
                <a:cubicBezTo>
                  <a:pt x="20214" y="190"/>
                  <a:pt x="20518" y="190"/>
                  <a:pt x="21049" y="114"/>
                </a:cubicBezTo>
                <a:cubicBezTo>
                  <a:pt x="21580" y="38"/>
                  <a:pt x="22035" y="0"/>
                  <a:pt x="22414" y="0"/>
                </a:cubicBezTo>
                <a:cubicBezTo>
                  <a:pt x="22869" y="0"/>
                  <a:pt x="24007" y="0"/>
                  <a:pt x="25827" y="0"/>
                </a:cubicBezTo>
                <a:cubicBezTo>
                  <a:pt x="27648" y="0"/>
                  <a:pt x="29354" y="38"/>
                  <a:pt x="30947" y="114"/>
                </a:cubicBezTo>
                <a:cubicBezTo>
                  <a:pt x="36940" y="114"/>
                  <a:pt x="40391" y="114"/>
                  <a:pt x="41301" y="114"/>
                </a:cubicBezTo>
                <a:cubicBezTo>
                  <a:pt x="42211" y="114"/>
                  <a:pt x="42818" y="303"/>
                  <a:pt x="43121" y="683"/>
                </a:cubicBezTo>
                <a:cubicBezTo>
                  <a:pt x="43197" y="986"/>
                  <a:pt x="44601" y="11681"/>
                  <a:pt x="47331" y="32768"/>
                </a:cubicBezTo>
                <a:lnTo>
                  <a:pt x="51427" y="64511"/>
                </a:lnTo>
                <a:lnTo>
                  <a:pt x="54044" y="60302"/>
                </a:lnTo>
                <a:cubicBezTo>
                  <a:pt x="55864" y="57571"/>
                  <a:pt x="58292" y="53779"/>
                  <a:pt x="61326" y="48924"/>
                </a:cubicBezTo>
                <a:cubicBezTo>
                  <a:pt x="64360" y="44070"/>
                  <a:pt x="67697" y="38760"/>
                  <a:pt x="71338" y="32995"/>
                </a:cubicBezTo>
                <a:cubicBezTo>
                  <a:pt x="84612" y="11833"/>
                  <a:pt x="91325" y="1176"/>
                  <a:pt x="91477" y="1024"/>
                </a:cubicBezTo>
                <a:cubicBezTo>
                  <a:pt x="91552" y="948"/>
                  <a:pt x="91666" y="834"/>
                  <a:pt x="91818" y="683"/>
                </a:cubicBezTo>
                <a:cubicBezTo>
                  <a:pt x="91970" y="531"/>
                  <a:pt x="92121" y="417"/>
                  <a:pt x="92273" y="341"/>
                </a:cubicBezTo>
                <a:lnTo>
                  <a:pt x="92956" y="114"/>
                </a:lnTo>
                <a:lnTo>
                  <a:pt x="103878" y="114"/>
                </a:lnTo>
                <a:cubicBezTo>
                  <a:pt x="105168" y="114"/>
                  <a:pt x="106685" y="114"/>
                  <a:pt x="108429" y="114"/>
                </a:cubicBezTo>
                <a:cubicBezTo>
                  <a:pt x="110174" y="114"/>
                  <a:pt x="111274" y="76"/>
                  <a:pt x="111729" y="0"/>
                </a:cubicBezTo>
                <a:cubicBezTo>
                  <a:pt x="114308" y="0"/>
                  <a:pt x="115597" y="417"/>
                  <a:pt x="115597" y="1252"/>
                </a:cubicBezTo>
                <a:cubicBezTo>
                  <a:pt x="115597" y="1631"/>
                  <a:pt x="115484" y="2276"/>
                  <a:pt x="115256" y="3186"/>
                </a:cubicBezTo>
                <a:cubicBezTo>
                  <a:pt x="115028" y="4096"/>
                  <a:pt x="114915" y="4589"/>
                  <a:pt x="114915" y="4665"/>
                </a:cubicBezTo>
                <a:cubicBezTo>
                  <a:pt x="114611" y="5120"/>
                  <a:pt x="113208" y="5348"/>
                  <a:pt x="110705" y="5348"/>
                </a:cubicBezTo>
                <a:cubicBezTo>
                  <a:pt x="107671" y="5423"/>
                  <a:pt x="105737" y="5537"/>
                  <a:pt x="104902" y="5689"/>
                </a:cubicBezTo>
                <a:cubicBezTo>
                  <a:pt x="104068" y="5841"/>
                  <a:pt x="103385" y="6258"/>
                  <a:pt x="102854" y="6940"/>
                </a:cubicBezTo>
                <a:cubicBezTo>
                  <a:pt x="102627" y="7320"/>
                  <a:pt x="99896" y="18053"/>
                  <a:pt x="94662" y="39139"/>
                </a:cubicBezTo>
                <a:cubicBezTo>
                  <a:pt x="89429" y="60226"/>
                  <a:pt x="86774" y="70883"/>
                  <a:pt x="86698" y="71111"/>
                </a:cubicBezTo>
                <a:cubicBezTo>
                  <a:pt x="86698" y="71414"/>
                  <a:pt x="86736" y="71604"/>
                  <a:pt x="86812" y="71679"/>
                </a:cubicBezTo>
                <a:cubicBezTo>
                  <a:pt x="86888" y="71755"/>
                  <a:pt x="87153" y="71907"/>
                  <a:pt x="87608" y="72135"/>
                </a:cubicBezTo>
                <a:cubicBezTo>
                  <a:pt x="88063" y="72362"/>
                  <a:pt x="88708" y="72438"/>
                  <a:pt x="89542" y="72362"/>
                </a:cubicBezTo>
                <a:cubicBezTo>
                  <a:pt x="90377" y="72286"/>
                  <a:pt x="91628" y="72362"/>
                  <a:pt x="93297" y="72590"/>
                </a:cubicBezTo>
                <a:lnTo>
                  <a:pt x="96824" y="72590"/>
                </a:lnTo>
                <a:cubicBezTo>
                  <a:pt x="97279" y="73272"/>
                  <a:pt x="97507" y="73689"/>
                  <a:pt x="97507" y="73841"/>
                </a:cubicBezTo>
                <a:cubicBezTo>
                  <a:pt x="97507" y="75055"/>
                  <a:pt x="97241" y="76193"/>
                  <a:pt x="96710" y="77254"/>
                </a:cubicBezTo>
                <a:cubicBezTo>
                  <a:pt x="96331" y="77634"/>
                  <a:pt x="95724" y="77823"/>
                  <a:pt x="94890" y="77823"/>
                </a:cubicBezTo>
                <a:cubicBezTo>
                  <a:pt x="94511" y="77823"/>
                  <a:pt x="92956" y="77785"/>
                  <a:pt x="90225" y="77710"/>
                </a:cubicBezTo>
                <a:cubicBezTo>
                  <a:pt x="87494" y="77634"/>
                  <a:pt x="84005" y="77596"/>
                  <a:pt x="79758" y="77596"/>
                </a:cubicBezTo>
                <a:cubicBezTo>
                  <a:pt x="75131" y="77596"/>
                  <a:pt x="71642" y="77596"/>
                  <a:pt x="69290" y="77596"/>
                </a:cubicBezTo>
                <a:cubicBezTo>
                  <a:pt x="66939" y="77596"/>
                  <a:pt x="65611" y="77634"/>
                  <a:pt x="65308" y="77710"/>
                </a:cubicBezTo>
                <a:cubicBezTo>
                  <a:pt x="64018" y="77710"/>
                  <a:pt x="63374" y="77330"/>
                  <a:pt x="63374" y="76572"/>
                </a:cubicBezTo>
                <a:cubicBezTo>
                  <a:pt x="63374" y="76420"/>
                  <a:pt x="63450" y="75889"/>
                  <a:pt x="63601" y="74979"/>
                </a:cubicBezTo>
                <a:cubicBezTo>
                  <a:pt x="63905" y="73765"/>
                  <a:pt x="64208" y="73083"/>
                  <a:pt x="64511" y="72931"/>
                </a:cubicBezTo>
                <a:cubicBezTo>
                  <a:pt x="64815" y="72779"/>
                  <a:pt x="65687" y="72665"/>
                  <a:pt x="67128" y="72590"/>
                </a:cubicBezTo>
                <a:cubicBezTo>
                  <a:pt x="69176" y="72590"/>
                  <a:pt x="71452" y="72476"/>
                  <a:pt x="73955" y="72248"/>
                </a:cubicBezTo>
                <a:cubicBezTo>
                  <a:pt x="75017" y="72021"/>
                  <a:pt x="75737" y="71566"/>
                  <a:pt x="76117" y="70883"/>
                </a:cubicBezTo>
                <a:cubicBezTo>
                  <a:pt x="76268" y="70580"/>
                  <a:pt x="77710" y="65042"/>
                  <a:pt x="80440" y="54272"/>
                </a:cubicBezTo>
                <a:cubicBezTo>
                  <a:pt x="83171" y="43501"/>
                  <a:pt x="85864" y="32768"/>
                  <a:pt x="88518" y="22073"/>
                </a:cubicBezTo>
                <a:cubicBezTo>
                  <a:pt x="91173" y="11378"/>
                  <a:pt x="92501" y="6030"/>
                  <a:pt x="92501" y="6030"/>
                </a:cubicBezTo>
                <a:lnTo>
                  <a:pt x="70428" y="41187"/>
                </a:lnTo>
                <a:cubicBezTo>
                  <a:pt x="55561" y="64853"/>
                  <a:pt x="47938" y="76875"/>
                  <a:pt x="47559" y="77254"/>
                </a:cubicBezTo>
                <a:cubicBezTo>
                  <a:pt x="47407" y="77330"/>
                  <a:pt x="47255" y="77406"/>
                  <a:pt x="47104" y="77482"/>
                </a:cubicBezTo>
                <a:cubicBezTo>
                  <a:pt x="46724" y="77710"/>
                  <a:pt x="46118" y="77823"/>
                  <a:pt x="45283" y="77823"/>
                </a:cubicBezTo>
                <a:cubicBezTo>
                  <a:pt x="44145" y="77823"/>
                  <a:pt x="43463" y="77558"/>
                  <a:pt x="43235" y="77027"/>
                </a:cubicBezTo>
                <a:cubicBezTo>
                  <a:pt x="43084" y="76724"/>
                  <a:pt x="41529" y="64967"/>
                  <a:pt x="38570" y="41756"/>
                </a:cubicBezTo>
                <a:lnTo>
                  <a:pt x="34133" y="6827"/>
                </a:lnTo>
                <a:lnTo>
                  <a:pt x="26396" y="37546"/>
                </a:lnTo>
                <a:cubicBezTo>
                  <a:pt x="21314" y="57723"/>
                  <a:pt x="18773" y="68152"/>
                  <a:pt x="18773" y="68835"/>
                </a:cubicBezTo>
                <a:cubicBezTo>
                  <a:pt x="19228" y="71338"/>
                  <a:pt x="21959" y="72590"/>
                  <a:pt x="26965" y="72590"/>
                </a:cubicBezTo>
                <a:lnTo>
                  <a:pt x="28103" y="72590"/>
                </a:lnTo>
                <a:cubicBezTo>
                  <a:pt x="28558" y="72969"/>
                  <a:pt x="28823" y="73310"/>
                  <a:pt x="28899" y="73614"/>
                </a:cubicBezTo>
                <a:cubicBezTo>
                  <a:pt x="28975" y="73917"/>
                  <a:pt x="28861" y="74600"/>
                  <a:pt x="28558" y="75662"/>
                </a:cubicBezTo>
                <a:cubicBezTo>
                  <a:pt x="28255" y="76875"/>
                  <a:pt x="27951" y="77558"/>
                  <a:pt x="27648" y="77710"/>
                </a:cubicBezTo>
                <a:cubicBezTo>
                  <a:pt x="27344" y="77785"/>
                  <a:pt x="26927" y="77823"/>
                  <a:pt x="26396" y="77823"/>
                </a:cubicBezTo>
                <a:cubicBezTo>
                  <a:pt x="26245" y="77823"/>
                  <a:pt x="25789" y="77823"/>
                  <a:pt x="25031" y="77823"/>
                </a:cubicBezTo>
                <a:cubicBezTo>
                  <a:pt x="24272" y="77823"/>
                  <a:pt x="22983" y="77785"/>
                  <a:pt x="21162" y="77710"/>
                </a:cubicBezTo>
                <a:cubicBezTo>
                  <a:pt x="19342" y="77634"/>
                  <a:pt x="16915" y="77596"/>
                  <a:pt x="13881" y="77596"/>
                </a:cubicBezTo>
                <a:cubicBezTo>
                  <a:pt x="11605" y="77596"/>
                  <a:pt x="9254" y="77634"/>
                  <a:pt x="6827" y="77710"/>
                </a:cubicBezTo>
                <a:cubicBezTo>
                  <a:pt x="4399" y="77785"/>
                  <a:pt x="2996" y="77823"/>
                  <a:pt x="2617" y="77823"/>
                </a:cubicBezTo>
                <a:cubicBezTo>
                  <a:pt x="1479" y="77823"/>
                  <a:pt x="759" y="77748"/>
                  <a:pt x="455" y="77596"/>
                </a:cubicBezTo>
                <a:cubicBezTo>
                  <a:pt x="152" y="77444"/>
                  <a:pt x="0" y="77103"/>
                  <a:pt x="0" y="76572"/>
                </a:cubicBezTo>
                <a:cubicBezTo>
                  <a:pt x="0" y="76420"/>
                  <a:pt x="114" y="75889"/>
                  <a:pt x="341" y="74979"/>
                </a:cubicBezTo>
                <a:cubicBezTo>
                  <a:pt x="569" y="74069"/>
                  <a:pt x="759" y="73500"/>
                  <a:pt x="910" y="73272"/>
                </a:cubicBezTo>
                <a:cubicBezTo>
                  <a:pt x="1062" y="72817"/>
                  <a:pt x="1896" y="72590"/>
                  <a:pt x="3413" y="72590"/>
                </a:cubicBezTo>
                <a:cubicBezTo>
                  <a:pt x="8723" y="72590"/>
                  <a:pt x="12098" y="71073"/>
                  <a:pt x="13539" y="68039"/>
                </a:cubicBezTo>
                <a:cubicBezTo>
                  <a:pt x="13843" y="67583"/>
                  <a:pt x="16460" y="57419"/>
                  <a:pt x="21390" y="37546"/>
                </a:cubicBezTo>
                <a:cubicBezTo>
                  <a:pt x="26320" y="17673"/>
                  <a:pt x="28823" y="7244"/>
                  <a:pt x="28899" y="62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3708E-61A5-40DA-A4BD-B37C3A9D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628" y="2107713"/>
            <a:ext cx="115597" cy="77823"/>
          </a:xfrm>
          <a:custGeom xmlns:a="http://schemas.openxmlformats.org/drawingml/2006/main">
            <a:pathLst>
              <a:path w="115597" h="77823" fill="none">
                <a:moveTo>
                  <a:pt x="28899" y="6258"/>
                </a:moveTo>
                <a:cubicBezTo>
                  <a:pt x="28899" y="5803"/>
                  <a:pt x="26738" y="5499"/>
                  <a:pt x="22414" y="5348"/>
                </a:cubicBezTo>
                <a:cubicBezTo>
                  <a:pt x="20594" y="5348"/>
                  <a:pt x="19418" y="5310"/>
                  <a:pt x="18887" y="5234"/>
                </a:cubicBezTo>
                <a:cubicBezTo>
                  <a:pt x="18356" y="5158"/>
                  <a:pt x="18091" y="4779"/>
                  <a:pt x="18091" y="4096"/>
                </a:cubicBezTo>
                <a:cubicBezTo>
                  <a:pt x="18091" y="4020"/>
                  <a:pt x="18166" y="3603"/>
                  <a:pt x="18318" y="2844"/>
                </a:cubicBezTo>
                <a:cubicBezTo>
                  <a:pt x="18394" y="2617"/>
                  <a:pt x="18470" y="2351"/>
                  <a:pt x="18546" y="2048"/>
                </a:cubicBezTo>
                <a:cubicBezTo>
                  <a:pt x="18621" y="1745"/>
                  <a:pt x="18659" y="1555"/>
                  <a:pt x="18659" y="1479"/>
                </a:cubicBezTo>
                <a:cubicBezTo>
                  <a:pt x="18659" y="1403"/>
                  <a:pt x="18735" y="1214"/>
                  <a:pt x="18887" y="910"/>
                </a:cubicBezTo>
                <a:cubicBezTo>
                  <a:pt x="19039" y="607"/>
                  <a:pt x="19115" y="493"/>
                  <a:pt x="19115" y="569"/>
                </a:cubicBezTo>
                <a:cubicBezTo>
                  <a:pt x="19115" y="645"/>
                  <a:pt x="19266" y="569"/>
                  <a:pt x="19570" y="341"/>
                </a:cubicBezTo>
                <a:cubicBezTo>
                  <a:pt x="19873" y="114"/>
                  <a:pt x="20063" y="38"/>
                  <a:pt x="20139" y="114"/>
                </a:cubicBezTo>
                <a:cubicBezTo>
                  <a:pt x="20214" y="190"/>
                  <a:pt x="20518" y="190"/>
                  <a:pt x="21049" y="114"/>
                </a:cubicBezTo>
                <a:cubicBezTo>
                  <a:pt x="21580" y="38"/>
                  <a:pt x="22035" y="0"/>
                  <a:pt x="22414" y="0"/>
                </a:cubicBezTo>
                <a:cubicBezTo>
                  <a:pt x="22869" y="0"/>
                  <a:pt x="24007" y="0"/>
                  <a:pt x="25827" y="0"/>
                </a:cubicBezTo>
                <a:cubicBezTo>
                  <a:pt x="27648" y="0"/>
                  <a:pt x="29354" y="38"/>
                  <a:pt x="30947" y="114"/>
                </a:cubicBezTo>
                <a:cubicBezTo>
                  <a:pt x="36940" y="114"/>
                  <a:pt x="40391" y="114"/>
                  <a:pt x="41301" y="114"/>
                </a:cubicBezTo>
                <a:cubicBezTo>
                  <a:pt x="42211" y="114"/>
                  <a:pt x="42818" y="303"/>
                  <a:pt x="43121" y="683"/>
                </a:cubicBezTo>
                <a:cubicBezTo>
                  <a:pt x="43197" y="986"/>
                  <a:pt x="44601" y="11681"/>
                  <a:pt x="47331" y="32768"/>
                </a:cubicBezTo>
                <a:lnTo>
                  <a:pt x="51427" y="64511"/>
                </a:lnTo>
                <a:lnTo>
                  <a:pt x="54044" y="60302"/>
                </a:lnTo>
                <a:cubicBezTo>
                  <a:pt x="55864" y="57571"/>
                  <a:pt x="58292" y="53779"/>
                  <a:pt x="61326" y="48924"/>
                </a:cubicBezTo>
                <a:cubicBezTo>
                  <a:pt x="64360" y="44070"/>
                  <a:pt x="67697" y="38760"/>
                  <a:pt x="71338" y="32995"/>
                </a:cubicBezTo>
                <a:cubicBezTo>
                  <a:pt x="84612" y="11833"/>
                  <a:pt x="91325" y="1176"/>
                  <a:pt x="91477" y="1024"/>
                </a:cubicBezTo>
                <a:cubicBezTo>
                  <a:pt x="91552" y="948"/>
                  <a:pt x="91666" y="834"/>
                  <a:pt x="91818" y="683"/>
                </a:cubicBezTo>
                <a:cubicBezTo>
                  <a:pt x="91970" y="531"/>
                  <a:pt x="92121" y="417"/>
                  <a:pt x="92273" y="341"/>
                </a:cubicBezTo>
                <a:lnTo>
                  <a:pt x="92956" y="114"/>
                </a:lnTo>
                <a:lnTo>
                  <a:pt x="103878" y="114"/>
                </a:lnTo>
                <a:cubicBezTo>
                  <a:pt x="105168" y="114"/>
                  <a:pt x="106685" y="114"/>
                  <a:pt x="108429" y="114"/>
                </a:cubicBezTo>
                <a:cubicBezTo>
                  <a:pt x="110174" y="114"/>
                  <a:pt x="111274" y="76"/>
                  <a:pt x="111729" y="0"/>
                </a:cubicBezTo>
                <a:cubicBezTo>
                  <a:pt x="114308" y="0"/>
                  <a:pt x="115597" y="417"/>
                  <a:pt x="115597" y="1252"/>
                </a:cubicBezTo>
                <a:cubicBezTo>
                  <a:pt x="115597" y="1631"/>
                  <a:pt x="115484" y="2276"/>
                  <a:pt x="115256" y="3186"/>
                </a:cubicBezTo>
                <a:cubicBezTo>
                  <a:pt x="115028" y="4096"/>
                  <a:pt x="114915" y="4589"/>
                  <a:pt x="114915" y="4665"/>
                </a:cubicBezTo>
                <a:cubicBezTo>
                  <a:pt x="114611" y="5120"/>
                  <a:pt x="113208" y="5348"/>
                  <a:pt x="110705" y="5348"/>
                </a:cubicBezTo>
                <a:cubicBezTo>
                  <a:pt x="107671" y="5423"/>
                  <a:pt x="105737" y="5537"/>
                  <a:pt x="104902" y="5689"/>
                </a:cubicBezTo>
                <a:cubicBezTo>
                  <a:pt x="104068" y="5841"/>
                  <a:pt x="103385" y="6258"/>
                  <a:pt x="102854" y="6940"/>
                </a:cubicBezTo>
                <a:cubicBezTo>
                  <a:pt x="102627" y="7320"/>
                  <a:pt x="99896" y="18053"/>
                  <a:pt x="94662" y="39139"/>
                </a:cubicBezTo>
                <a:cubicBezTo>
                  <a:pt x="89429" y="60226"/>
                  <a:pt x="86774" y="70883"/>
                  <a:pt x="86698" y="71111"/>
                </a:cubicBezTo>
                <a:cubicBezTo>
                  <a:pt x="86698" y="71414"/>
                  <a:pt x="86736" y="71604"/>
                  <a:pt x="86812" y="71679"/>
                </a:cubicBezTo>
                <a:cubicBezTo>
                  <a:pt x="86888" y="71755"/>
                  <a:pt x="87153" y="71907"/>
                  <a:pt x="87608" y="72135"/>
                </a:cubicBezTo>
                <a:cubicBezTo>
                  <a:pt x="88063" y="72362"/>
                  <a:pt x="88708" y="72438"/>
                  <a:pt x="89542" y="72362"/>
                </a:cubicBezTo>
                <a:cubicBezTo>
                  <a:pt x="90377" y="72286"/>
                  <a:pt x="91628" y="72362"/>
                  <a:pt x="93297" y="72590"/>
                </a:cubicBezTo>
                <a:lnTo>
                  <a:pt x="96824" y="72590"/>
                </a:lnTo>
                <a:cubicBezTo>
                  <a:pt x="97279" y="73272"/>
                  <a:pt x="97507" y="73689"/>
                  <a:pt x="97507" y="73841"/>
                </a:cubicBezTo>
                <a:cubicBezTo>
                  <a:pt x="97507" y="75055"/>
                  <a:pt x="97241" y="76193"/>
                  <a:pt x="96710" y="77254"/>
                </a:cubicBezTo>
                <a:cubicBezTo>
                  <a:pt x="96331" y="77634"/>
                  <a:pt x="95724" y="77823"/>
                  <a:pt x="94890" y="77823"/>
                </a:cubicBezTo>
                <a:cubicBezTo>
                  <a:pt x="94511" y="77823"/>
                  <a:pt x="92956" y="77785"/>
                  <a:pt x="90225" y="77710"/>
                </a:cubicBezTo>
                <a:cubicBezTo>
                  <a:pt x="87494" y="77634"/>
                  <a:pt x="84005" y="77596"/>
                  <a:pt x="79758" y="77596"/>
                </a:cubicBezTo>
                <a:cubicBezTo>
                  <a:pt x="75131" y="77596"/>
                  <a:pt x="71642" y="77596"/>
                  <a:pt x="69290" y="77596"/>
                </a:cubicBezTo>
                <a:cubicBezTo>
                  <a:pt x="66939" y="77596"/>
                  <a:pt x="65611" y="77634"/>
                  <a:pt x="65308" y="77710"/>
                </a:cubicBezTo>
                <a:cubicBezTo>
                  <a:pt x="64018" y="77710"/>
                  <a:pt x="63374" y="77330"/>
                  <a:pt x="63374" y="76572"/>
                </a:cubicBezTo>
                <a:cubicBezTo>
                  <a:pt x="63374" y="76420"/>
                  <a:pt x="63450" y="75889"/>
                  <a:pt x="63601" y="74979"/>
                </a:cubicBezTo>
                <a:cubicBezTo>
                  <a:pt x="63905" y="73765"/>
                  <a:pt x="64208" y="73083"/>
                  <a:pt x="64511" y="72931"/>
                </a:cubicBezTo>
                <a:cubicBezTo>
                  <a:pt x="64815" y="72779"/>
                  <a:pt x="65687" y="72665"/>
                  <a:pt x="67128" y="72590"/>
                </a:cubicBezTo>
                <a:cubicBezTo>
                  <a:pt x="69176" y="72590"/>
                  <a:pt x="71452" y="72476"/>
                  <a:pt x="73955" y="72248"/>
                </a:cubicBezTo>
                <a:cubicBezTo>
                  <a:pt x="75017" y="72021"/>
                  <a:pt x="75737" y="71566"/>
                  <a:pt x="76117" y="70883"/>
                </a:cubicBezTo>
                <a:cubicBezTo>
                  <a:pt x="76268" y="70580"/>
                  <a:pt x="77710" y="65042"/>
                  <a:pt x="80440" y="54272"/>
                </a:cubicBezTo>
                <a:cubicBezTo>
                  <a:pt x="83171" y="43501"/>
                  <a:pt x="85864" y="32768"/>
                  <a:pt x="88518" y="22073"/>
                </a:cubicBezTo>
                <a:cubicBezTo>
                  <a:pt x="91173" y="11378"/>
                  <a:pt x="92501" y="6030"/>
                  <a:pt x="92501" y="6030"/>
                </a:cubicBezTo>
                <a:lnTo>
                  <a:pt x="70428" y="41187"/>
                </a:lnTo>
                <a:cubicBezTo>
                  <a:pt x="55561" y="64853"/>
                  <a:pt x="47938" y="76875"/>
                  <a:pt x="47559" y="77254"/>
                </a:cubicBezTo>
                <a:cubicBezTo>
                  <a:pt x="47407" y="77330"/>
                  <a:pt x="47255" y="77406"/>
                  <a:pt x="47104" y="77482"/>
                </a:cubicBezTo>
                <a:cubicBezTo>
                  <a:pt x="46724" y="77710"/>
                  <a:pt x="46118" y="77823"/>
                  <a:pt x="45283" y="77823"/>
                </a:cubicBezTo>
                <a:cubicBezTo>
                  <a:pt x="44145" y="77823"/>
                  <a:pt x="43463" y="77558"/>
                  <a:pt x="43235" y="77027"/>
                </a:cubicBezTo>
                <a:cubicBezTo>
                  <a:pt x="43084" y="76724"/>
                  <a:pt x="41529" y="64967"/>
                  <a:pt x="38570" y="41756"/>
                </a:cubicBezTo>
                <a:lnTo>
                  <a:pt x="34133" y="6827"/>
                </a:lnTo>
                <a:lnTo>
                  <a:pt x="26396" y="37546"/>
                </a:lnTo>
                <a:cubicBezTo>
                  <a:pt x="21314" y="57723"/>
                  <a:pt x="18773" y="68152"/>
                  <a:pt x="18773" y="68835"/>
                </a:cubicBezTo>
                <a:cubicBezTo>
                  <a:pt x="19228" y="71338"/>
                  <a:pt x="21959" y="72590"/>
                  <a:pt x="26965" y="72590"/>
                </a:cubicBezTo>
                <a:lnTo>
                  <a:pt x="28103" y="72590"/>
                </a:lnTo>
                <a:cubicBezTo>
                  <a:pt x="28558" y="72969"/>
                  <a:pt x="28823" y="73310"/>
                  <a:pt x="28899" y="73614"/>
                </a:cubicBezTo>
                <a:cubicBezTo>
                  <a:pt x="28975" y="73917"/>
                  <a:pt x="28861" y="74600"/>
                  <a:pt x="28558" y="75662"/>
                </a:cubicBezTo>
                <a:cubicBezTo>
                  <a:pt x="28255" y="76875"/>
                  <a:pt x="27951" y="77558"/>
                  <a:pt x="27648" y="77710"/>
                </a:cubicBezTo>
                <a:cubicBezTo>
                  <a:pt x="27344" y="77785"/>
                  <a:pt x="26927" y="77823"/>
                  <a:pt x="26396" y="77823"/>
                </a:cubicBezTo>
                <a:cubicBezTo>
                  <a:pt x="26245" y="77823"/>
                  <a:pt x="25789" y="77823"/>
                  <a:pt x="25031" y="77823"/>
                </a:cubicBezTo>
                <a:cubicBezTo>
                  <a:pt x="24272" y="77823"/>
                  <a:pt x="22983" y="77785"/>
                  <a:pt x="21162" y="77710"/>
                </a:cubicBezTo>
                <a:cubicBezTo>
                  <a:pt x="19342" y="77634"/>
                  <a:pt x="16915" y="77596"/>
                  <a:pt x="13881" y="77596"/>
                </a:cubicBezTo>
                <a:cubicBezTo>
                  <a:pt x="11605" y="77596"/>
                  <a:pt x="9254" y="77634"/>
                  <a:pt x="6827" y="77710"/>
                </a:cubicBezTo>
                <a:cubicBezTo>
                  <a:pt x="4399" y="77785"/>
                  <a:pt x="2996" y="77823"/>
                  <a:pt x="2617" y="77823"/>
                </a:cubicBezTo>
                <a:cubicBezTo>
                  <a:pt x="1479" y="77823"/>
                  <a:pt x="759" y="77748"/>
                  <a:pt x="455" y="77596"/>
                </a:cubicBezTo>
                <a:cubicBezTo>
                  <a:pt x="152" y="77444"/>
                  <a:pt x="0" y="77103"/>
                  <a:pt x="0" y="76572"/>
                </a:cubicBezTo>
                <a:cubicBezTo>
                  <a:pt x="0" y="76420"/>
                  <a:pt x="114" y="75889"/>
                  <a:pt x="341" y="74979"/>
                </a:cubicBezTo>
                <a:cubicBezTo>
                  <a:pt x="569" y="74069"/>
                  <a:pt x="759" y="73500"/>
                  <a:pt x="910" y="73272"/>
                </a:cubicBezTo>
                <a:cubicBezTo>
                  <a:pt x="1062" y="72817"/>
                  <a:pt x="1896" y="72590"/>
                  <a:pt x="3413" y="72590"/>
                </a:cubicBezTo>
                <a:cubicBezTo>
                  <a:pt x="8723" y="72590"/>
                  <a:pt x="12098" y="71073"/>
                  <a:pt x="13539" y="68039"/>
                </a:cubicBezTo>
                <a:cubicBezTo>
                  <a:pt x="13843" y="67583"/>
                  <a:pt x="16460" y="57419"/>
                  <a:pt x="21390" y="37546"/>
                </a:cubicBezTo>
                <a:cubicBezTo>
                  <a:pt x="26320" y="17673"/>
                  <a:pt x="28823" y="7244"/>
                  <a:pt x="28899" y="625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02749-C84A-4D2F-BC31-6D65EA98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207" y="2104072"/>
            <a:ext cx="78620" cy="81464"/>
          </a:xfrm>
          <a:custGeom xmlns:a="http://schemas.openxmlformats.org/drawingml/2006/main">
            <a:pathLst>
              <a:path w="78620" h="81464">
                <a:moveTo>
                  <a:pt x="19683" y="73045"/>
                </a:moveTo>
                <a:cubicBezTo>
                  <a:pt x="19683" y="74865"/>
                  <a:pt x="21428" y="75927"/>
                  <a:pt x="24917" y="76230"/>
                </a:cubicBezTo>
                <a:cubicBezTo>
                  <a:pt x="26282" y="76230"/>
                  <a:pt x="26965" y="76648"/>
                  <a:pt x="26965" y="77482"/>
                </a:cubicBezTo>
                <a:cubicBezTo>
                  <a:pt x="26965" y="77558"/>
                  <a:pt x="26889" y="78051"/>
                  <a:pt x="26738" y="78961"/>
                </a:cubicBezTo>
                <a:cubicBezTo>
                  <a:pt x="26510" y="80023"/>
                  <a:pt x="26282" y="80706"/>
                  <a:pt x="26055" y="81009"/>
                </a:cubicBezTo>
                <a:cubicBezTo>
                  <a:pt x="25827" y="81313"/>
                  <a:pt x="25334" y="81464"/>
                  <a:pt x="24576" y="81464"/>
                </a:cubicBezTo>
                <a:cubicBezTo>
                  <a:pt x="24424" y="81464"/>
                  <a:pt x="23969" y="81464"/>
                  <a:pt x="23210" y="81464"/>
                </a:cubicBezTo>
                <a:cubicBezTo>
                  <a:pt x="22452" y="81464"/>
                  <a:pt x="21162" y="81426"/>
                  <a:pt x="19342" y="81350"/>
                </a:cubicBezTo>
                <a:cubicBezTo>
                  <a:pt x="17522" y="81275"/>
                  <a:pt x="15094" y="81237"/>
                  <a:pt x="12060" y="81237"/>
                </a:cubicBezTo>
                <a:cubicBezTo>
                  <a:pt x="6675" y="81237"/>
                  <a:pt x="3224" y="81313"/>
                  <a:pt x="1707" y="81464"/>
                </a:cubicBezTo>
                <a:lnTo>
                  <a:pt x="796" y="81464"/>
                </a:lnTo>
                <a:cubicBezTo>
                  <a:pt x="265" y="80933"/>
                  <a:pt x="0" y="80516"/>
                  <a:pt x="0" y="80213"/>
                </a:cubicBezTo>
                <a:cubicBezTo>
                  <a:pt x="152" y="78165"/>
                  <a:pt x="645" y="76837"/>
                  <a:pt x="1479" y="76230"/>
                </a:cubicBezTo>
                <a:lnTo>
                  <a:pt x="3072" y="76230"/>
                </a:lnTo>
                <a:cubicBezTo>
                  <a:pt x="8382" y="76003"/>
                  <a:pt x="12250" y="74107"/>
                  <a:pt x="14677" y="70542"/>
                </a:cubicBezTo>
                <a:cubicBezTo>
                  <a:pt x="15132" y="70087"/>
                  <a:pt x="21997" y="58519"/>
                  <a:pt x="35271" y="35840"/>
                </a:cubicBezTo>
                <a:cubicBezTo>
                  <a:pt x="48545" y="13160"/>
                  <a:pt x="55296" y="1669"/>
                  <a:pt x="55523" y="1365"/>
                </a:cubicBezTo>
                <a:cubicBezTo>
                  <a:pt x="56054" y="455"/>
                  <a:pt x="56964" y="0"/>
                  <a:pt x="58254" y="0"/>
                </a:cubicBezTo>
                <a:lnTo>
                  <a:pt x="59164" y="0"/>
                </a:lnTo>
                <a:lnTo>
                  <a:pt x="61098" y="0"/>
                </a:lnTo>
                <a:cubicBezTo>
                  <a:pt x="61553" y="683"/>
                  <a:pt x="61781" y="1062"/>
                  <a:pt x="61781" y="1138"/>
                </a:cubicBezTo>
                <a:lnTo>
                  <a:pt x="64967" y="37888"/>
                </a:lnTo>
                <a:cubicBezTo>
                  <a:pt x="67090" y="62388"/>
                  <a:pt x="68228" y="74751"/>
                  <a:pt x="68380" y="74979"/>
                </a:cubicBezTo>
                <a:cubicBezTo>
                  <a:pt x="68759" y="75813"/>
                  <a:pt x="71224" y="76230"/>
                  <a:pt x="75775" y="76230"/>
                </a:cubicBezTo>
                <a:cubicBezTo>
                  <a:pt x="77672" y="76230"/>
                  <a:pt x="78620" y="76610"/>
                  <a:pt x="78620" y="77368"/>
                </a:cubicBezTo>
                <a:cubicBezTo>
                  <a:pt x="78620" y="77520"/>
                  <a:pt x="78506" y="78051"/>
                  <a:pt x="78278" y="78961"/>
                </a:cubicBezTo>
                <a:cubicBezTo>
                  <a:pt x="78051" y="80099"/>
                  <a:pt x="77861" y="80782"/>
                  <a:pt x="77710" y="81009"/>
                </a:cubicBezTo>
                <a:cubicBezTo>
                  <a:pt x="77558" y="81237"/>
                  <a:pt x="77027" y="81388"/>
                  <a:pt x="76117" y="81464"/>
                </a:cubicBezTo>
                <a:cubicBezTo>
                  <a:pt x="75889" y="81464"/>
                  <a:pt x="75358" y="81464"/>
                  <a:pt x="74524" y="81464"/>
                </a:cubicBezTo>
                <a:cubicBezTo>
                  <a:pt x="73689" y="81464"/>
                  <a:pt x="72210" y="81426"/>
                  <a:pt x="70087" y="81350"/>
                </a:cubicBezTo>
                <a:cubicBezTo>
                  <a:pt x="67963" y="81275"/>
                  <a:pt x="65194" y="81237"/>
                  <a:pt x="61781" y="81237"/>
                </a:cubicBezTo>
                <a:cubicBezTo>
                  <a:pt x="54651" y="81237"/>
                  <a:pt x="49986" y="81313"/>
                  <a:pt x="47786" y="81464"/>
                </a:cubicBezTo>
                <a:lnTo>
                  <a:pt x="46421" y="81464"/>
                </a:lnTo>
                <a:cubicBezTo>
                  <a:pt x="45966" y="81009"/>
                  <a:pt x="45738" y="80668"/>
                  <a:pt x="45738" y="80440"/>
                </a:cubicBezTo>
                <a:cubicBezTo>
                  <a:pt x="45738" y="80213"/>
                  <a:pt x="45814" y="79530"/>
                  <a:pt x="45966" y="78392"/>
                </a:cubicBezTo>
                <a:cubicBezTo>
                  <a:pt x="46269" y="77406"/>
                  <a:pt x="46497" y="76799"/>
                  <a:pt x="46649" y="76572"/>
                </a:cubicBezTo>
                <a:lnTo>
                  <a:pt x="47104" y="76230"/>
                </a:lnTo>
                <a:lnTo>
                  <a:pt x="49379" y="76230"/>
                </a:lnTo>
                <a:cubicBezTo>
                  <a:pt x="53475" y="76003"/>
                  <a:pt x="55902" y="75358"/>
                  <a:pt x="56661" y="74296"/>
                </a:cubicBezTo>
                <a:lnTo>
                  <a:pt x="55296" y="57230"/>
                </a:lnTo>
                <a:lnTo>
                  <a:pt x="28217" y="57230"/>
                </a:lnTo>
                <a:lnTo>
                  <a:pt x="24348" y="63829"/>
                </a:lnTo>
                <a:cubicBezTo>
                  <a:pt x="21238" y="69063"/>
                  <a:pt x="19683" y="72135"/>
                  <a:pt x="19683" y="73045"/>
                </a:cubicBezTo>
                <a:close/>
                <a:moveTo>
                  <a:pt x="54727" y="51882"/>
                </a:moveTo>
                <a:cubicBezTo>
                  <a:pt x="54727" y="51048"/>
                  <a:pt x="54272" y="45131"/>
                  <a:pt x="53361" y="34133"/>
                </a:cubicBezTo>
                <a:cubicBezTo>
                  <a:pt x="52451" y="23135"/>
                  <a:pt x="51920" y="17597"/>
                  <a:pt x="51768" y="17522"/>
                </a:cubicBezTo>
                <a:lnTo>
                  <a:pt x="48696" y="22414"/>
                </a:lnTo>
                <a:cubicBezTo>
                  <a:pt x="47483" y="24462"/>
                  <a:pt x="45094" y="28520"/>
                  <a:pt x="41529" y="34588"/>
                </a:cubicBezTo>
                <a:lnTo>
                  <a:pt x="31289" y="51882"/>
                </a:lnTo>
                <a:lnTo>
                  <a:pt x="43008" y="51996"/>
                </a:lnTo>
                <a:cubicBezTo>
                  <a:pt x="50820" y="51996"/>
                  <a:pt x="54727" y="51958"/>
                  <a:pt x="54727" y="518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AA5FE-5994-46DA-9C73-2F824EB8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207" y="2104072"/>
            <a:ext cx="78620" cy="81464"/>
          </a:xfrm>
          <a:custGeom xmlns:a="http://schemas.openxmlformats.org/drawingml/2006/main">
            <a:pathLst>
              <a:path w="78620" h="81464" fill="none">
                <a:moveTo>
                  <a:pt x="19683" y="73045"/>
                </a:moveTo>
                <a:cubicBezTo>
                  <a:pt x="19683" y="74865"/>
                  <a:pt x="21428" y="75927"/>
                  <a:pt x="24917" y="76230"/>
                </a:cubicBezTo>
                <a:cubicBezTo>
                  <a:pt x="26282" y="76230"/>
                  <a:pt x="26965" y="76648"/>
                  <a:pt x="26965" y="77482"/>
                </a:cubicBezTo>
                <a:cubicBezTo>
                  <a:pt x="26965" y="77558"/>
                  <a:pt x="26889" y="78051"/>
                  <a:pt x="26738" y="78961"/>
                </a:cubicBezTo>
                <a:cubicBezTo>
                  <a:pt x="26510" y="80023"/>
                  <a:pt x="26282" y="80706"/>
                  <a:pt x="26055" y="81009"/>
                </a:cubicBezTo>
                <a:cubicBezTo>
                  <a:pt x="25827" y="81313"/>
                  <a:pt x="25334" y="81464"/>
                  <a:pt x="24576" y="81464"/>
                </a:cubicBezTo>
                <a:cubicBezTo>
                  <a:pt x="24424" y="81464"/>
                  <a:pt x="23969" y="81464"/>
                  <a:pt x="23210" y="81464"/>
                </a:cubicBezTo>
                <a:cubicBezTo>
                  <a:pt x="22452" y="81464"/>
                  <a:pt x="21162" y="81426"/>
                  <a:pt x="19342" y="81350"/>
                </a:cubicBezTo>
                <a:cubicBezTo>
                  <a:pt x="17522" y="81275"/>
                  <a:pt x="15094" y="81237"/>
                  <a:pt x="12060" y="81237"/>
                </a:cubicBezTo>
                <a:cubicBezTo>
                  <a:pt x="6675" y="81237"/>
                  <a:pt x="3224" y="81313"/>
                  <a:pt x="1707" y="81464"/>
                </a:cubicBezTo>
                <a:lnTo>
                  <a:pt x="796" y="81464"/>
                </a:lnTo>
                <a:cubicBezTo>
                  <a:pt x="265" y="80933"/>
                  <a:pt x="0" y="80516"/>
                  <a:pt x="0" y="80213"/>
                </a:cubicBezTo>
                <a:cubicBezTo>
                  <a:pt x="152" y="78165"/>
                  <a:pt x="645" y="76837"/>
                  <a:pt x="1479" y="76230"/>
                </a:cubicBezTo>
                <a:lnTo>
                  <a:pt x="3072" y="76230"/>
                </a:lnTo>
                <a:cubicBezTo>
                  <a:pt x="8382" y="76003"/>
                  <a:pt x="12250" y="74107"/>
                  <a:pt x="14677" y="70542"/>
                </a:cubicBezTo>
                <a:cubicBezTo>
                  <a:pt x="15132" y="70087"/>
                  <a:pt x="21997" y="58519"/>
                  <a:pt x="35271" y="35840"/>
                </a:cubicBezTo>
                <a:cubicBezTo>
                  <a:pt x="48545" y="13160"/>
                  <a:pt x="55296" y="1669"/>
                  <a:pt x="55523" y="1365"/>
                </a:cubicBezTo>
                <a:cubicBezTo>
                  <a:pt x="56054" y="455"/>
                  <a:pt x="56964" y="0"/>
                  <a:pt x="58254" y="0"/>
                </a:cubicBezTo>
                <a:lnTo>
                  <a:pt x="59164" y="0"/>
                </a:lnTo>
                <a:lnTo>
                  <a:pt x="61098" y="0"/>
                </a:lnTo>
                <a:cubicBezTo>
                  <a:pt x="61553" y="683"/>
                  <a:pt x="61781" y="1062"/>
                  <a:pt x="61781" y="1138"/>
                </a:cubicBezTo>
                <a:lnTo>
                  <a:pt x="64967" y="37888"/>
                </a:lnTo>
                <a:cubicBezTo>
                  <a:pt x="67090" y="62388"/>
                  <a:pt x="68228" y="74751"/>
                  <a:pt x="68380" y="74979"/>
                </a:cubicBezTo>
                <a:cubicBezTo>
                  <a:pt x="68759" y="75813"/>
                  <a:pt x="71224" y="76230"/>
                  <a:pt x="75775" y="76230"/>
                </a:cubicBezTo>
                <a:cubicBezTo>
                  <a:pt x="77672" y="76230"/>
                  <a:pt x="78620" y="76610"/>
                  <a:pt x="78620" y="77368"/>
                </a:cubicBezTo>
                <a:cubicBezTo>
                  <a:pt x="78620" y="77520"/>
                  <a:pt x="78506" y="78051"/>
                  <a:pt x="78278" y="78961"/>
                </a:cubicBezTo>
                <a:cubicBezTo>
                  <a:pt x="78051" y="80099"/>
                  <a:pt x="77861" y="80782"/>
                  <a:pt x="77710" y="81009"/>
                </a:cubicBezTo>
                <a:cubicBezTo>
                  <a:pt x="77558" y="81237"/>
                  <a:pt x="77027" y="81388"/>
                  <a:pt x="76117" y="81464"/>
                </a:cubicBezTo>
                <a:cubicBezTo>
                  <a:pt x="75889" y="81464"/>
                  <a:pt x="75358" y="81464"/>
                  <a:pt x="74524" y="81464"/>
                </a:cubicBezTo>
                <a:cubicBezTo>
                  <a:pt x="73689" y="81464"/>
                  <a:pt x="72210" y="81426"/>
                  <a:pt x="70087" y="81350"/>
                </a:cubicBezTo>
                <a:cubicBezTo>
                  <a:pt x="67963" y="81275"/>
                  <a:pt x="65194" y="81237"/>
                  <a:pt x="61781" y="81237"/>
                </a:cubicBezTo>
                <a:cubicBezTo>
                  <a:pt x="54651" y="81237"/>
                  <a:pt x="49986" y="81313"/>
                  <a:pt x="47786" y="81464"/>
                </a:cubicBezTo>
                <a:lnTo>
                  <a:pt x="46421" y="81464"/>
                </a:lnTo>
                <a:cubicBezTo>
                  <a:pt x="45966" y="81009"/>
                  <a:pt x="45738" y="80668"/>
                  <a:pt x="45738" y="80440"/>
                </a:cubicBezTo>
                <a:cubicBezTo>
                  <a:pt x="45738" y="80213"/>
                  <a:pt x="45814" y="79530"/>
                  <a:pt x="45966" y="78392"/>
                </a:cubicBezTo>
                <a:cubicBezTo>
                  <a:pt x="46269" y="77406"/>
                  <a:pt x="46497" y="76799"/>
                  <a:pt x="46649" y="76572"/>
                </a:cubicBezTo>
                <a:lnTo>
                  <a:pt x="47104" y="76230"/>
                </a:lnTo>
                <a:lnTo>
                  <a:pt x="49379" y="76230"/>
                </a:lnTo>
                <a:cubicBezTo>
                  <a:pt x="53475" y="76003"/>
                  <a:pt x="55902" y="75358"/>
                  <a:pt x="56661" y="74296"/>
                </a:cubicBezTo>
                <a:lnTo>
                  <a:pt x="55296" y="57230"/>
                </a:lnTo>
                <a:lnTo>
                  <a:pt x="28217" y="57230"/>
                </a:lnTo>
                <a:lnTo>
                  <a:pt x="24348" y="63829"/>
                </a:lnTo>
                <a:cubicBezTo>
                  <a:pt x="21238" y="69063"/>
                  <a:pt x="19683" y="72135"/>
                  <a:pt x="19683" y="73045"/>
                </a:cubicBezTo>
                <a:close/>
                <a:moveTo>
                  <a:pt x="54727" y="51882"/>
                </a:moveTo>
                <a:cubicBezTo>
                  <a:pt x="54727" y="51048"/>
                  <a:pt x="54272" y="45131"/>
                  <a:pt x="53361" y="34133"/>
                </a:cubicBezTo>
                <a:cubicBezTo>
                  <a:pt x="52451" y="23135"/>
                  <a:pt x="51920" y="17597"/>
                  <a:pt x="51768" y="17522"/>
                </a:cubicBezTo>
                <a:lnTo>
                  <a:pt x="48696" y="22414"/>
                </a:lnTo>
                <a:cubicBezTo>
                  <a:pt x="47483" y="24462"/>
                  <a:pt x="45094" y="28520"/>
                  <a:pt x="41529" y="34588"/>
                </a:cubicBezTo>
                <a:lnTo>
                  <a:pt x="31289" y="51882"/>
                </a:lnTo>
                <a:lnTo>
                  <a:pt x="43008" y="51996"/>
                </a:lnTo>
                <a:cubicBezTo>
                  <a:pt x="50820" y="51996"/>
                  <a:pt x="54727" y="51958"/>
                  <a:pt x="54727" y="518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2F255-FD30-4A38-8574-2426241B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537" y="2143780"/>
            <a:ext cx="75775" cy="26624"/>
          </a:xfrm>
          <a:custGeom xmlns:a="http://schemas.openxmlformats.org/drawingml/2006/main">
            <a:pathLst>
              <a:path w="75775" h="26624">
                <a:moveTo>
                  <a:pt x="0" y="2276"/>
                </a:moveTo>
                <a:cubicBezTo>
                  <a:pt x="0" y="1289"/>
                  <a:pt x="531" y="531"/>
                  <a:pt x="1593" y="0"/>
                </a:cubicBezTo>
                <a:lnTo>
                  <a:pt x="74069" y="0"/>
                </a:lnTo>
                <a:cubicBezTo>
                  <a:pt x="75207" y="607"/>
                  <a:pt x="75775" y="1365"/>
                  <a:pt x="75775" y="2276"/>
                </a:cubicBezTo>
                <a:cubicBezTo>
                  <a:pt x="75775" y="3110"/>
                  <a:pt x="75244" y="3830"/>
                  <a:pt x="74183" y="4437"/>
                </a:cubicBezTo>
                <a:lnTo>
                  <a:pt x="38001" y="4551"/>
                </a:lnTo>
                <a:lnTo>
                  <a:pt x="1820" y="4551"/>
                </a:lnTo>
                <a:cubicBezTo>
                  <a:pt x="607" y="4172"/>
                  <a:pt x="0" y="3413"/>
                  <a:pt x="0" y="2276"/>
                </a:cubicBezTo>
                <a:close/>
                <a:moveTo>
                  <a:pt x="0" y="24348"/>
                </a:moveTo>
                <a:cubicBezTo>
                  <a:pt x="0" y="23210"/>
                  <a:pt x="607" y="22452"/>
                  <a:pt x="1820" y="22073"/>
                </a:cubicBezTo>
                <a:lnTo>
                  <a:pt x="74183" y="22073"/>
                </a:lnTo>
                <a:cubicBezTo>
                  <a:pt x="75244" y="22831"/>
                  <a:pt x="75775" y="23590"/>
                  <a:pt x="75775" y="24348"/>
                </a:cubicBezTo>
                <a:cubicBezTo>
                  <a:pt x="75775" y="25334"/>
                  <a:pt x="75207" y="26093"/>
                  <a:pt x="74069" y="26624"/>
                </a:cubicBezTo>
                <a:lnTo>
                  <a:pt x="1593" y="26624"/>
                </a:lnTo>
                <a:cubicBezTo>
                  <a:pt x="531" y="26093"/>
                  <a:pt x="0" y="25334"/>
                  <a:pt x="0" y="2434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B9B11-95A2-4E1D-A367-7B211316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537" y="2143780"/>
            <a:ext cx="75775" cy="26624"/>
          </a:xfrm>
          <a:custGeom xmlns:a="http://schemas.openxmlformats.org/drawingml/2006/main">
            <a:pathLst>
              <a:path w="75775" h="26624" fill="none">
                <a:moveTo>
                  <a:pt x="0" y="2276"/>
                </a:moveTo>
                <a:cubicBezTo>
                  <a:pt x="0" y="1289"/>
                  <a:pt x="531" y="531"/>
                  <a:pt x="1593" y="0"/>
                </a:cubicBezTo>
                <a:lnTo>
                  <a:pt x="74069" y="0"/>
                </a:lnTo>
                <a:cubicBezTo>
                  <a:pt x="75207" y="607"/>
                  <a:pt x="75775" y="1365"/>
                  <a:pt x="75775" y="2276"/>
                </a:cubicBezTo>
                <a:cubicBezTo>
                  <a:pt x="75775" y="3110"/>
                  <a:pt x="75244" y="3830"/>
                  <a:pt x="74183" y="4437"/>
                </a:cubicBezTo>
                <a:lnTo>
                  <a:pt x="38001" y="4551"/>
                </a:lnTo>
                <a:lnTo>
                  <a:pt x="1820" y="4551"/>
                </a:lnTo>
                <a:cubicBezTo>
                  <a:pt x="607" y="4172"/>
                  <a:pt x="0" y="3413"/>
                  <a:pt x="0" y="2276"/>
                </a:cubicBezTo>
                <a:close/>
                <a:moveTo>
                  <a:pt x="0" y="24348"/>
                </a:moveTo>
                <a:cubicBezTo>
                  <a:pt x="0" y="23210"/>
                  <a:pt x="607" y="22452"/>
                  <a:pt x="1820" y="22073"/>
                </a:cubicBezTo>
                <a:lnTo>
                  <a:pt x="74183" y="22073"/>
                </a:lnTo>
                <a:cubicBezTo>
                  <a:pt x="75244" y="22831"/>
                  <a:pt x="75775" y="23590"/>
                  <a:pt x="75775" y="24348"/>
                </a:cubicBezTo>
                <a:cubicBezTo>
                  <a:pt x="75775" y="25334"/>
                  <a:pt x="75207" y="26093"/>
                  <a:pt x="74069" y="26624"/>
                </a:cubicBezTo>
                <a:lnTo>
                  <a:pt x="1593" y="26624"/>
                </a:lnTo>
                <a:cubicBezTo>
                  <a:pt x="531" y="26093"/>
                  <a:pt x="0" y="25334"/>
                  <a:pt x="0" y="243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4796A-E701-4CB1-A59E-41A44138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207" y="2105324"/>
            <a:ext cx="67470" cy="82716"/>
          </a:xfrm>
          <a:custGeom xmlns:a="http://schemas.openxmlformats.org/drawingml/2006/main">
            <a:pathLst>
              <a:path w="67470" h="82716">
                <a:moveTo>
                  <a:pt x="29127" y="77482"/>
                </a:moveTo>
                <a:cubicBezTo>
                  <a:pt x="33602" y="77482"/>
                  <a:pt x="37698" y="75510"/>
                  <a:pt x="41415" y="71566"/>
                </a:cubicBezTo>
                <a:cubicBezTo>
                  <a:pt x="45131" y="67621"/>
                  <a:pt x="47028" y="63032"/>
                  <a:pt x="47104" y="57799"/>
                </a:cubicBezTo>
                <a:cubicBezTo>
                  <a:pt x="47104" y="53020"/>
                  <a:pt x="45131" y="49720"/>
                  <a:pt x="41187" y="47900"/>
                </a:cubicBezTo>
                <a:cubicBezTo>
                  <a:pt x="33147" y="45852"/>
                  <a:pt x="27989" y="44449"/>
                  <a:pt x="25714" y="43690"/>
                </a:cubicBezTo>
                <a:cubicBezTo>
                  <a:pt x="23438" y="42932"/>
                  <a:pt x="21845" y="42173"/>
                  <a:pt x="20935" y="41415"/>
                </a:cubicBezTo>
                <a:cubicBezTo>
                  <a:pt x="16384" y="38229"/>
                  <a:pt x="14108" y="33640"/>
                  <a:pt x="14108" y="27648"/>
                </a:cubicBezTo>
                <a:cubicBezTo>
                  <a:pt x="14108" y="23021"/>
                  <a:pt x="15322" y="18811"/>
                  <a:pt x="17749" y="15019"/>
                </a:cubicBezTo>
                <a:cubicBezTo>
                  <a:pt x="20176" y="11226"/>
                  <a:pt x="22642" y="8382"/>
                  <a:pt x="25145" y="6485"/>
                </a:cubicBezTo>
                <a:cubicBezTo>
                  <a:pt x="27344" y="4589"/>
                  <a:pt x="29999" y="3072"/>
                  <a:pt x="33109" y="1934"/>
                </a:cubicBezTo>
                <a:cubicBezTo>
                  <a:pt x="36219" y="796"/>
                  <a:pt x="38646" y="190"/>
                  <a:pt x="40391" y="114"/>
                </a:cubicBezTo>
                <a:lnTo>
                  <a:pt x="41642" y="114"/>
                </a:lnTo>
                <a:lnTo>
                  <a:pt x="42439" y="114"/>
                </a:lnTo>
                <a:cubicBezTo>
                  <a:pt x="49720" y="114"/>
                  <a:pt x="54992" y="2541"/>
                  <a:pt x="58254" y="7395"/>
                </a:cubicBezTo>
                <a:cubicBezTo>
                  <a:pt x="58330" y="7395"/>
                  <a:pt x="58823" y="6902"/>
                  <a:pt x="59733" y="5916"/>
                </a:cubicBezTo>
                <a:cubicBezTo>
                  <a:pt x="60643" y="4930"/>
                  <a:pt x="61629" y="3830"/>
                  <a:pt x="62691" y="2617"/>
                </a:cubicBezTo>
                <a:cubicBezTo>
                  <a:pt x="63753" y="1403"/>
                  <a:pt x="64511" y="569"/>
                  <a:pt x="64967" y="114"/>
                </a:cubicBezTo>
                <a:cubicBezTo>
                  <a:pt x="65042" y="114"/>
                  <a:pt x="65194" y="114"/>
                  <a:pt x="65422" y="114"/>
                </a:cubicBezTo>
                <a:cubicBezTo>
                  <a:pt x="65649" y="114"/>
                  <a:pt x="65839" y="76"/>
                  <a:pt x="65991" y="0"/>
                </a:cubicBezTo>
                <a:cubicBezTo>
                  <a:pt x="66977" y="0"/>
                  <a:pt x="67470" y="265"/>
                  <a:pt x="67470" y="796"/>
                </a:cubicBezTo>
                <a:cubicBezTo>
                  <a:pt x="67470" y="1327"/>
                  <a:pt x="66408" y="5916"/>
                  <a:pt x="64284" y="14563"/>
                </a:cubicBezTo>
                <a:cubicBezTo>
                  <a:pt x="62160" y="23210"/>
                  <a:pt x="60946" y="27686"/>
                  <a:pt x="60643" y="27989"/>
                </a:cubicBezTo>
                <a:cubicBezTo>
                  <a:pt x="60340" y="28293"/>
                  <a:pt x="59733" y="28406"/>
                  <a:pt x="58823" y="28330"/>
                </a:cubicBezTo>
                <a:cubicBezTo>
                  <a:pt x="57306" y="28330"/>
                  <a:pt x="56547" y="27989"/>
                  <a:pt x="56547" y="27306"/>
                </a:cubicBezTo>
                <a:cubicBezTo>
                  <a:pt x="56547" y="26851"/>
                  <a:pt x="56585" y="26472"/>
                  <a:pt x="56661" y="26169"/>
                </a:cubicBezTo>
                <a:cubicBezTo>
                  <a:pt x="56661" y="25941"/>
                  <a:pt x="56699" y="25221"/>
                  <a:pt x="56775" y="24007"/>
                </a:cubicBezTo>
                <a:cubicBezTo>
                  <a:pt x="56851" y="22793"/>
                  <a:pt x="56926" y="21807"/>
                  <a:pt x="57002" y="21049"/>
                </a:cubicBezTo>
                <a:cubicBezTo>
                  <a:pt x="57002" y="18470"/>
                  <a:pt x="56661" y="16232"/>
                  <a:pt x="55978" y="14336"/>
                </a:cubicBezTo>
                <a:cubicBezTo>
                  <a:pt x="55296" y="12440"/>
                  <a:pt x="54613" y="11036"/>
                  <a:pt x="53930" y="10126"/>
                </a:cubicBezTo>
                <a:cubicBezTo>
                  <a:pt x="53248" y="9216"/>
                  <a:pt x="52299" y="8268"/>
                  <a:pt x="51086" y="7282"/>
                </a:cubicBezTo>
                <a:cubicBezTo>
                  <a:pt x="48355" y="5689"/>
                  <a:pt x="45245" y="4892"/>
                  <a:pt x="41756" y="4892"/>
                </a:cubicBezTo>
                <a:cubicBezTo>
                  <a:pt x="37433" y="4892"/>
                  <a:pt x="33412" y="6637"/>
                  <a:pt x="29696" y="10126"/>
                </a:cubicBezTo>
                <a:cubicBezTo>
                  <a:pt x="25979" y="13615"/>
                  <a:pt x="24083" y="17635"/>
                  <a:pt x="24007" y="22186"/>
                </a:cubicBezTo>
                <a:cubicBezTo>
                  <a:pt x="24007" y="24462"/>
                  <a:pt x="24576" y="26434"/>
                  <a:pt x="25714" y="28103"/>
                </a:cubicBezTo>
                <a:cubicBezTo>
                  <a:pt x="26851" y="29772"/>
                  <a:pt x="28406" y="30947"/>
                  <a:pt x="30378" y="31630"/>
                </a:cubicBezTo>
                <a:cubicBezTo>
                  <a:pt x="30682" y="31782"/>
                  <a:pt x="33337" y="32502"/>
                  <a:pt x="38343" y="33792"/>
                </a:cubicBezTo>
                <a:cubicBezTo>
                  <a:pt x="43349" y="35081"/>
                  <a:pt x="45890" y="35764"/>
                  <a:pt x="45966" y="35840"/>
                </a:cubicBezTo>
                <a:cubicBezTo>
                  <a:pt x="48545" y="36674"/>
                  <a:pt x="51048" y="38495"/>
                  <a:pt x="53475" y="41301"/>
                </a:cubicBezTo>
                <a:cubicBezTo>
                  <a:pt x="55902" y="44107"/>
                  <a:pt x="57116" y="47900"/>
                  <a:pt x="57116" y="52679"/>
                </a:cubicBezTo>
                <a:cubicBezTo>
                  <a:pt x="57116" y="54651"/>
                  <a:pt x="56813" y="56775"/>
                  <a:pt x="56206" y="59050"/>
                </a:cubicBezTo>
                <a:cubicBezTo>
                  <a:pt x="55827" y="60719"/>
                  <a:pt x="55144" y="62577"/>
                  <a:pt x="54158" y="64625"/>
                </a:cubicBezTo>
                <a:cubicBezTo>
                  <a:pt x="53172" y="66673"/>
                  <a:pt x="51806" y="68911"/>
                  <a:pt x="50062" y="71338"/>
                </a:cubicBezTo>
                <a:cubicBezTo>
                  <a:pt x="48317" y="73765"/>
                  <a:pt x="45814" y="76041"/>
                  <a:pt x="42553" y="78165"/>
                </a:cubicBezTo>
                <a:cubicBezTo>
                  <a:pt x="39291" y="80289"/>
                  <a:pt x="35726" y="81730"/>
                  <a:pt x="31858" y="82488"/>
                </a:cubicBezTo>
                <a:cubicBezTo>
                  <a:pt x="30947" y="82640"/>
                  <a:pt x="29658" y="82716"/>
                  <a:pt x="27989" y="82716"/>
                </a:cubicBezTo>
                <a:cubicBezTo>
                  <a:pt x="20480" y="82716"/>
                  <a:pt x="14639" y="80630"/>
                  <a:pt x="10467" y="76458"/>
                </a:cubicBezTo>
                <a:lnTo>
                  <a:pt x="9330" y="75207"/>
                </a:lnTo>
                <a:lnTo>
                  <a:pt x="6144" y="78734"/>
                </a:lnTo>
                <a:cubicBezTo>
                  <a:pt x="4399" y="80782"/>
                  <a:pt x="3337" y="81957"/>
                  <a:pt x="2958" y="82261"/>
                </a:cubicBezTo>
                <a:cubicBezTo>
                  <a:pt x="2579" y="82564"/>
                  <a:pt x="2086" y="82716"/>
                  <a:pt x="1479" y="82716"/>
                </a:cubicBezTo>
                <a:cubicBezTo>
                  <a:pt x="493" y="82716"/>
                  <a:pt x="0" y="82412"/>
                  <a:pt x="0" y="81806"/>
                </a:cubicBezTo>
                <a:cubicBezTo>
                  <a:pt x="0" y="81578"/>
                  <a:pt x="2200" y="72665"/>
                  <a:pt x="6599" y="55068"/>
                </a:cubicBezTo>
                <a:cubicBezTo>
                  <a:pt x="6751" y="54613"/>
                  <a:pt x="7509" y="54385"/>
                  <a:pt x="8875" y="54385"/>
                </a:cubicBezTo>
                <a:lnTo>
                  <a:pt x="10354" y="54385"/>
                </a:lnTo>
                <a:cubicBezTo>
                  <a:pt x="10809" y="54840"/>
                  <a:pt x="11036" y="55258"/>
                  <a:pt x="11036" y="55637"/>
                </a:cubicBezTo>
                <a:cubicBezTo>
                  <a:pt x="11036" y="55789"/>
                  <a:pt x="10998" y="56130"/>
                  <a:pt x="10923" y="56661"/>
                </a:cubicBezTo>
                <a:cubicBezTo>
                  <a:pt x="10847" y="57192"/>
                  <a:pt x="10695" y="57988"/>
                  <a:pt x="10467" y="59050"/>
                </a:cubicBezTo>
                <a:cubicBezTo>
                  <a:pt x="10240" y="60112"/>
                  <a:pt x="10164" y="61364"/>
                  <a:pt x="10240" y="62805"/>
                </a:cubicBezTo>
                <a:cubicBezTo>
                  <a:pt x="10392" y="65763"/>
                  <a:pt x="11074" y="68266"/>
                  <a:pt x="12288" y="70314"/>
                </a:cubicBezTo>
                <a:cubicBezTo>
                  <a:pt x="13502" y="72362"/>
                  <a:pt x="15132" y="73879"/>
                  <a:pt x="17180" y="74865"/>
                </a:cubicBezTo>
                <a:cubicBezTo>
                  <a:pt x="19228" y="75851"/>
                  <a:pt x="21200" y="76534"/>
                  <a:pt x="23097" y="76913"/>
                </a:cubicBezTo>
                <a:cubicBezTo>
                  <a:pt x="24993" y="77292"/>
                  <a:pt x="27003" y="77482"/>
                  <a:pt x="29127" y="774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D5571-57EF-430B-BD9A-12B5EAE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207" y="2105324"/>
            <a:ext cx="67470" cy="82716"/>
          </a:xfrm>
          <a:custGeom xmlns:a="http://schemas.openxmlformats.org/drawingml/2006/main">
            <a:pathLst>
              <a:path w="67470" h="82716" fill="none">
                <a:moveTo>
                  <a:pt x="29127" y="77482"/>
                </a:moveTo>
                <a:cubicBezTo>
                  <a:pt x="33602" y="77482"/>
                  <a:pt x="37698" y="75510"/>
                  <a:pt x="41415" y="71566"/>
                </a:cubicBezTo>
                <a:cubicBezTo>
                  <a:pt x="45131" y="67621"/>
                  <a:pt x="47028" y="63032"/>
                  <a:pt x="47104" y="57799"/>
                </a:cubicBezTo>
                <a:cubicBezTo>
                  <a:pt x="47104" y="53020"/>
                  <a:pt x="45131" y="49720"/>
                  <a:pt x="41187" y="47900"/>
                </a:cubicBezTo>
                <a:cubicBezTo>
                  <a:pt x="33147" y="45852"/>
                  <a:pt x="27989" y="44449"/>
                  <a:pt x="25714" y="43690"/>
                </a:cubicBezTo>
                <a:cubicBezTo>
                  <a:pt x="23438" y="42932"/>
                  <a:pt x="21845" y="42173"/>
                  <a:pt x="20935" y="41415"/>
                </a:cubicBezTo>
                <a:cubicBezTo>
                  <a:pt x="16384" y="38229"/>
                  <a:pt x="14108" y="33640"/>
                  <a:pt x="14108" y="27648"/>
                </a:cubicBezTo>
                <a:cubicBezTo>
                  <a:pt x="14108" y="23021"/>
                  <a:pt x="15322" y="18811"/>
                  <a:pt x="17749" y="15019"/>
                </a:cubicBezTo>
                <a:cubicBezTo>
                  <a:pt x="20176" y="11226"/>
                  <a:pt x="22642" y="8382"/>
                  <a:pt x="25145" y="6485"/>
                </a:cubicBezTo>
                <a:cubicBezTo>
                  <a:pt x="27344" y="4589"/>
                  <a:pt x="29999" y="3072"/>
                  <a:pt x="33109" y="1934"/>
                </a:cubicBezTo>
                <a:cubicBezTo>
                  <a:pt x="36219" y="796"/>
                  <a:pt x="38646" y="190"/>
                  <a:pt x="40391" y="114"/>
                </a:cubicBezTo>
                <a:lnTo>
                  <a:pt x="41642" y="114"/>
                </a:lnTo>
                <a:lnTo>
                  <a:pt x="42439" y="114"/>
                </a:lnTo>
                <a:cubicBezTo>
                  <a:pt x="49720" y="114"/>
                  <a:pt x="54992" y="2541"/>
                  <a:pt x="58254" y="7395"/>
                </a:cubicBezTo>
                <a:cubicBezTo>
                  <a:pt x="58330" y="7395"/>
                  <a:pt x="58823" y="6902"/>
                  <a:pt x="59733" y="5916"/>
                </a:cubicBezTo>
                <a:cubicBezTo>
                  <a:pt x="60643" y="4930"/>
                  <a:pt x="61629" y="3830"/>
                  <a:pt x="62691" y="2617"/>
                </a:cubicBezTo>
                <a:cubicBezTo>
                  <a:pt x="63753" y="1403"/>
                  <a:pt x="64511" y="569"/>
                  <a:pt x="64967" y="114"/>
                </a:cubicBezTo>
                <a:cubicBezTo>
                  <a:pt x="65042" y="114"/>
                  <a:pt x="65194" y="114"/>
                  <a:pt x="65422" y="114"/>
                </a:cubicBezTo>
                <a:cubicBezTo>
                  <a:pt x="65649" y="114"/>
                  <a:pt x="65839" y="76"/>
                  <a:pt x="65991" y="0"/>
                </a:cubicBezTo>
                <a:cubicBezTo>
                  <a:pt x="66977" y="0"/>
                  <a:pt x="67470" y="265"/>
                  <a:pt x="67470" y="796"/>
                </a:cubicBezTo>
                <a:cubicBezTo>
                  <a:pt x="67470" y="1327"/>
                  <a:pt x="66408" y="5916"/>
                  <a:pt x="64284" y="14563"/>
                </a:cubicBezTo>
                <a:cubicBezTo>
                  <a:pt x="62160" y="23210"/>
                  <a:pt x="60946" y="27686"/>
                  <a:pt x="60643" y="27989"/>
                </a:cubicBezTo>
                <a:cubicBezTo>
                  <a:pt x="60340" y="28293"/>
                  <a:pt x="59733" y="28406"/>
                  <a:pt x="58823" y="28330"/>
                </a:cubicBezTo>
                <a:cubicBezTo>
                  <a:pt x="57306" y="28330"/>
                  <a:pt x="56547" y="27989"/>
                  <a:pt x="56547" y="27306"/>
                </a:cubicBezTo>
                <a:cubicBezTo>
                  <a:pt x="56547" y="26851"/>
                  <a:pt x="56585" y="26472"/>
                  <a:pt x="56661" y="26169"/>
                </a:cubicBezTo>
                <a:cubicBezTo>
                  <a:pt x="56661" y="25941"/>
                  <a:pt x="56699" y="25221"/>
                  <a:pt x="56775" y="24007"/>
                </a:cubicBezTo>
                <a:cubicBezTo>
                  <a:pt x="56851" y="22793"/>
                  <a:pt x="56926" y="21807"/>
                  <a:pt x="57002" y="21049"/>
                </a:cubicBezTo>
                <a:cubicBezTo>
                  <a:pt x="57002" y="18470"/>
                  <a:pt x="56661" y="16232"/>
                  <a:pt x="55978" y="14336"/>
                </a:cubicBezTo>
                <a:cubicBezTo>
                  <a:pt x="55296" y="12440"/>
                  <a:pt x="54613" y="11036"/>
                  <a:pt x="53930" y="10126"/>
                </a:cubicBezTo>
                <a:cubicBezTo>
                  <a:pt x="53248" y="9216"/>
                  <a:pt x="52299" y="8268"/>
                  <a:pt x="51086" y="7282"/>
                </a:cubicBezTo>
                <a:cubicBezTo>
                  <a:pt x="48355" y="5689"/>
                  <a:pt x="45245" y="4892"/>
                  <a:pt x="41756" y="4892"/>
                </a:cubicBezTo>
                <a:cubicBezTo>
                  <a:pt x="37433" y="4892"/>
                  <a:pt x="33412" y="6637"/>
                  <a:pt x="29696" y="10126"/>
                </a:cubicBezTo>
                <a:cubicBezTo>
                  <a:pt x="25979" y="13615"/>
                  <a:pt x="24083" y="17635"/>
                  <a:pt x="24007" y="22186"/>
                </a:cubicBezTo>
                <a:cubicBezTo>
                  <a:pt x="24007" y="24462"/>
                  <a:pt x="24576" y="26434"/>
                  <a:pt x="25714" y="28103"/>
                </a:cubicBezTo>
                <a:cubicBezTo>
                  <a:pt x="26851" y="29772"/>
                  <a:pt x="28406" y="30947"/>
                  <a:pt x="30378" y="31630"/>
                </a:cubicBezTo>
                <a:cubicBezTo>
                  <a:pt x="30682" y="31782"/>
                  <a:pt x="33337" y="32502"/>
                  <a:pt x="38343" y="33792"/>
                </a:cubicBezTo>
                <a:cubicBezTo>
                  <a:pt x="43349" y="35081"/>
                  <a:pt x="45890" y="35764"/>
                  <a:pt x="45966" y="35840"/>
                </a:cubicBezTo>
                <a:cubicBezTo>
                  <a:pt x="48545" y="36674"/>
                  <a:pt x="51048" y="38495"/>
                  <a:pt x="53475" y="41301"/>
                </a:cubicBezTo>
                <a:cubicBezTo>
                  <a:pt x="55902" y="44107"/>
                  <a:pt x="57116" y="47900"/>
                  <a:pt x="57116" y="52679"/>
                </a:cubicBezTo>
                <a:cubicBezTo>
                  <a:pt x="57116" y="54651"/>
                  <a:pt x="56813" y="56775"/>
                  <a:pt x="56206" y="59050"/>
                </a:cubicBezTo>
                <a:cubicBezTo>
                  <a:pt x="55827" y="60719"/>
                  <a:pt x="55144" y="62577"/>
                  <a:pt x="54158" y="64625"/>
                </a:cubicBezTo>
                <a:cubicBezTo>
                  <a:pt x="53172" y="66673"/>
                  <a:pt x="51806" y="68911"/>
                  <a:pt x="50062" y="71338"/>
                </a:cubicBezTo>
                <a:cubicBezTo>
                  <a:pt x="48317" y="73765"/>
                  <a:pt x="45814" y="76041"/>
                  <a:pt x="42553" y="78165"/>
                </a:cubicBezTo>
                <a:cubicBezTo>
                  <a:pt x="39291" y="80289"/>
                  <a:pt x="35726" y="81730"/>
                  <a:pt x="31858" y="82488"/>
                </a:cubicBezTo>
                <a:cubicBezTo>
                  <a:pt x="30947" y="82640"/>
                  <a:pt x="29658" y="82716"/>
                  <a:pt x="27989" y="82716"/>
                </a:cubicBezTo>
                <a:cubicBezTo>
                  <a:pt x="20480" y="82716"/>
                  <a:pt x="14639" y="80630"/>
                  <a:pt x="10467" y="76458"/>
                </a:cubicBezTo>
                <a:lnTo>
                  <a:pt x="9330" y="75207"/>
                </a:lnTo>
                <a:lnTo>
                  <a:pt x="6144" y="78734"/>
                </a:lnTo>
                <a:cubicBezTo>
                  <a:pt x="4399" y="80782"/>
                  <a:pt x="3337" y="81957"/>
                  <a:pt x="2958" y="82261"/>
                </a:cubicBezTo>
                <a:cubicBezTo>
                  <a:pt x="2579" y="82564"/>
                  <a:pt x="2086" y="82716"/>
                  <a:pt x="1479" y="82716"/>
                </a:cubicBezTo>
                <a:cubicBezTo>
                  <a:pt x="493" y="82716"/>
                  <a:pt x="0" y="82412"/>
                  <a:pt x="0" y="81806"/>
                </a:cubicBezTo>
                <a:cubicBezTo>
                  <a:pt x="0" y="81578"/>
                  <a:pt x="2200" y="72665"/>
                  <a:pt x="6599" y="55068"/>
                </a:cubicBezTo>
                <a:cubicBezTo>
                  <a:pt x="6751" y="54613"/>
                  <a:pt x="7509" y="54385"/>
                  <a:pt x="8875" y="54385"/>
                </a:cubicBezTo>
                <a:lnTo>
                  <a:pt x="10354" y="54385"/>
                </a:lnTo>
                <a:cubicBezTo>
                  <a:pt x="10809" y="54840"/>
                  <a:pt x="11036" y="55258"/>
                  <a:pt x="11036" y="55637"/>
                </a:cubicBezTo>
                <a:cubicBezTo>
                  <a:pt x="11036" y="55789"/>
                  <a:pt x="10998" y="56130"/>
                  <a:pt x="10923" y="56661"/>
                </a:cubicBezTo>
                <a:cubicBezTo>
                  <a:pt x="10847" y="57192"/>
                  <a:pt x="10695" y="57988"/>
                  <a:pt x="10467" y="59050"/>
                </a:cubicBezTo>
                <a:cubicBezTo>
                  <a:pt x="10240" y="60112"/>
                  <a:pt x="10164" y="61364"/>
                  <a:pt x="10240" y="62805"/>
                </a:cubicBezTo>
                <a:cubicBezTo>
                  <a:pt x="10392" y="65763"/>
                  <a:pt x="11074" y="68266"/>
                  <a:pt x="12288" y="70314"/>
                </a:cubicBezTo>
                <a:cubicBezTo>
                  <a:pt x="13502" y="72362"/>
                  <a:pt x="15132" y="73879"/>
                  <a:pt x="17180" y="74865"/>
                </a:cubicBezTo>
                <a:cubicBezTo>
                  <a:pt x="19228" y="75851"/>
                  <a:pt x="21200" y="76534"/>
                  <a:pt x="23097" y="76913"/>
                </a:cubicBezTo>
                <a:cubicBezTo>
                  <a:pt x="24993" y="77292"/>
                  <a:pt x="27003" y="77482"/>
                  <a:pt x="29127" y="774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AAC92-0BDD-4915-90A4-CBD8DA9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593" y="2107827"/>
            <a:ext cx="81578" cy="80213"/>
          </a:xfrm>
          <a:custGeom xmlns:a="http://schemas.openxmlformats.org/drawingml/2006/main">
            <a:pathLst>
              <a:path w="81578" h="80213">
                <a:moveTo>
                  <a:pt x="0" y="3982"/>
                </a:moveTo>
                <a:cubicBezTo>
                  <a:pt x="0" y="2313"/>
                  <a:pt x="493" y="986"/>
                  <a:pt x="1479" y="0"/>
                </a:cubicBezTo>
                <a:lnTo>
                  <a:pt x="2731" y="0"/>
                </a:lnTo>
                <a:cubicBezTo>
                  <a:pt x="5916" y="228"/>
                  <a:pt x="9899" y="341"/>
                  <a:pt x="14677" y="341"/>
                </a:cubicBezTo>
                <a:cubicBezTo>
                  <a:pt x="23628" y="341"/>
                  <a:pt x="28899" y="228"/>
                  <a:pt x="30492" y="0"/>
                </a:cubicBezTo>
                <a:lnTo>
                  <a:pt x="31630" y="0"/>
                </a:lnTo>
                <a:cubicBezTo>
                  <a:pt x="32085" y="455"/>
                  <a:pt x="32313" y="796"/>
                  <a:pt x="32313" y="1024"/>
                </a:cubicBezTo>
                <a:cubicBezTo>
                  <a:pt x="32313" y="1252"/>
                  <a:pt x="32237" y="1934"/>
                  <a:pt x="32085" y="3072"/>
                </a:cubicBezTo>
                <a:cubicBezTo>
                  <a:pt x="31706" y="4210"/>
                  <a:pt x="31364" y="4930"/>
                  <a:pt x="31061" y="5234"/>
                </a:cubicBezTo>
                <a:lnTo>
                  <a:pt x="28672" y="5234"/>
                </a:lnTo>
                <a:cubicBezTo>
                  <a:pt x="27003" y="5385"/>
                  <a:pt x="25865" y="5461"/>
                  <a:pt x="25258" y="5461"/>
                </a:cubicBezTo>
                <a:cubicBezTo>
                  <a:pt x="23059" y="5841"/>
                  <a:pt x="21845" y="6409"/>
                  <a:pt x="21618" y="7168"/>
                </a:cubicBezTo>
                <a:cubicBezTo>
                  <a:pt x="21618" y="7320"/>
                  <a:pt x="22717" y="16839"/>
                  <a:pt x="24917" y="35726"/>
                </a:cubicBezTo>
                <a:cubicBezTo>
                  <a:pt x="27117" y="54613"/>
                  <a:pt x="28255" y="64132"/>
                  <a:pt x="28330" y="64284"/>
                </a:cubicBezTo>
                <a:lnTo>
                  <a:pt x="36636" y="50972"/>
                </a:lnTo>
                <a:cubicBezTo>
                  <a:pt x="42173" y="42097"/>
                  <a:pt x="47710" y="33147"/>
                  <a:pt x="53248" y="24121"/>
                </a:cubicBezTo>
                <a:cubicBezTo>
                  <a:pt x="58785" y="15094"/>
                  <a:pt x="61629" y="10430"/>
                  <a:pt x="61781" y="10126"/>
                </a:cubicBezTo>
                <a:cubicBezTo>
                  <a:pt x="62084" y="9595"/>
                  <a:pt x="62236" y="9026"/>
                  <a:pt x="62236" y="8419"/>
                </a:cubicBezTo>
                <a:cubicBezTo>
                  <a:pt x="62236" y="6599"/>
                  <a:pt x="60567" y="5537"/>
                  <a:pt x="57230" y="5234"/>
                </a:cubicBezTo>
                <a:cubicBezTo>
                  <a:pt x="55864" y="5234"/>
                  <a:pt x="55182" y="4817"/>
                  <a:pt x="55182" y="3982"/>
                </a:cubicBezTo>
                <a:cubicBezTo>
                  <a:pt x="55182" y="3906"/>
                  <a:pt x="55258" y="3413"/>
                  <a:pt x="55409" y="2503"/>
                </a:cubicBezTo>
                <a:cubicBezTo>
                  <a:pt x="55637" y="1441"/>
                  <a:pt x="55864" y="759"/>
                  <a:pt x="56092" y="455"/>
                </a:cubicBezTo>
                <a:cubicBezTo>
                  <a:pt x="56320" y="152"/>
                  <a:pt x="56813" y="0"/>
                  <a:pt x="57571" y="0"/>
                </a:cubicBezTo>
                <a:cubicBezTo>
                  <a:pt x="57723" y="0"/>
                  <a:pt x="58178" y="0"/>
                  <a:pt x="58936" y="0"/>
                </a:cubicBezTo>
                <a:cubicBezTo>
                  <a:pt x="59695" y="0"/>
                  <a:pt x="60984" y="38"/>
                  <a:pt x="62805" y="114"/>
                </a:cubicBezTo>
                <a:cubicBezTo>
                  <a:pt x="64625" y="190"/>
                  <a:pt x="67052" y="228"/>
                  <a:pt x="70087" y="228"/>
                </a:cubicBezTo>
                <a:cubicBezTo>
                  <a:pt x="75320" y="228"/>
                  <a:pt x="78620" y="152"/>
                  <a:pt x="79985" y="0"/>
                </a:cubicBezTo>
                <a:lnTo>
                  <a:pt x="80782" y="0"/>
                </a:lnTo>
                <a:cubicBezTo>
                  <a:pt x="81313" y="531"/>
                  <a:pt x="81578" y="948"/>
                  <a:pt x="81578" y="1252"/>
                </a:cubicBezTo>
                <a:cubicBezTo>
                  <a:pt x="81578" y="2541"/>
                  <a:pt x="81237" y="3755"/>
                  <a:pt x="80554" y="4892"/>
                </a:cubicBezTo>
                <a:cubicBezTo>
                  <a:pt x="80326" y="5120"/>
                  <a:pt x="79682" y="5234"/>
                  <a:pt x="78620" y="5234"/>
                </a:cubicBezTo>
                <a:cubicBezTo>
                  <a:pt x="77634" y="5310"/>
                  <a:pt x="76724" y="5385"/>
                  <a:pt x="75889" y="5461"/>
                </a:cubicBezTo>
                <a:cubicBezTo>
                  <a:pt x="75055" y="5537"/>
                  <a:pt x="74258" y="5727"/>
                  <a:pt x="73500" y="6030"/>
                </a:cubicBezTo>
                <a:cubicBezTo>
                  <a:pt x="72741" y="6334"/>
                  <a:pt x="72135" y="6599"/>
                  <a:pt x="71679" y="6827"/>
                </a:cubicBezTo>
                <a:cubicBezTo>
                  <a:pt x="71224" y="7054"/>
                  <a:pt x="70769" y="7358"/>
                  <a:pt x="70314" y="7737"/>
                </a:cubicBezTo>
                <a:cubicBezTo>
                  <a:pt x="69859" y="8116"/>
                  <a:pt x="69480" y="8382"/>
                  <a:pt x="69176" y="8533"/>
                </a:cubicBezTo>
                <a:cubicBezTo>
                  <a:pt x="68873" y="8685"/>
                  <a:pt x="68570" y="9026"/>
                  <a:pt x="68266" y="9557"/>
                </a:cubicBezTo>
                <a:cubicBezTo>
                  <a:pt x="67963" y="10088"/>
                  <a:pt x="67697" y="10354"/>
                  <a:pt x="67470" y="10354"/>
                </a:cubicBezTo>
                <a:lnTo>
                  <a:pt x="45511" y="45625"/>
                </a:lnTo>
                <a:cubicBezTo>
                  <a:pt x="31858" y="67697"/>
                  <a:pt x="24803" y="78999"/>
                  <a:pt x="24348" y="79530"/>
                </a:cubicBezTo>
                <a:cubicBezTo>
                  <a:pt x="24121" y="79682"/>
                  <a:pt x="23855" y="79871"/>
                  <a:pt x="23552" y="80099"/>
                </a:cubicBezTo>
                <a:lnTo>
                  <a:pt x="21504" y="80213"/>
                </a:lnTo>
                <a:lnTo>
                  <a:pt x="20707" y="80213"/>
                </a:lnTo>
                <a:cubicBezTo>
                  <a:pt x="19342" y="80213"/>
                  <a:pt x="18659" y="79947"/>
                  <a:pt x="18659" y="79416"/>
                </a:cubicBezTo>
                <a:cubicBezTo>
                  <a:pt x="18432" y="78961"/>
                  <a:pt x="16953" y="66825"/>
                  <a:pt x="14222" y="43008"/>
                </a:cubicBezTo>
                <a:cubicBezTo>
                  <a:pt x="11340" y="18887"/>
                  <a:pt x="9861" y="6713"/>
                  <a:pt x="9785" y="6485"/>
                </a:cubicBezTo>
                <a:cubicBezTo>
                  <a:pt x="9406" y="5651"/>
                  <a:pt x="7054" y="5234"/>
                  <a:pt x="2731" y="5234"/>
                </a:cubicBezTo>
                <a:lnTo>
                  <a:pt x="796" y="5234"/>
                </a:lnTo>
                <a:cubicBezTo>
                  <a:pt x="265" y="4854"/>
                  <a:pt x="0" y="4437"/>
                  <a:pt x="0" y="39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A21D2-871C-4D21-B7C1-82587260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593" y="2107827"/>
            <a:ext cx="81578" cy="80213"/>
          </a:xfrm>
          <a:custGeom xmlns:a="http://schemas.openxmlformats.org/drawingml/2006/main">
            <a:pathLst>
              <a:path w="81578" h="80213" fill="none">
                <a:moveTo>
                  <a:pt x="0" y="3982"/>
                </a:moveTo>
                <a:cubicBezTo>
                  <a:pt x="0" y="2313"/>
                  <a:pt x="493" y="986"/>
                  <a:pt x="1479" y="0"/>
                </a:cubicBezTo>
                <a:lnTo>
                  <a:pt x="2731" y="0"/>
                </a:lnTo>
                <a:cubicBezTo>
                  <a:pt x="5916" y="228"/>
                  <a:pt x="9899" y="341"/>
                  <a:pt x="14677" y="341"/>
                </a:cubicBezTo>
                <a:cubicBezTo>
                  <a:pt x="23628" y="341"/>
                  <a:pt x="28899" y="228"/>
                  <a:pt x="30492" y="0"/>
                </a:cubicBezTo>
                <a:lnTo>
                  <a:pt x="31630" y="0"/>
                </a:lnTo>
                <a:cubicBezTo>
                  <a:pt x="32085" y="455"/>
                  <a:pt x="32313" y="796"/>
                  <a:pt x="32313" y="1024"/>
                </a:cubicBezTo>
                <a:cubicBezTo>
                  <a:pt x="32313" y="1252"/>
                  <a:pt x="32237" y="1934"/>
                  <a:pt x="32085" y="3072"/>
                </a:cubicBezTo>
                <a:cubicBezTo>
                  <a:pt x="31706" y="4210"/>
                  <a:pt x="31364" y="4930"/>
                  <a:pt x="31061" y="5234"/>
                </a:cubicBezTo>
                <a:lnTo>
                  <a:pt x="28672" y="5234"/>
                </a:lnTo>
                <a:cubicBezTo>
                  <a:pt x="27003" y="5385"/>
                  <a:pt x="25865" y="5461"/>
                  <a:pt x="25258" y="5461"/>
                </a:cubicBezTo>
                <a:cubicBezTo>
                  <a:pt x="23059" y="5841"/>
                  <a:pt x="21845" y="6409"/>
                  <a:pt x="21618" y="7168"/>
                </a:cubicBezTo>
                <a:cubicBezTo>
                  <a:pt x="21618" y="7320"/>
                  <a:pt x="22717" y="16839"/>
                  <a:pt x="24917" y="35726"/>
                </a:cubicBezTo>
                <a:cubicBezTo>
                  <a:pt x="27117" y="54613"/>
                  <a:pt x="28255" y="64132"/>
                  <a:pt x="28330" y="64284"/>
                </a:cubicBezTo>
                <a:lnTo>
                  <a:pt x="36636" y="50972"/>
                </a:lnTo>
                <a:cubicBezTo>
                  <a:pt x="42173" y="42097"/>
                  <a:pt x="47710" y="33147"/>
                  <a:pt x="53248" y="24121"/>
                </a:cubicBezTo>
                <a:cubicBezTo>
                  <a:pt x="58785" y="15094"/>
                  <a:pt x="61629" y="10430"/>
                  <a:pt x="61781" y="10126"/>
                </a:cubicBezTo>
                <a:cubicBezTo>
                  <a:pt x="62084" y="9595"/>
                  <a:pt x="62236" y="9026"/>
                  <a:pt x="62236" y="8419"/>
                </a:cubicBezTo>
                <a:cubicBezTo>
                  <a:pt x="62236" y="6599"/>
                  <a:pt x="60567" y="5537"/>
                  <a:pt x="57230" y="5234"/>
                </a:cubicBezTo>
                <a:cubicBezTo>
                  <a:pt x="55864" y="5234"/>
                  <a:pt x="55182" y="4817"/>
                  <a:pt x="55182" y="3982"/>
                </a:cubicBezTo>
                <a:cubicBezTo>
                  <a:pt x="55182" y="3906"/>
                  <a:pt x="55258" y="3413"/>
                  <a:pt x="55409" y="2503"/>
                </a:cubicBezTo>
                <a:cubicBezTo>
                  <a:pt x="55637" y="1441"/>
                  <a:pt x="55864" y="759"/>
                  <a:pt x="56092" y="455"/>
                </a:cubicBezTo>
                <a:cubicBezTo>
                  <a:pt x="56320" y="152"/>
                  <a:pt x="56813" y="0"/>
                  <a:pt x="57571" y="0"/>
                </a:cubicBezTo>
                <a:cubicBezTo>
                  <a:pt x="57723" y="0"/>
                  <a:pt x="58178" y="0"/>
                  <a:pt x="58936" y="0"/>
                </a:cubicBezTo>
                <a:cubicBezTo>
                  <a:pt x="59695" y="0"/>
                  <a:pt x="60984" y="38"/>
                  <a:pt x="62805" y="114"/>
                </a:cubicBezTo>
                <a:cubicBezTo>
                  <a:pt x="64625" y="190"/>
                  <a:pt x="67052" y="228"/>
                  <a:pt x="70087" y="228"/>
                </a:cubicBezTo>
                <a:cubicBezTo>
                  <a:pt x="75320" y="228"/>
                  <a:pt x="78620" y="152"/>
                  <a:pt x="79985" y="0"/>
                </a:cubicBezTo>
                <a:lnTo>
                  <a:pt x="80782" y="0"/>
                </a:lnTo>
                <a:cubicBezTo>
                  <a:pt x="81313" y="531"/>
                  <a:pt x="81578" y="948"/>
                  <a:pt x="81578" y="1252"/>
                </a:cubicBezTo>
                <a:cubicBezTo>
                  <a:pt x="81578" y="2541"/>
                  <a:pt x="81237" y="3755"/>
                  <a:pt x="80554" y="4892"/>
                </a:cubicBezTo>
                <a:cubicBezTo>
                  <a:pt x="80326" y="5120"/>
                  <a:pt x="79682" y="5234"/>
                  <a:pt x="78620" y="5234"/>
                </a:cubicBezTo>
                <a:cubicBezTo>
                  <a:pt x="77634" y="5310"/>
                  <a:pt x="76724" y="5385"/>
                  <a:pt x="75889" y="5461"/>
                </a:cubicBezTo>
                <a:cubicBezTo>
                  <a:pt x="75055" y="5537"/>
                  <a:pt x="74258" y="5727"/>
                  <a:pt x="73500" y="6030"/>
                </a:cubicBezTo>
                <a:cubicBezTo>
                  <a:pt x="72741" y="6334"/>
                  <a:pt x="72135" y="6599"/>
                  <a:pt x="71679" y="6827"/>
                </a:cubicBezTo>
                <a:cubicBezTo>
                  <a:pt x="71224" y="7054"/>
                  <a:pt x="70769" y="7358"/>
                  <a:pt x="70314" y="7737"/>
                </a:cubicBezTo>
                <a:cubicBezTo>
                  <a:pt x="69859" y="8116"/>
                  <a:pt x="69480" y="8382"/>
                  <a:pt x="69176" y="8533"/>
                </a:cubicBezTo>
                <a:cubicBezTo>
                  <a:pt x="68873" y="8685"/>
                  <a:pt x="68570" y="9026"/>
                  <a:pt x="68266" y="9557"/>
                </a:cubicBezTo>
                <a:cubicBezTo>
                  <a:pt x="67963" y="10088"/>
                  <a:pt x="67697" y="10354"/>
                  <a:pt x="67470" y="10354"/>
                </a:cubicBezTo>
                <a:lnTo>
                  <a:pt x="45511" y="45625"/>
                </a:lnTo>
                <a:cubicBezTo>
                  <a:pt x="31858" y="67697"/>
                  <a:pt x="24803" y="78999"/>
                  <a:pt x="24348" y="79530"/>
                </a:cubicBezTo>
                <a:cubicBezTo>
                  <a:pt x="24121" y="79682"/>
                  <a:pt x="23855" y="79871"/>
                  <a:pt x="23552" y="80099"/>
                </a:cubicBezTo>
                <a:lnTo>
                  <a:pt x="21504" y="80213"/>
                </a:lnTo>
                <a:lnTo>
                  <a:pt x="20707" y="80213"/>
                </a:lnTo>
                <a:cubicBezTo>
                  <a:pt x="19342" y="80213"/>
                  <a:pt x="18659" y="79947"/>
                  <a:pt x="18659" y="79416"/>
                </a:cubicBezTo>
                <a:cubicBezTo>
                  <a:pt x="18432" y="78961"/>
                  <a:pt x="16953" y="66825"/>
                  <a:pt x="14222" y="43008"/>
                </a:cubicBezTo>
                <a:cubicBezTo>
                  <a:pt x="11340" y="18887"/>
                  <a:pt x="9861" y="6713"/>
                  <a:pt x="9785" y="6485"/>
                </a:cubicBezTo>
                <a:cubicBezTo>
                  <a:pt x="9406" y="5651"/>
                  <a:pt x="7054" y="5234"/>
                  <a:pt x="2731" y="5234"/>
                </a:cubicBezTo>
                <a:lnTo>
                  <a:pt x="796" y="5234"/>
                </a:lnTo>
                <a:cubicBezTo>
                  <a:pt x="265" y="4854"/>
                  <a:pt x="0" y="4437"/>
                  <a:pt x="0" y="39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E0BC3-ED00-4F9E-96F3-099108E2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26" y="2107827"/>
            <a:ext cx="87608" cy="77710"/>
          </a:xfrm>
          <a:custGeom xmlns:a="http://schemas.openxmlformats.org/drawingml/2006/main">
            <a:pathLst>
              <a:path w="87608" h="77710">
                <a:moveTo>
                  <a:pt x="28899" y="6258"/>
                </a:moveTo>
                <a:cubicBezTo>
                  <a:pt x="28899" y="5727"/>
                  <a:pt x="26738" y="5385"/>
                  <a:pt x="22414" y="5234"/>
                </a:cubicBezTo>
                <a:cubicBezTo>
                  <a:pt x="20669" y="5234"/>
                  <a:pt x="19532" y="5196"/>
                  <a:pt x="19001" y="5120"/>
                </a:cubicBezTo>
                <a:cubicBezTo>
                  <a:pt x="18470" y="5044"/>
                  <a:pt x="18204" y="4703"/>
                  <a:pt x="18204" y="4096"/>
                </a:cubicBezTo>
                <a:cubicBezTo>
                  <a:pt x="18204" y="3489"/>
                  <a:pt x="18356" y="2731"/>
                  <a:pt x="18659" y="1820"/>
                </a:cubicBezTo>
                <a:cubicBezTo>
                  <a:pt x="18963" y="910"/>
                  <a:pt x="19228" y="341"/>
                  <a:pt x="19456" y="114"/>
                </a:cubicBezTo>
                <a:cubicBezTo>
                  <a:pt x="19608" y="38"/>
                  <a:pt x="27155" y="0"/>
                  <a:pt x="42097" y="0"/>
                </a:cubicBezTo>
                <a:cubicBezTo>
                  <a:pt x="54765" y="76"/>
                  <a:pt x="61857" y="114"/>
                  <a:pt x="63374" y="114"/>
                </a:cubicBezTo>
                <a:cubicBezTo>
                  <a:pt x="64891" y="114"/>
                  <a:pt x="66408" y="341"/>
                  <a:pt x="67925" y="796"/>
                </a:cubicBezTo>
                <a:cubicBezTo>
                  <a:pt x="73386" y="2086"/>
                  <a:pt x="78013" y="5082"/>
                  <a:pt x="81806" y="9785"/>
                </a:cubicBezTo>
                <a:cubicBezTo>
                  <a:pt x="85598" y="14488"/>
                  <a:pt x="87532" y="20783"/>
                  <a:pt x="87608" y="28672"/>
                </a:cubicBezTo>
                <a:cubicBezTo>
                  <a:pt x="87608" y="40505"/>
                  <a:pt x="83550" y="51124"/>
                  <a:pt x="75434" y="60529"/>
                </a:cubicBezTo>
                <a:cubicBezTo>
                  <a:pt x="67318" y="69935"/>
                  <a:pt x="57761" y="75548"/>
                  <a:pt x="46762" y="77368"/>
                </a:cubicBezTo>
                <a:lnTo>
                  <a:pt x="45169" y="77596"/>
                </a:lnTo>
                <a:lnTo>
                  <a:pt x="23097" y="77710"/>
                </a:lnTo>
                <a:lnTo>
                  <a:pt x="10467" y="77710"/>
                </a:lnTo>
                <a:lnTo>
                  <a:pt x="4437" y="77710"/>
                </a:lnTo>
                <a:cubicBezTo>
                  <a:pt x="2617" y="77710"/>
                  <a:pt x="1441" y="77634"/>
                  <a:pt x="910" y="77482"/>
                </a:cubicBezTo>
                <a:cubicBezTo>
                  <a:pt x="379" y="77330"/>
                  <a:pt x="76" y="76989"/>
                  <a:pt x="0" y="76458"/>
                </a:cubicBezTo>
                <a:cubicBezTo>
                  <a:pt x="0" y="76306"/>
                  <a:pt x="114" y="75775"/>
                  <a:pt x="341" y="74865"/>
                </a:cubicBezTo>
                <a:cubicBezTo>
                  <a:pt x="645" y="73652"/>
                  <a:pt x="948" y="72969"/>
                  <a:pt x="1252" y="72817"/>
                </a:cubicBezTo>
                <a:cubicBezTo>
                  <a:pt x="1555" y="72665"/>
                  <a:pt x="2427" y="72552"/>
                  <a:pt x="3868" y="72476"/>
                </a:cubicBezTo>
                <a:cubicBezTo>
                  <a:pt x="5916" y="72476"/>
                  <a:pt x="8192" y="72362"/>
                  <a:pt x="10695" y="72135"/>
                </a:cubicBezTo>
                <a:cubicBezTo>
                  <a:pt x="11757" y="71907"/>
                  <a:pt x="12478" y="71452"/>
                  <a:pt x="12857" y="70769"/>
                </a:cubicBezTo>
                <a:cubicBezTo>
                  <a:pt x="13084" y="70466"/>
                  <a:pt x="15815" y="59922"/>
                  <a:pt x="21049" y="39139"/>
                </a:cubicBezTo>
                <a:cubicBezTo>
                  <a:pt x="26282" y="18356"/>
                  <a:pt x="28899" y="7395"/>
                  <a:pt x="28899" y="6258"/>
                </a:cubicBezTo>
                <a:close/>
                <a:moveTo>
                  <a:pt x="76230" y="24348"/>
                </a:moveTo>
                <a:cubicBezTo>
                  <a:pt x="76230" y="21466"/>
                  <a:pt x="75813" y="18887"/>
                  <a:pt x="74979" y="16611"/>
                </a:cubicBezTo>
                <a:cubicBezTo>
                  <a:pt x="74145" y="14336"/>
                  <a:pt x="73159" y="12553"/>
                  <a:pt x="72021" y="11264"/>
                </a:cubicBezTo>
                <a:cubicBezTo>
                  <a:pt x="70883" y="9974"/>
                  <a:pt x="69480" y="8875"/>
                  <a:pt x="67811" y="7964"/>
                </a:cubicBezTo>
                <a:cubicBezTo>
                  <a:pt x="66142" y="7054"/>
                  <a:pt x="64663" y="6447"/>
                  <a:pt x="63374" y="6144"/>
                </a:cubicBezTo>
                <a:cubicBezTo>
                  <a:pt x="62084" y="5841"/>
                  <a:pt x="60757" y="5575"/>
                  <a:pt x="59392" y="5348"/>
                </a:cubicBezTo>
                <a:cubicBezTo>
                  <a:pt x="59240" y="5348"/>
                  <a:pt x="58709" y="5348"/>
                  <a:pt x="57799" y="5348"/>
                </a:cubicBezTo>
                <a:cubicBezTo>
                  <a:pt x="56888" y="5348"/>
                  <a:pt x="55789" y="5348"/>
                  <a:pt x="54499" y="5348"/>
                </a:cubicBezTo>
                <a:cubicBezTo>
                  <a:pt x="53210" y="5348"/>
                  <a:pt x="51958" y="5310"/>
                  <a:pt x="50744" y="5234"/>
                </a:cubicBezTo>
                <a:lnTo>
                  <a:pt x="45852" y="5234"/>
                </a:lnTo>
                <a:cubicBezTo>
                  <a:pt x="42515" y="5234"/>
                  <a:pt x="40618" y="5613"/>
                  <a:pt x="40163" y="6372"/>
                </a:cubicBezTo>
                <a:cubicBezTo>
                  <a:pt x="40012" y="6675"/>
                  <a:pt x="37243" y="17597"/>
                  <a:pt x="31858" y="39139"/>
                </a:cubicBezTo>
                <a:cubicBezTo>
                  <a:pt x="26472" y="60681"/>
                  <a:pt x="23779" y="71566"/>
                  <a:pt x="23779" y="71793"/>
                </a:cubicBezTo>
                <a:cubicBezTo>
                  <a:pt x="23779" y="72097"/>
                  <a:pt x="24197" y="72248"/>
                  <a:pt x="25031" y="72248"/>
                </a:cubicBezTo>
                <a:cubicBezTo>
                  <a:pt x="25865" y="72248"/>
                  <a:pt x="28786" y="72286"/>
                  <a:pt x="33792" y="72362"/>
                </a:cubicBezTo>
                <a:cubicBezTo>
                  <a:pt x="34171" y="72362"/>
                  <a:pt x="34892" y="72362"/>
                  <a:pt x="35953" y="72362"/>
                </a:cubicBezTo>
                <a:cubicBezTo>
                  <a:pt x="37015" y="72362"/>
                  <a:pt x="37926" y="72400"/>
                  <a:pt x="38684" y="72476"/>
                </a:cubicBezTo>
                <a:cubicBezTo>
                  <a:pt x="48241" y="72476"/>
                  <a:pt x="56130" y="69366"/>
                  <a:pt x="62350" y="63146"/>
                </a:cubicBezTo>
                <a:cubicBezTo>
                  <a:pt x="65080" y="60416"/>
                  <a:pt x="67318" y="57230"/>
                  <a:pt x="69063" y="53589"/>
                </a:cubicBezTo>
                <a:cubicBezTo>
                  <a:pt x="70807" y="49948"/>
                  <a:pt x="72438" y="45131"/>
                  <a:pt x="73955" y="39139"/>
                </a:cubicBezTo>
                <a:cubicBezTo>
                  <a:pt x="75472" y="33147"/>
                  <a:pt x="76230" y="28217"/>
                  <a:pt x="76230" y="2434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04AB6-B0CE-4DC2-93ED-6A187C2C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26" y="2107827"/>
            <a:ext cx="87608" cy="77710"/>
          </a:xfrm>
          <a:custGeom xmlns:a="http://schemas.openxmlformats.org/drawingml/2006/main">
            <a:pathLst>
              <a:path w="87608" h="77710" fill="none">
                <a:moveTo>
                  <a:pt x="28899" y="6258"/>
                </a:moveTo>
                <a:cubicBezTo>
                  <a:pt x="28899" y="5727"/>
                  <a:pt x="26738" y="5385"/>
                  <a:pt x="22414" y="5234"/>
                </a:cubicBezTo>
                <a:cubicBezTo>
                  <a:pt x="20669" y="5234"/>
                  <a:pt x="19532" y="5196"/>
                  <a:pt x="19001" y="5120"/>
                </a:cubicBezTo>
                <a:cubicBezTo>
                  <a:pt x="18470" y="5044"/>
                  <a:pt x="18204" y="4703"/>
                  <a:pt x="18204" y="4096"/>
                </a:cubicBezTo>
                <a:cubicBezTo>
                  <a:pt x="18204" y="3489"/>
                  <a:pt x="18356" y="2731"/>
                  <a:pt x="18659" y="1820"/>
                </a:cubicBezTo>
                <a:cubicBezTo>
                  <a:pt x="18963" y="910"/>
                  <a:pt x="19228" y="341"/>
                  <a:pt x="19456" y="114"/>
                </a:cubicBezTo>
                <a:cubicBezTo>
                  <a:pt x="19608" y="38"/>
                  <a:pt x="27155" y="0"/>
                  <a:pt x="42097" y="0"/>
                </a:cubicBezTo>
                <a:cubicBezTo>
                  <a:pt x="54765" y="76"/>
                  <a:pt x="61857" y="114"/>
                  <a:pt x="63374" y="114"/>
                </a:cubicBezTo>
                <a:cubicBezTo>
                  <a:pt x="64891" y="114"/>
                  <a:pt x="66408" y="341"/>
                  <a:pt x="67925" y="796"/>
                </a:cubicBezTo>
                <a:cubicBezTo>
                  <a:pt x="73386" y="2086"/>
                  <a:pt x="78013" y="5082"/>
                  <a:pt x="81806" y="9785"/>
                </a:cubicBezTo>
                <a:cubicBezTo>
                  <a:pt x="85598" y="14488"/>
                  <a:pt x="87532" y="20783"/>
                  <a:pt x="87608" y="28672"/>
                </a:cubicBezTo>
                <a:cubicBezTo>
                  <a:pt x="87608" y="40505"/>
                  <a:pt x="83550" y="51124"/>
                  <a:pt x="75434" y="60529"/>
                </a:cubicBezTo>
                <a:cubicBezTo>
                  <a:pt x="67318" y="69935"/>
                  <a:pt x="57761" y="75548"/>
                  <a:pt x="46762" y="77368"/>
                </a:cubicBezTo>
                <a:lnTo>
                  <a:pt x="45169" y="77596"/>
                </a:lnTo>
                <a:lnTo>
                  <a:pt x="23097" y="77710"/>
                </a:lnTo>
                <a:lnTo>
                  <a:pt x="10467" y="77710"/>
                </a:lnTo>
                <a:lnTo>
                  <a:pt x="4437" y="77710"/>
                </a:lnTo>
                <a:cubicBezTo>
                  <a:pt x="2617" y="77710"/>
                  <a:pt x="1441" y="77634"/>
                  <a:pt x="910" y="77482"/>
                </a:cubicBezTo>
                <a:cubicBezTo>
                  <a:pt x="379" y="77330"/>
                  <a:pt x="76" y="76989"/>
                  <a:pt x="0" y="76458"/>
                </a:cubicBezTo>
                <a:cubicBezTo>
                  <a:pt x="0" y="76306"/>
                  <a:pt x="114" y="75775"/>
                  <a:pt x="341" y="74865"/>
                </a:cubicBezTo>
                <a:cubicBezTo>
                  <a:pt x="645" y="73652"/>
                  <a:pt x="948" y="72969"/>
                  <a:pt x="1252" y="72817"/>
                </a:cubicBezTo>
                <a:cubicBezTo>
                  <a:pt x="1555" y="72665"/>
                  <a:pt x="2427" y="72552"/>
                  <a:pt x="3868" y="72476"/>
                </a:cubicBezTo>
                <a:cubicBezTo>
                  <a:pt x="5916" y="72476"/>
                  <a:pt x="8192" y="72362"/>
                  <a:pt x="10695" y="72135"/>
                </a:cubicBezTo>
                <a:cubicBezTo>
                  <a:pt x="11757" y="71907"/>
                  <a:pt x="12478" y="71452"/>
                  <a:pt x="12857" y="70769"/>
                </a:cubicBezTo>
                <a:cubicBezTo>
                  <a:pt x="13084" y="70466"/>
                  <a:pt x="15815" y="59922"/>
                  <a:pt x="21049" y="39139"/>
                </a:cubicBezTo>
                <a:cubicBezTo>
                  <a:pt x="26282" y="18356"/>
                  <a:pt x="28899" y="7395"/>
                  <a:pt x="28899" y="6258"/>
                </a:cubicBezTo>
                <a:close/>
                <a:moveTo>
                  <a:pt x="76230" y="24348"/>
                </a:moveTo>
                <a:cubicBezTo>
                  <a:pt x="76230" y="21466"/>
                  <a:pt x="75813" y="18887"/>
                  <a:pt x="74979" y="16611"/>
                </a:cubicBezTo>
                <a:cubicBezTo>
                  <a:pt x="74145" y="14336"/>
                  <a:pt x="73159" y="12553"/>
                  <a:pt x="72021" y="11264"/>
                </a:cubicBezTo>
                <a:cubicBezTo>
                  <a:pt x="70883" y="9974"/>
                  <a:pt x="69480" y="8875"/>
                  <a:pt x="67811" y="7964"/>
                </a:cubicBezTo>
                <a:cubicBezTo>
                  <a:pt x="66142" y="7054"/>
                  <a:pt x="64663" y="6447"/>
                  <a:pt x="63374" y="6144"/>
                </a:cubicBezTo>
                <a:cubicBezTo>
                  <a:pt x="62084" y="5841"/>
                  <a:pt x="60757" y="5575"/>
                  <a:pt x="59392" y="5348"/>
                </a:cubicBezTo>
                <a:cubicBezTo>
                  <a:pt x="59240" y="5348"/>
                  <a:pt x="58709" y="5348"/>
                  <a:pt x="57799" y="5348"/>
                </a:cubicBezTo>
                <a:cubicBezTo>
                  <a:pt x="56888" y="5348"/>
                  <a:pt x="55789" y="5348"/>
                  <a:pt x="54499" y="5348"/>
                </a:cubicBezTo>
                <a:cubicBezTo>
                  <a:pt x="53210" y="5348"/>
                  <a:pt x="51958" y="5310"/>
                  <a:pt x="50744" y="5234"/>
                </a:cubicBezTo>
                <a:lnTo>
                  <a:pt x="45852" y="5234"/>
                </a:lnTo>
                <a:cubicBezTo>
                  <a:pt x="42515" y="5234"/>
                  <a:pt x="40618" y="5613"/>
                  <a:pt x="40163" y="6372"/>
                </a:cubicBezTo>
                <a:cubicBezTo>
                  <a:pt x="40012" y="6675"/>
                  <a:pt x="37243" y="17597"/>
                  <a:pt x="31858" y="39139"/>
                </a:cubicBezTo>
                <a:cubicBezTo>
                  <a:pt x="26472" y="60681"/>
                  <a:pt x="23779" y="71566"/>
                  <a:pt x="23779" y="71793"/>
                </a:cubicBezTo>
                <a:cubicBezTo>
                  <a:pt x="23779" y="72097"/>
                  <a:pt x="24197" y="72248"/>
                  <a:pt x="25031" y="72248"/>
                </a:cubicBezTo>
                <a:cubicBezTo>
                  <a:pt x="25865" y="72248"/>
                  <a:pt x="28786" y="72286"/>
                  <a:pt x="33792" y="72362"/>
                </a:cubicBezTo>
                <a:cubicBezTo>
                  <a:pt x="34171" y="72362"/>
                  <a:pt x="34892" y="72362"/>
                  <a:pt x="35953" y="72362"/>
                </a:cubicBezTo>
                <a:cubicBezTo>
                  <a:pt x="37015" y="72362"/>
                  <a:pt x="37926" y="72400"/>
                  <a:pt x="38684" y="72476"/>
                </a:cubicBezTo>
                <a:cubicBezTo>
                  <a:pt x="48241" y="72476"/>
                  <a:pt x="56130" y="69366"/>
                  <a:pt x="62350" y="63146"/>
                </a:cubicBezTo>
                <a:cubicBezTo>
                  <a:pt x="65080" y="60416"/>
                  <a:pt x="67318" y="57230"/>
                  <a:pt x="69063" y="53589"/>
                </a:cubicBezTo>
                <a:cubicBezTo>
                  <a:pt x="70807" y="49948"/>
                  <a:pt x="72438" y="45131"/>
                  <a:pt x="73955" y="39139"/>
                </a:cubicBezTo>
                <a:cubicBezTo>
                  <a:pt x="75472" y="33147"/>
                  <a:pt x="76230" y="28217"/>
                  <a:pt x="76230" y="243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B6D8F-5560-479F-AF3E-22809940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073" y="2100204"/>
            <a:ext cx="27193" cy="113777"/>
          </a:xfrm>
          <a:custGeom xmlns:a="http://schemas.openxmlformats.org/drawingml/2006/main">
            <a:pathLst>
              <a:path w="27193" h="113777">
                <a:moveTo>
                  <a:pt x="0" y="56888"/>
                </a:moveTo>
                <a:cubicBezTo>
                  <a:pt x="0" y="51655"/>
                  <a:pt x="379" y="46686"/>
                  <a:pt x="1138" y="41984"/>
                </a:cubicBezTo>
                <a:cubicBezTo>
                  <a:pt x="1896" y="37281"/>
                  <a:pt x="2769" y="33223"/>
                  <a:pt x="3755" y="29810"/>
                </a:cubicBezTo>
                <a:cubicBezTo>
                  <a:pt x="4741" y="26396"/>
                  <a:pt x="6144" y="23059"/>
                  <a:pt x="7964" y="19797"/>
                </a:cubicBezTo>
                <a:cubicBezTo>
                  <a:pt x="9785" y="16536"/>
                  <a:pt x="11226" y="13995"/>
                  <a:pt x="12288" y="12174"/>
                </a:cubicBezTo>
                <a:cubicBezTo>
                  <a:pt x="13350" y="10354"/>
                  <a:pt x="14943" y="8382"/>
                  <a:pt x="17067" y="6258"/>
                </a:cubicBezTo>
                <a:cubicBezTo>
                  <a:pt x="19190" y="4134"/>
                  <a:pt x="20442" y="2844"/>
                  <a:pt x="20821" y="2389"/>
                </a:cubicBezTo>
                <a:cubicBezTo>
                  <a:pt x="21200" y="1934"/>
                  <a:pt x="22149" y="1138"/>
                  <a:pt x="23666" y="0"/>
                </a:cubicBezTo>
                <a:lnTo>
                  <a:pt x="25145" y="0"/>
                </a:lnTo>
                <a:lnTo>
                  <a:pt x="25600" y="0"/>
                </a:lnTo>
                <a:cubicBezTo>
                  <a:pt x="26662" y="0"/>
                  <a:pt x="27193" y="341"/>
                  <a:pt x="27193" y="1024"/>
                </a:cubicBezTo>
                <a:cubicBezTo>
                  <a:pt x="27193" y="1252"/>
                  <a:pt x="26548" y="2048"/>
                  <a:pt x="25258" y="3413"/>
                </a:cubicBezTo>
                <a:cubicBezTo>
                  <a:pt x="23969" y="4779"/>
                  <a:pt x="22414" y="6789"/>
                  <a:pt x="20594" y="9443"/>
                </a:cubicBezTo>
                <a:cubicBezTo>
                  <a:pt x="18773" y="12098"/>
                  <a:pt x="16915" y="15360"/>
                  <a:pt x="15019" y="19228"/>
                </a:cubicBezTo>
                <a:cubicBezTo>
                  <a:pt x="13122" y="23097"/>
                  <a:pt x="11529" y="28330"/>
                  <a:pt x="10240" y="34929"/>
                </a:cubicBezTo>
                <a:cubicBezTo>
                  <a:pt x="8950" y="41529"/>
                  <a:pt x="8306" y="48848"/>
                  <a:pt x="8306" y="56888"/>
                </a:cubicBezTo>
                <a:cubicBezTo>
                  <a:pt x="8306" y="64929"/>
                  <a:pt x="8950" y="72210"/>
                  <a:pt x="10240" y="78734"/>
                </a:cubicBezTo>
                <a:cubicBezTo>
                  <a:pt x="11529" y="85257"/>
                  <a:pt x="13084" y="90528"/>
                  <a:pt x="14905" y="94549"/>
                </a:cubicBezTo>
                <a:cubicBezTo>
                  <a:pt x="16725" y="98569"/>
                  <a:pt x="18584" y="101830"/>
                  <a:pt x="20480" y="104333"/>
                </a:cubicBezTo>
                <a:cubicBezTo>
                  <a:pt x="22376" y="106836"/>
                  <a:pt x="23969" y="108847"/>
                  <a:pt x="25258" y="110364"/>
                </a:cubicBezTo>
                <a:cubicBezTo>
                  <a:pt x="26548" y="111881"/>
                  <a:pt x="27193" y="112677"/>
                  <a:pt x="27193" y="112753"/>
                </a:cubicBezTo>
                <a:cubicBezTo>
                  <a:pt x="27193" y="113436"/>
                  <a:pt x="26624" y="113777"/>
                  <a:pt x="25486" y="113777"/>
                </a:cubicBezTo>
                <a:lnTo>
                  <a:pt x="25145" y="113777"/>
                </a:lnTo>
                <a:lnTo>
                  <a:pt x="23666" y="113777"/>
                </a:lnTo>
                <a:lnTo>
                  <a:pt x="20480" y="111046"/>
                </a:lnTo>
                <a:cubicBezTo>
                  <a:pt x="13350" y="104599"/>
                  <a:pt x="8154" y="96559"/>
                  <a:pt x="4892" y="86926"/>
                </a:cubicBezTo>
                <a:cubicBezTo>
                  <a:pt x="1631" y="77292"/>
                  <a:pt x="0" y="67280"/>
                  <a:pt x="0" y="5688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5990C-3396-4556-BAE5-B690A4AD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073" y="2100204"/>
            <a:ext cx="27193" cy="113777"/>
          </a:xfrm>
          <a:custGeom xmlns:a="http://schemas.openxmlformats.org/drawingml/2006/main">
            <a:pathLst>
              <a:path w="27193" h="113777" fill="none">
                <a:moveTo>
                  <a:pt x="0" y="56888"/>
                </a:moveTo>
                <a:cubicBezTo>
                  <a:pt x="0" y="51655"/>
                  <a:pt x="379" y="46686"/>
                  <a:pt x="1138" y="41984"/>
                </a:cubicBezTo>
                <a:cubicBezTo>
                  <a:pt x="1896" y="37281"/>
                  <a:pt x="2769" y="33223"/>
                  <a:pt x="3755" y="29810"/>
                </a:cubicBezTo>
                <a:cubicBezTo>
                  <a:pt x="4741" y="26396"/>
                  <a:pt x="6144" y="23059"/>
                  <a:pt x="7964" y="19797"/>
                </a:cubicBezTo>
                <a:cubicBezTo>
                  <a:pt x="9785" y="16536"/>
                  <a:pt x="11226" y="13995"/>
                  <a:pt x="12288" y="12174"/>
                </a:cubicBezTo>
                <a:cubicBezTo>
                  <a:pt x="13350" y="10354"/>
                  <a:pt x="14943" y="8382"/>
                  <a:pt x="17067" y="6258"/>
                </a:cubicBezTo>
                <a:cubicBezTo>
                  <a:pt x="19190" y="4134"/>
                  <a:pt x="20442" y="2844"/>
                  <a:pt x="20821" y="2389"/>
                </a:cubicBezTo>
                <a:cubicBezTo>
                  <a:pt x="21200" y="1934"/>
                  <a:pt x="22149" y="1138"/>
                  <a:pt x="23666" y="0"/>
                </a:cubicBezTo>
                <a:lnTo>
                  <a:pt x="25145" y="0"/>
                </a:lnTo>
                <a:lnTo>
                  <a:pt x="25600" y="0"/>
                </a:lnTo>
                <a:cubicBezTo>
                  <a:pt x="26662" y="0"/>
                  <a:pt x="27193" y="341"/>
                  <a:pt x="27193" y="1024"/>
                </a:cubicBezTo>
                <a:cubicBezTo>
                  <a:pt x="27193" y="1252"/>
                  <a:pt x="26548" y="2048"/>
                  <a:pt x="25258" y="3413"/>
                </a:cubicBezTo>
                <a:cubicBezTo>
                  <a:pt x="23969" y="4779"/>
                  <a:pt x="22414" y="6789"/>
                  <a:pt x="20594" y="9443"/>
                </a:cubicBezTo>
                <a:cubicBezTo>
                  <a:pt x="18773" y="12098"/>
                  <a:pt x="16915" y="15360"/>
                  <a:pt x="15019" y="19228"/>
                </a:cubicBezTo>
                <a:cubicBezTo>
                  <a:pt x="13122" y="23097"/>
                  <a:pt x="11529" y="28330"/>
                  <a:pt x="10240" y="34929"/>
                </a:cubicBezTo>
                <a:cubicBezTo>
                  <a:pt x="8950" y="41529"/>
                  <a:pt x="8306" y="48848"/>
                  <a:pt x="8306" y="56888"/>
                </a:cubicBezTo>
                <a:cubicBezTo>
                  <a:pt x="8306" y="64929"/>
                  <a:pt x="8950" y="72210"/>
                  <a:pt x="10240" y="78734"/>
                </a:cubicBezTo>
                <a:cubicBezTo>
                  <a:pt x="11529" y="85257"/>
                  <a:pt x="13084" y="90528"/>
                  <a:pt x="14905" y="94549"/>
                </a:cubicBezTo>
                <a:cubicBezTo>
                  <a:pt x="16725" y="98569"/>
                  <a:pt x="18584" y="101830"/>
                  <a:pt x="20480" y="104333"/>
                </a:cubicBezTo>
                <a:cubicBezTo>
                  <a:pt x="22376" y="106836"/>
                  <a:pt x="23969" y="108847"/>
                  <a:pt x="25258" y="110364"/>
                </a:cubicBezTo>
                <a:cubicBezTo>
                  <a:pt x="26548" y="111881"/>
                  <a:pt x="27193" y="112677"/>
                  <a:pt x="27193" y="112753"/>
                </a:cubicBezTo>
                <a:cubicBezTo>
                  <a:pt x="27193" y="113436"/>
                  <a:pt x="26624" y="113777"/>
                  <a:pt x="25486" y="113777"/>
                </a:cubicBezTo>
                <a:lnTo>
                  <a:pt x="25145" y="113777"/>
                </a:lnTo>
                <a:lnTo>
                  <a:pt x="23666" y="113777"/>
                </a:lnTo>
                <a:lnTo>
                  <a:pt x="20480" y="111046"/>
                </a:lnTo>
                <a:cubicBezTo>
                  <a:pt x="13350" y="104599"/>
                  <a:pt x="8154" y="96559"/>
                  <a:pt x="4892" y="86926"/>
                </a:cubicBezTo>
                <a:cubicBezTo>
                  <a:pt x="1631" y="77292"/>
                  <a:pt x="0" y="67280"/>
                  <a:pt x="0" y="568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4A005-291D-42AD-9B9C-9908BF7B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441" y="2107827"/>
            <a:ext cx="113436" cy="80213"/>
          </a:xfrm>
          <a:custGeom xmlns:a="http://schemas.openxmlformats.org/drawingml/2006/main">
            <a:pathLst>
              <a:path w="113436" h="80213">
                <a:moveTo>
                  <a:pt x="43804" y="0"/>
                </a:moveTo>
                <a:cubicBezTo>
                  <a:pt x="44866" y="0"/>
                  <a:pt x="46762" y="38"/>
                  <a:pt x="49493" y="114"/>
                </a:cubicBezTo>
                <a:cubicBezTo>
                  <a:pt x="52224" y="190"/>
                  <a:pt x="54765" y="265"/>
                  <a:pt x="57116" y="341"/>
                </a:cubicBezTo>
                <a:cubicBezTo>
                  <a:pt x="60984" y="341"/>
                  <a:pt x="64208" y="303"/>
                  <a:pt x="66787" y="228"/>
                </a:cubicBezTo>
                <a:cubicBezTo>
                  <a:pt x="69366" y="152"/>
                  <a:pt x="70845" y="114"/>
                  <a:pt x="71224" y="114"/>
                </a:cubicBezTo>
                <a:cubicBezTo>
                  <a:pt x="72590" y="114"/>
                  <a:pt x="73272" y="417"/>
                  <a:pt x="73272" y="1024"/>
                </a:cubicBezTo>
                <a:cubicBezTo>
                  <a:pt x="73272" y="1327"/>
                  <a:pt x="73159" y="1896"/>
                  <a:pt x="72931" y="2731"/>
                </a:cubicBezTo>
                <a:cubicBezTo>
                  <a:pt x="72552" y="4096"/>
                  <a:pt x="72210" y="4854"/>
                  <a:pt x="71907" y="5006"/>
                </a:cubicBezTo>
                <a:cubicBezTo>
                  <a:pt x="71604" y="5158"/>
                  <a:pt x="70769" y="5234"/>
                  <a:pt x="69404" y="5234"/>
                </a:cubicBezTo>
                <a:cubicBezTo>
                  <a:pt x="67508" y="5310"/>
                  <a:pt x="65991" y="5499"/>
                  <a:pt x="64853" y="5803"/>
                </a:cubicBezTo>
                <a:cubicBezTo>
                  <a:pt x="63715" y="6106"/>
                  <a:pt x="62919" y="6409"/>
                  <a:pt x="62463" y="6713"/>
                </a:cubicBezTo>
                <a:cubicBezTo>
                  <a:pt x="62008" y="7016"/>
                  <a:pt x="61895" y="7358"/>
                  <a:pt x="62122" y="7737"/>
                </a:cubicBezTo>
                <a:cubicBezTo>
                  <a:pt x="62122" y="8647"/>
                  <a:pt x="62729" y="17673"/>
                  <a:pt x="63943" y="34816"/>
                </a:cubicBezTo>
                <a:cubicBezTo>
                  <a:pt x="65156" y="51958"/>
                  <a:pt x="65763" y="61022"/>
                  <a:pt x="65763" y="62008"/>
                </a:cubicBezTo>
                <a:lnTo>
                  <a:pt x="65991" y="61667"/>
                </a:lnTo>
                <a:cubicBezTo>
                  <a:pt x="66142" y="61440"/>
                  <a:pt x="66370" y="61060"/>
                  <a:pt x="66673" y="60529"/>
                </a:cubicBezTo>
                <a:cubicBezTo>
                  <a:pt x="66977" y="59998"/>
                  <a:pt x="67432" y="59278"/>
                  <a:pt x="68039" y="58368"/>
                </a:cubicBezTo>
                <a:cubicBezTo>
                  <a:pt x="68645" y="57457"/>
                  <a:pt x="69290" y="56320"/>
                  <a:pt x="69973" y="54954"/>
                </a:cubicBezTo>
                <a:cubicBezTo>
                  <a:pt x="70655" y="53589"/>
                  <a:pt x="71566" y="52034"/>
                  <a:pt x="72703" y="50289"/>
                </a:cubicBezTo>
                <a:cubicBezTo>
                  <a:pt x="73841" y="48545"/>
                  <a:pt x="74979" y="46497"/>
                  <a:pt x="76117" y="44145"/>
                </a:cubicBezTo>
                <a:cubicBezTo>
                  <a:pt x="77254" y="41794"/>
                  <a:pt x="78734" y="39253"/>
                  <a:pt x="80554" y="36522"/>
                </a:cubicBezTo>
                <a:cubicBezTo>
                  <a:pt x="88443" y="22566"/>
                  <a:pt x="92918" y="14601"/>
                  <a:pt x="93980" y="12629"/>
                </a:cubicBezTo>
                <a:cubicBezTo>
                  <a:pt x="95042" y="10657"/>
                  <a:pt x="95610" y="9443"/>
                  <a:pt x="95686" y="8988"/>
                </a:cubicBezTo>
                <a:cubicBezTo>
                  <a:pt x="95686" y="7851"/>
                  <a:pt x="94966" y="6940"/>
                  <a:pt x="93525" y="6258"/>
                </a:cubicBezTo>
                <a:cubicBezTo>
                  <a:pt x="92083" y="5575"/>
                  <a:pt x="90491" y="5234"/>
                  <a:pt x="88746" y="5234"/>
                </a:cubicBezTo>
                <a:cubicBezTo>
                  <a:pt x="87684" y="5234"/>
                  <a:pt x="87153" y="4854"/>
                  <a:pt x="87153" y="4096"/>
                </a:cubicBezTo>
                <a:cubicBezTo>
                  <a:pt x="87153" y="3868"/>
                  <a:pt x="87229" y="3375"/>
                  <a:pt x="87381" y="2617"/>
                </a:cubicBezTo>
                <a:cubicBezTo>
                  <a:pt x="87684" y="1403"/>
                  <a:pt x="87912" y="683"/>
                  <a:pt x="88063" y="455"/>
                </a:cubicBezTo>
                <a:cubicBezTo>
                  <a:pt x="88215" y="228"/>
                  <a:pt x="88746" y="114"/>
                  <a:pt x="89656" y="114"/>
                </a:cubicBezTo>
                <a:cubicBezTo>
                  <a:pt x="89884" y="114"/>
                  <a:pt x="90528" y="114"/>
                  <a:pt x="91590" y="114"/>
                </a:cubicBezTo>
                <a:cubicBezTo>
                  <a:pt x="92652" y="114"/>
                  <a:pt x="94131" y="114"/>
                  <a:pt x="96028" y="114"/>
                </a:cubicBezTo>
                <a:cubicBezTo>
                  <a:pt x="97924" y="114"/>
                  <a:pt x="99972" y="152"/>
                  <a:pt x="102172" y="228"/>
                </a:cubicBezTo>
                <a:cubicBezTo>
                  <a:pt x="107178" y="228"/>
                  <a:pt x="110401" y="152"/>
                  <a:pt x="111843" y="0"/>
                </a:cubicBezTo>
                <a:cubicBezTo>
                  <a:pt x="112905" y="0"/>
                  <a:pt x="113436" y="417"/>
                  <a:pt x="113436" y="1252"/>
                </a:cubicBezTo>
                <a:cubicBezTo>
                  <a:pt x="113436" y="1707"/>
                  <a:pt x="113322" y="2351"/>
                  <a:pt x="113094" y="3186"/>
                </a:cubicBezTo>
                <a:cubicBezTo>
                  <a:pt x="112867" y="4020"/>
                  <a:pt x="112601" y="4589"/>
                  <a:pt x="112298" y="4892"/>
                </a:cubicBezTo>
                <a:cubicBezTo>
                  <a:pt x="111994" y="5196"/>
                  <a:pt x="111615" y="5310"/>
                  <a:pt x="111160" y="5234"/>
                </a:cubicBezTo>
                <a:cubicBezTo>
                  <a:pt x="109491" y="5234"/>
                  <a:pt x="107974" y="5461"/>
                  <a:pt x="106609" y="5916"/>
                </a:cubicBezTo>
                <a:cubicBezTo>
                  <a:pt x="105244" y="6372"/>
                  <a:pt x="104106" y="6902"/>
                  <a:pt x="103196" y="7509"/>
                </a:cubicBezTo>
                <a:cubicBezTo>
                  <a:pt x="102285" y="8116"/>
                  <a:pt x="101565" y="8761"/>
                  <a:pt x="101034" y="9443"/>
                </a:cubicBezTo>
                <a:cubicBezTo>
                  <a:pt x="100503" y="10126"/>
                  <a:pt x="100048" y="10733"/>
                  <a:pt x="99669" y="11264"/>
                </a:cubicBezTo>
                <a:lnTo>
                  <a:pt x="99213" y="11947"/>
                </a:lnTo>
                <a:lnTo>
                  <a:pt x="79985" y="45625"/>
                </a:lnTo>
                <a:cubicBezTo>
                  <a:pt x="67242" y="68076"/>
                  <a:pt x="60833" y="79340"/>
                  <a:pt x="60757" y="79416"/>
                </a:cubicBezTo>
                <a:cubicBezTo>
                  <a:pt x="60302" y="79947"/>
                  <a:pt x="59392" y="80213"/>
                  <a:pt x="58026" y="80213"/>
                </a:cubicBezTo>
                <a:cubicBezTo>
                  <a:pt x="56888" y="80213"/>
                  <a:pt x="56168" y="80023"/>
                  <a:pt x="55864" y="79644"/>
                </a:cubicBezTo>
                <a:cubicBezTo>
                  <a:pt x="55637" y="79416"/>
                  <a:pt x="54916" y="70087"/>
                  <a:pt x="53703" y="51655"/>
                </a:cubicBezTo>
                <a:cubicBezTo>
                  <a:pt x="52489" y="33223"/>
                  <a:pt x="51844" y="23704"/>
                  <a:pt x="51768" y="23097"/>
                </a:cubicBezTo>
                <a:lnTo>
                  <a:pt x="50403" y="25145"/>
                </a:lnTo>
                <a:cubicBezTo>
                  <a:pt x="48734" y="27951"/>
                  <a:pt x="43880" y="36409"/>
                  <a:pt x="35840" y="50517"/>
                </a:cubicBezTo>
                <a:cubicBezTo>
                  <a:pt x="24917" y="69631"/>
                  <a:pt x="19380" y="79265"/>
                  <a:pt x="19228" y="79416"/>
                </a:cubicBezTo>
                <a:cubicBezTo>
                  <a:pt x="19077" y="79568"/>
                  <a:pt x="18887" y="79720"/>
                  <a:pt x="18659" y="79871"/>
                </a:cubicBezTo>
                <a:cubicBezTo>
                  <a:pt x="18280" y="80099"/>
                  <a:pt x="17597" y="80213"/>
                  <a:pt x="16611" y="80213"/>
                </a:cubicBezTo>
                <a:cubicBezTo>
                  <a:pt x="15170" y="80213"/>
                  <a:pt x="14374" y="79947"/>
                  <a:pt x="14222" y="79416"/>
                </a:cubicBezTo>
                <a:cubicBezTo>
                  <a:pt x="14222" y="79189"/>
                  <a:pt x="13388" y="67090"/>
                  <a:pt x="11719" y="43121"/>
                </a:cubicBezTo>
                <a:cubicBezTo>
                  <a:pt x="10050" y="19152"/>
                  <a:pt x="9178" y="7092"/>
                  <a:pt x="9102" y="6940"/>
                </a:cubicBezTo>
                <a:cubicBezTo>
                  <a:pt x="8950" y="6258"/>
                  <a:pt x="8571" y="5841"/>
                  <a:pt x="7964" y="5689"/>
                </a:cubicBezTo>
                <a:cubicBezTo>
                  <a:pt x="7358" y="5537"/>
                  <a:pt x="5878" y="5385"/>
                  <a:pt x="3527" y="5234"/>
                </a:cubicBezTo>
                <a:lnTo>
                  <a:pt x="796" y="5234"/>
                </a:lnTo>
                <a:cubicBezTo>
                  <a:pt x="265" y="4703"/>
                  <a:pt x="0" y="4286"/>
                  <a:pt x="0" y="3982"/>
                </a:cubicBezTo>
                <a:cubicBezTo>
                  <a:pt x="76" y="2238"/>
                  <a:pt x="569" y="910"/>
                  <a:pt x="1479" y="0"/>
                </a:cubicBezTo>
                <a:lnTo>
                  <a:pt x="2844" y="0"/>
                </a:lnTo>
                <a:cubicBezTo>
                  <a:pt x="6030" y="228"/>
                  <a:pt x="9823" y="341"/>
                  <a:pt x="14222" y="341"/>
                </a:cubicBezTo>
                <a:cubicBezTo>
                  <a:pt x="23704" y="341"/>
                  <a:pt x="28899" y="228"/>
                  <a:pt x="29810" y="0"/>
                </a:cubicBezTo>
                <a:lnTo>
                  <a:pt x="30947" y="0"/>
                </a:lnTo>
                <a:cubicBezTo>
                  <a:pt x="31402" y="455"/>
                  <a:pt x="31630" y="796"/>
                  <a:pt x="31630" y="1024"/>
                </a:cubicBezTo>
                <a:cubicBezTo>
                  <a:pt x="31630" y="1252"/>
                  <a:pt x="31554" y="1934"/>
                  <a:pt x="31402" y="3072"/>
                </a:cubicBezTo>
                <a:cubicBezTo>
                  <a:pt x="31023" y="4210"/>
                  <a:pt x="30682" y="4930"/>
                  <a:pt x="30378" y="5234"/>
                </a:cubicBezTo>
                <a:lnTo>
                  <a:pt x="27989" y="5234"/>
                </a:lnTo>
                <a:cubicBezTo>
                  <a:pt x="23362" y="5461"/>
                  <a:pt x="20897" y="6106"/>
                  <a:pt x="20594" y="7168"/>
                </a:cubicBezTo>
                <a:cubicBezTo>
                  <a:pt x="22869" y="42060"/>
                  <a:pt x="24159" y="60416"/>
                  <a:pt x="24462" y="62236"/>
                </a:cubicBezTo>
                <a:lnTo>
                  <a:pt x="51200" y="15132"/>
                </a:lnTo>
                <a:lnTo>
                  <a:pt x="50972" y="10923"/>
                </a:lnTo>
                <a:cubicBezTo>
                  <a:pt x="50744" y="7737"/>
                  <a:pt x="50365" y="6030"/>
                  <a:pt x="49834" y="5803"/>
                </a:cubicBezTo>
                <a:cubicBezTo>
                  <a:pt x="49379" y="5499"/>
                  <a:pt x="47786" y="5310"/>
                  <a:pt x="45056" y="5234"/>
                </a:cubicBezTo>
                <a:cubicBezTo>
                  <a:pt x="43614" y="5234"/>
                  <a:pt x="42666" y="5158"/>
                  <a:pt x="42211" y="5006"/>
                </a:cubicBezTo>
                <a:cubicBezTo>
                  <a:pt x="41756" y="4854"/>
                  <a:pt x="41529" y="4513"/>
                  <a:pt x="41529" y="3982"/>
                </a:cubicBezTo>
                <a:cubicBezTo>
                  <a:pt x="41529" y="3830"/>
                  <a:pt x="41604" y="3375"/>
                  <a:pt x="41756" y="2617"/>
                </a:cubicBezTo>
                <a:cubicBezTo>
                  <a:pt x="41832" y="2313"/>
                  <a:pt x="41908" y="1972"/>
                  <a:pt x="41984" y="1593"/>
                </a:cubicBezTo>
                <a:cubicBezTo>
                  <a:pt x="42060" y="1214"/>
                  <a:pt x="42097" y="948"/>
                  <a:pt x="42097" y="796"/>
                </a:cubicBezTo>
                <a:cubicBezTo>
                  <a:pt x="42097" y="645"/>
                  <a:pt x="42211" y="493"/>
                  <a:pt x="42439" y="341"/>
                </a:cubicBezTo>
                <a:cubicBezTo>
                  <a:pt x="42666" y="190"/>
                  <a:pt x="42818" y="114"/>
                  <a:pt x="42894" y="114"/>
                </a:cubicBezTo>
                <a:cubicBezTo>
                  <a:pt x="42970" y="114"/>
                  <a:pt x="43273" y="76"/>
                  <a:pt x="4380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14578-CA01-404A-9E85-78A099C2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441" y="2107827"/>
            <a:ext cx="113436" cy="80213"/>
          </a:xfrm>
          <a:custGeom xmlns:a="http://schemas.openxmlformats.org/drawingml/2006/main">
            <a:pathLst>
              <a:path w="113436" h="80213" fill="none">
                <a:moveTo>
                  <a:pt x="43804" y="0"/>
                </a:moveTo>
                <a:cubicBezTo>
                  <a:pt x="44866" y="0"/>
                  <a:pt x="46762" y="38"/>
                  <a:pt x="49493" y="114"/>
                </a:cubicBezTo>
                <a:cubicBezTo>
                  <a:pt x="52224" y="190"/>
                  <a:pt x="54765" y="265"/>
                  <a:pt x="57116" y="341"/>
                </a:cubicBezTo>
                <a:cubicBezTo>
                  <a:pt x="60984" y="341"/>
                  <a:pt x="64208" y="303"/>
                  <a:pt x="66787" y="228"/>
                </a:cubicBezTo>
                <a:cubicBezTo>
                  <a:pt x="69366" y="152"/>
                  <a:pt x="70845" y="114"/>
                  <a:pt x="71224" y="114"/>
                </a:cubicBezTo>
                <a:cubicBezTo>
                  <a:pt x="72590" y="114"/>
                  <a:pt x="73272" y="417"/>
                  <a:pt x="73272" y="1024"/>
                </a:cubicBezTo>
                <a:cubicBezTo>
                  <a:pt x="73272" y="1327"/>
                  <a:pt x="73159" y="1896"/>
                  <a:pt x="72931" y="2731"/>
                </a:cubicBezTo>
                <a:cubicBezTo>
                  <a:pt x="72552" y="4096"/>
                  <a:pt x="72210" y="4854"/>
                  <a:pt x="71907" y="5006"/>
                </a:cubicBezTo>
                <a:cubicBezTo>
                  <a:pt x="71604" y="5158"/>
                  <a:pt x="70769" y="5234"/>
                  <a:pt x="69404" y="5234"/>
                </a:cubicBezTo>
                <a:cubicBezTo>
                  <a:pt x="67508" y="5310"/>
                  <a:pt x="65991" y="5499"/>
                  <a:pt x="64853" y="5803"/>
                </a:cubicBezTo>
                <a:cubicBezTo>
                  <a:pt x="63715" y="6106"/>
                  <a:pt x="62919" y="6409"/>
                  <a:pt x="62463" y="6713"/>
                </a:cubicBezTo>
                <a:cubicBezTo>
                  <a:pt x="62008" y="7016"/>
                  <a:pt x="61895" y="7358"/>
                  <a:pt x="62122" y="7737"/>
                </a:cubicBezTo>
                <a:cubicBezTo>
                  <a:pt x="62122" y="8647"/>
                  <a:pt x="62729" y="17673"/>
                  <a:pt x="63943" y="34816"/>
                </a:cubicBezTo>
                <a:cubicBezTo>
                  <a:pt x="65156" y="51958"/>
                  <a:pt x="65763" y="61022"/>
                  <a:pt x="65763" y="62008"/>
                </a:cubicBezTo>
                <a:lnTo>
                  <a:pt x="65991" y="61667"/>
                </a:lnTo>
                <a:cubicBezTo>
                  <a:pt x="66142" y="61440"/>
                  <a:pt x="66370" y="61060"/>
                  <a:pt x="66673" y="60529"/>
                </a:cubicBezTo>
                <a:cubicBezTo>
                  <a:pt x="66977" y="59998"/>
                  <a:pt x="67432" y="59278"/>
                  <a:pt x="68039" y="58368"/>
                </a:cubicBezTo>
                <a:cubicBezTo>
                  <a:pt x="68645" y="57457"/>
                  <a:pt x="69290" y="56320"/>
                  <a:pt x="69973" y="54954"/>
                </a:cubicBezTo>
                <a:cubicBezTo>
                  <a:pt x="70655" y="53589"/>
                  <a:pt x="71566" y="52034"/>
                  <a:pt x="72703" y="50289"/>
                </a:cubicBezTo>
                <a:cubicBezTo>
                  <a:pt x="73841" y="48545"/>
                  <a:pt x="74979" y="46497"/>
                  <a:pt x="76117" y="44145"/>
                </a:cubicBezTo>
                <a:cubicBezTo>
                  <a:pt x="77254" y="41794"/>
                  <a:pt x="78734" y="39253"/>
                  <a:pt x="80554" y="36522"/>
                </a:cubicBezTo>
                <a:cubicBezTo>
                  <a:pt x="88443" y="22566"/>
                  <a:pt x="92918" y="14601"/>
                  <a:pt x="93980" y="12629"/>
                </a:cubicBezTo>
                <a:cubicBezTo>
                  <a:pt x="95042" y="10657"/>
                  <a:pt x="95610" y="9443"/>
                  <a:pt x="95686" y="8988"/>
                </a:cubicBezTo>
                <a:cubicBezTo>
                  <a:pt x="95686" y="7851"/>
                  <a:pt x="94966" y="6940"/>
                  <a:pt x="93525" y="6258"/>
                </a:cubicBezTo>
                <a:cubicBezTo>
                  <a:pt x="92083" y="5575"/>
                  <a:pt x="90491" y="5234"/>
                  <a:pt x="88746" y="5234"/>
                </a:cubicBezTo>
                <a:cubicBezTo>
                  <a:pt x="87684" y="5234"/>
                  <a:pt x="87153" y="4854"/>
                  <a:pt x="87153" y="4096"/>
                </a:cubicBezTo>
                <a:cubicBezTo>
                  <a:pt x="87153" y="3868"/>
                  <a:pt x="87229" y="3375"/>
                  <a:pt x="87381" y="2617"/>
                </a:cubicBezTo>
                <a:cubicBezTo>
                  <a:pt x="87684" y="1403"/>
                  <a:pt x="87912" y="683"/>
                  <a:pt x="88063" y="455"/>
                </a:cubicBezTo>
                <a:cubicBezTo>
                  <a:pt x="88215" y="228"/>
                  <a:pt x="88746" y="114"/>
                  <a:pt x="89656" y="114"/>
                </a:cubicBezTo>
                <a:cubicBezTo>
                  <a:pt x="89884" y="114"/>
                  <a:pt x="90528" y="114"/>
                  <a:pt x="91590" y="114"/>
                </a:cubicBezTo>
                <a:cubicBezTo>
                  <a:pt x="92652" y="114"/>
                  <a:pt x="94131" y="114"/>
                  <a:pt x="96028" y="114"/>
                </a:cubicBezTo>
                <a:cubicBezTo>
                  <a:pt x="97924" y="114"/>
                  <a:pt x="99972" y="152"/>
                  <a:pt x="102172" y="228"/>
                </a:cubicBezTo>
                <a:cubicBezTo>
                  <a:pt x="107178" y="228"/>
                  <a:pt x="110401" y="152"/>
                  <a:pt x="111843" y="0"/>
                </a:cubicBezTo>
                <a:cubicBezTo>
                  <a:pt x="112905" y="0"/>
                  <a:pt x="113436" y="417"/>
                  <a:pt x="113436" y="1252"/>
                </a:cubicBezTo>
                <a:cubicBezTo>
                  <a:pt x="113436" y="1707"/>
                  <a:pt x="113322" y="2351"/>
                  <a:pt x="113094" y="3186"/>
                </a:cubicBezTo>
                <a:cubicBezTo>
                  <a:pt x="112867" y="4020"/>
                  <a:pt x="112601" y="4589"/>
                  <a:pt x="112298" y="4892"/>
                </a:cubicBezTo>
                <a:cubicBezTo>
                  <a:pt x="111994" y="5196"/>
                  <a:pt x="111615" y="5310"/>
                  <a:pt x="111160" y="5234"/>
                </a:cubicBezTo>
                <a:cubicBezTo>
                  <a:pt x="109491" y="5234"/>
                  <a:pt x="107974" y="5461"/>
                  <a:pt x="106609" y="5916"/>
                </a:cubicBezTo>
                <a:cubicBezTo>
                  <a:pt x="105244" y="6372"/>
                  <a:pt x="104106" y="6902"/>
                  <a:pt x="103196" y="7509"/>
                </a:cubicBezTo>
                <a:cubicBezTo>
                  <a:pt x="102285" y="8116"/>
                  <a:pt x="101565" y="8761"/>
                  <a:pt x="101034" y="9443"/>
                </a:cubicBezTo>
                <a:cubicBezTo>
                  <a:pt x="100503" y="10126"/>
                  <a:pt x="100048" y="10733"/>
                  <a:pt x="99669" y="11264"/>
                </a:cubicBezTo>
                <a:lnTo>
                  <a:pt x="99213" y="11947"/>
                </a:lnTo>
                <a:lnTo>
                  <a:pt x="79985" y="45625"/>
                </a:lnTo>
                <a:cubicBezTo>
                  <a:pt x="67242" y="68076"/>
                  <a:pt x="60833" y="79340"/>
                  <a:pt x="60757" y="79416"/>
                </a:cubicBezTo>
                <a:cubicBezTo>
                  <a:pt x="60302" y="79947"/>
                  <a:pt x="59392" y="80213"/>
                  <a:pt x="58026" y="80213"/>
                </a:cubicBezTo>
                <a:cubicBezTo>
                  <a:pt x="56888" y="80213"/>
                  <a:pt x="56168" y="80023"/>
                  <a:pt x="55864" y="79644"/>
                </a:cubicBezTo>
                <a:cubicBezTo>
                  <a:pt x="55637" y="79416"/>
                  <a:pt x="54916" y="70087"/>
                  <a:pt x="53703" y="51655"/>
                </a:cubicBezTo>
                <a:cubicBezTo>
                  <a:pt x="52489" y="33223"/>
                  <a:pt x="51844" y="23704"/>
                  <a:pt x="51768" y="23097"/>
                </a:cubicBezTo>
                <a:lnTo>
                  <a:pt x="50403" y="25145"/>
                </a:lnTo>
                <a:cubicBezTo>
                  <a:pt x="48734" y="27951"/>
                  <a:pt x="43880" y="36409"/>
                  <a:pt x="35840" y="50517"/>
                </a:cubicBezTo>
                <a:cubicBezTo>
                  <a:pt x="24917" y="69631"/>
                  <a:pt x="19380" y="79265"/>
                  <a:pt x="19228" y="79416"/>
                </a:cubicBezTo>
                <a:cubicBezTo>
                  <a:pt x="19077" y="79568"/>
                  <a:pt x="18887" y="79720"/>
                  <a:pt x="18659" y="79871"/>
                </a:cubicBezTo>
                <a:cubicBezTo>
                  <a:pt x="18280" y="80099"/>
                  <a:pt x="17597" y="80213"/>
                  <a:pt x="16611" y="80213"/>
                </a:cubicBezTo>
                <a:cubicBezTo>
                  <a:pt x="15170" y="80213"/>
                  <a:pt x="14374" y="79947"/>
                  <a:pt x="14222" y="79416"/>
                </a:cubicBezTo>
                <a:cubicBezTo>
                  <a:pt x="14222" y="79189"/>
                  <a:pt x="13388" y="67090"/>
                  <a:pt x="11719" y="43121"/>
                </a:cubicBezTo>
                <a:cubicBezTo>
                  <a:pt x="10050" y="19152"/>
                  <a:pt x="9178" y="7092"/>
                  <a:pt x="9102" y="6940"/>
                </a:cubicBezTo>
                <a:cubicBezTo>
                  <a:pt x="8950" y="6258"/>
                  <a:pt x="8571" y="5841"/>
                  <a:pt x="7964" y="5689"/>
                </a:cubicBezTo>
                <a:cubicBezTo>
                  <a:pt x="7358" y="5537"/>
                  <a:pt x="5878" y="5385"/>
                  <a:pt x="3527" y="5234"/>
                </a:cubicBezTo>
                <a:lnTo>
                  <a:pt x="796" y="5234"/>
                </a:lnTo>
                <a:cubicBezTo>
                  <a:pt x="265" y="4703"/>
                  <a:pt x="0" y="4286"/>
                  <a:pt x="0" y="3982"/>
                </a:cubicBezTo>
                <a:cubicBezTo>
                  <a:pt x="76" y="2238"/>
                  <a:pt x="569" y="910"/>
                  <a:pt x="1479" y="0"/>
                </a:cubicBezTo>
                <a:lnTo>
                  <a:pt x="2844" y="0"/>
                </a:lnTo>
                <a:cubicBezTo>
                  <a:pt x="6030" y="228"/>
                  <a:pt x="9823" y="341"/>
                  <a:pt x="14222" y="341"/>
                </a:cubicBezTo>
                <a:cubicBezTo>
                  <a:pt x="23704" y="341"/>
                  <a:pt x="28899" y="228"/>
                  <a:pt x="29810" y="0"/>
                </a:cubicBezTo>
                <a:lnTo>
                  <a:pt x="30947" y="0"/>
                </a:lnTo>
                <a:cubicBezTo>
                  <a:pt x="31402" y="455"/>
                  <a:pt x="31630" y="796"/>
                  <a:pt x="31630" y="1024"/>
                </a:cubicBezTo>
                <a:cubicBezTo>
                  <a:pt x="31630" y="1252"/>
                  <a:pt x="31554" y="1934"/>
                  <a:pt x="31402" y="3072"/>
                </a:cubicBezTo>
                <a:cubicBezTo>
                  <a:pt x="31023" y="4210"/>
                  <a:pt x="30682" y="4930"/>
                  <a:pt x="30378" y="5234"/>
                </a:cubicBezTo>
                <a:lnTo>
                  <a:pt x="27989" y="5234"/>
                </a:lnTo>
                <a:cubicBezTo>
                  <a:pt x="23362" y="5461"/>
                  <a:pt x="20897" y="6106"/>
                  <a:pt x="20594" y="7168"/>
                </a:cubicBezTo>
                <a:cubicBezTo>
                  <a:pt x="22869" y="42060"/>
                  <a:pt x="24159" y="60416"/>
                  <a:pt x="24462" y="62236"/>
                </a:cubicBezTo>
                <a:lnTo>
                  <a:pt x="51200" y="15132"/>
                </a:lnTo>
                <a:lnTo>
                  <a:pt x="50972" y="10923"/>
                </a:lnTo>
                <a:cubicBezTo>
                  <a:pt x="50744" y="7737"/>
                  <a:pt x="50365" y="6030"/>
                  <a:pt x="49834" y="5803"/>
                </a:cubicBezTo>
                <a:cubicBezTo>
                  <a:pt x="49379" y="5499"/>
                  <a:pt x="47786" y="5310"/>
                  <a:pt x="45056" y="5234"/>
                </a:cubicBezTo>
                <a:cubicBezTo>
                  <a:pt x="43614" y="5234"/>
                  <a:pt x="42666" y="5158"/>
                  <a:pt x="42211" y="5006"/>
                </a:cubicBezTo>
                <a:cubicBezTo>
                  <a:pt x="41756" y="4854"/>
                  <a:pt x="41529" y="4513"/>
                  <a:pt x="41529" y="3982"/>
                </a:cubicBezTo>
                <a:cubicBezTo>
                  <a:pt x="41529" y="3830"/>
                  <a:pt x="41604" y="3375"/>
                  <a:pt x="41756" y="2617"/>
                </a:cubicBezTo>
                <a:cubicBezTo>
                  <a:pt x="41832" y="2313"/>
                  <a:pt x="41908" y="1972"/>
                  <a:pt x="41984" y="1593"/>
                </a:cubicBezTo>
                <a:cubicBezTo>
                  <a:pt x="42060" y="1214"/>
                  <a:pt x="42097" y="948"/>
                  <a:pt x="42097" y="796"/>
                </a:cubicBezTo>
                <a:cubicBezTo>
                  <a:pt x="42097" y="645"/>
                  <a:pt x="42211" y="493"/>
                  <a:pt x="42439" y="341"/>
                </a:cubicBezTo>
                <a:cubicBezTo>
                  <a:pt x="42666" y="190"/>
                  <a:pt x="42818" y="114"/>
                  <a:pt x="42894" y="114"/>
                </a:cubicBezTo>
                <a:cubicBezTo>
                  <a:pt x="42970" y="114"/>
                  <a:pt x="43273" y="76"/>
                  <a:pt x="4380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FAD0AC-258C-44A1-86AD-A362C7BA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134" y="2100204"/>
            <a:ext cx="27193" cy="113777"/>
          </a:xfrm>
          <a:custGeom xmlns:a="http://schemas.openxmlformats.org/drawingml/2006/main">
            <a:pathLst>
              <a:path w="27193" h="113777">
                <a:moveTo>
                  <a:pt x="569" y="114"/>
                </a:moveTo>
                <a:lnTo>
                  <a:pt x="1024" y="0"/>
                </a:lnTo>
                <a:cubicBezTo>
                  <a:pt x="1403" y="0"/>
                  <a:pt x="1783" y="0"/>
                  <a:pt x="2162" y="0"/>
                </a:cubicBezTo>
                <a:lnTo>
                  <a:pt x="3527" y="0"/>
                </a:lnTo>
                <a:lnTo>
                  <a:pt x="6713" y="2731"/>
                </a:lnTo>
                <a:cubicBezTo>
                  <a:pt x="13843" y="9178"/>
                  <a:pt x="19039" y="17218"/>
                  <a:pt x="22300" y="26851"/>
                </a:cubicBezTo>
                <a:cubicBezTo>
                  <a:pt x="25562" y="36484"/>
                  <a:pt x="27193" y="46497"/>
                  <a:pt x="27193" y="56888"/>
                </a:cubicBezTo>
                <a:cubicBezTo>
                  <a:pt x="27193" y="62046"/>
                  <a:pt x="26813" y="67015"/>
                  <a:pt x="26055" y="71793"/>
                </a:cubicBezTo>
                <a:cubicBezTo>
                  <a:pt x="25296" y="76572"/>
                  <a:pt x="24424" y="80630"/>
                  <a:pt x="23438" y="83967"/>
                </a:cubicBezTo>
                <a:cubicBezTo>
                  <a:pt x="22452" y="87305"/>
                  <a:pt x="21049" y="90642"/>
                  <a:pt x="19228" y="93980"/>
                </a:cubicBezTo>
                <a:cubicBezTo>
                  <a:pt x="17408" y="97317"/>
                  <a:pt x="15967" y="99858"/>
                  <a:pt x="14905" y="101603"/>
                </a:cubicBezTo>
                <a:cubicBezTo>
                  <a:pt x="13843" y="103347"/>
                  <a:pt x="12288" y="105282"/>
                  <a:pt x="10240" y="107405"/>
                </a:cubicBezTo>
                <a:cubicBezTo>
                  <a:pt x="8192" y="109529"/>
                  <a:pt x="6978" y="110781"/>
                  <a:pt x="6599" y="111160"/>
                </a:cubicBezTo>
                <a:cubicBezTo>
                  <a:pt x="6220" y="111539"/>
                  <a:pt x="5348" y="112260"/>
                  <a:pt x="3982" y="113322"/>
                </a:cubicBezTo>
                <a:cubicBezTo>
                  <a:pt x="3755" y="113549"/>
                  <a:pt x="3603" y="113701"/>
                  <a:pt x="3527" y="113777"/>
                </a:cubicBezTo>
                <a:lnTo>
                  <a:pt x="2162" y="113777"/>
                </a:lnTo>
                <a:cubicBezTo>
                  <a:pt x="1555" y="113777"/>
                  <a:pt x="1138" y="113777"/>
                  <a:pt x="910" y="113777"/>
                </a:cubicBezTo>
                <a:cubicBezTo>
                  <a:pt x="683" y="113777"/>
                  <a:pt x="493" y="113663"/>
                  <a:pt x="341" y="113436"/>
                </a:cubicBezTo>
                <a:cubicBezTo>
                  <a:pt x="190" y="113208"/>
                  <a:pt x="76" y="112867"/>
                  <a:pt x="0" y="112412"/>
                </a:cubicBezTo>
                <a:cubicBezTo>
                  <a:pt x="76" y="112336"/>
                  <a:pt x="493" y="111843"/>
                  <a:pt x="1252" y="110932"/>
                </a:cubicBezTo>
                <a:cubicBezTo>
                  <a:pt x="13008" y="98720"/>
                  <a:pt x="18887" y="80706"/>
                  <a:pt x="18887" y="56888"/>
                </a:cubicBezTo>
                <a:cubicBezTo>
                  <a:pt x="18887" y="33071"/>
                  <a:pt x="13008" y="15056"/>
                  <a:pt x="1252" y="2844"/>
                </a:cubicBezTo>
                <a:cubicBezTo>
                  <a:pt x="493" y="1934"/>
                  <a:pt x="76" y="1441"/>
                  <a:pt x="0" y="1365"/>
                </a:cubicBezTo>
                <a:cubicBezTo>
                  <a:pt x="0" y="759"/>
                  <a:pt x="190" y="341"/>
                  <a:pt x="569" y="11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A3A72-9AAC-4DEE-8D65-A63CE485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134" y="2100204"/>
            <a:ext cx="27193" cy="113777"/>
          </a:xfrm>
          <a:custGeom xmlns:a="http://schemas.openxmlformats.org/drawingml/2006/main">
            <a:pathLst>
              <a:path w="27193" h="113777" fill="none">
                <a:moveTo>
                  <a:pt x="569" y="114"/>
                </a:moveTo>
                <a:lnTo>
                  <a:pt x="1024" y="0"/>
                </a:lnTo>
                <a:cubicBezTo>
                  <a:pt x="1403" y="0"/>
                  <a:pt x="1783" y="0"/>
                  <a:pt x="2162" y="0"/>
                </a:cubicBezTo>
                <a:lnTo>
                  <a:pt x="3527" y="0"/>
                </a:lnTo>
                <a:lnTo>
                  <a:pt x="6713" y="2731"/>
                </a:lnTo>
                <a:cubicBezTo>
                  <a:pt x="13843" y="9178"/>
                  <a:pt x="19039" y="17218"/>
                  <a:pt x="22300" y="26851"/>
                </a:cubicBezTo>
                <a:cubicBezTo>
                  <a:pt x="25562" y="36484"/>
                  <a:pt x="27193" y="46497"/>
                  <a:pt x="27193" y="56888"/>
                </a:cubicBezTo>
                <a:cubicBezTo>
                  <a:pt x="27193" y="62046"/>
                  <a:pt x="26813" y="67015"/>
                  <a:pt x="26055" y="71793"/>
                </a:cubicBezTo>
                <a:cubicBezTo>
                  <a:pt x="25296" y="76572"/>
                  <a:pt x="24424" y="80630"/>
                  <a:pt x="23438" y="83967"/>
                </a:cubicBezTo>
                <a:cubicBezTo>
                  <a:pt x="22452" y="87305"/>
                  <a:pt x="21049" y="90642"/>
                  <a:pt x="19228" y="93980"/>
                </a:cubicBezTo>
                <a:cubicBezTo>
                  <a:pt x="17408" y="97317"/>
                  <a:pt x="15967" y="99858"/>
                  <a:pt x="14905" y="101603"/>
                </a:cubicBezTo>
                <a:cubicBezTo>
                  <a:pt x="13843" y="103347"/>
                  <a:pt x="12288" y="105282"/>
                  <a:pt x="10240" y="107405"/>
                </a:cubicBezTo>
                <a:cubicBezTo>
                  <a:pt x="8192" y="109529"/>
                  <a:pt x="6978" y="110781"/>
                  <a:pt x="6599" y="111160"/>
                </a:cubicBezTo>
                <a:cubicBezTo>
                  <a:pt x="6220" y="111539"/>
                  <a:pt x="5348" y="112260"/>
                  <a:pt x="3982" y="113322"/>
                </a:cubicBezTo>
                <a:cubicBezTo>
                  <a:pt x="3755" y="113549"/>
                  <a:pt x="3603" y="113701"/>
                  <a:pt x="3527" y="113777"/>
                </a:cubicBezTo>
                <a:lnTo>
                  <a:pt x="2162" y="113777"/>
                </a:lnTo>
                <a:cubicBezTo>
                  <a:pt x="1555" y="113777"/>
                  <a:pt x="1138" y="113777"/>
                  <a:pt x="910" y="113777"/>
                </a:cubicBezTo>
                <a:cubicBezTo>
                  <a:pt x="683" y="113777"/>
                  <a:pt x="493" y="113663"/>
                  <a:pt x="341" y="113436"/>
                </a:cubicBezTo>
                <a:cubicBezTo>
                  <a:pt x="190" y="113208"/>
                  <a:pt x="76" y="112867"/>
                  <a:pt x="0" y="112412"/>
                </a:cubicBezTo>
                <a:cubicBezTo>
                  <a:pt x="76" y="112336"/>
                  <a:pt x="493" y="111843"/>
                  <a:pt x="1252" y="110932"/>
                </a:cubicBezTo>
                <a:cubicBezTo>
                  <a:pt x="13008" y="98720"/>
                  <a:pt x="18887" y="80706"/>
                  <a:pt x="18887" y="56888"/>
                </a:cubicBezTo>
                <a:cubicBezTo>
                  <a:pt x="18887" y="33071"/>
                  <a:pt x="13008" y="15056"/>
                  <a:pt x="1252" y="2844"/>
                </a:cubicBezTo>
                <a:cubicBezTo>
                  <a:pt x="493" y="1934"/>
                  <a:pt x="76" y="1441"/>
                  <a:pt x="0" y="1365"/>
                </a:cubicBezTo>
                <a:cubicBezTo>
                  <a:pt x="0" y="759"/>
                  <a:pt x="190" y="341"/>
                  <a:pt x="569" y="11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452E5-0EE3-4780-8674-0BAFEB76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68" y="509142"/>
            <a:ext cx="1913280" cy="112546"/>
          </a:xfrm>
          <a:custGeom xmlns:a="http://schemas.openxmlformats.org/drawingml/2006/main">
            <a:pathLst>
              <a:path w="1913280" h="112546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24022-7D63-462F-A8AE-D7DD7648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68" y="509142"/>
            <a:ext cx="1913280" cy="112546"/>
          </a:xfrm>
          <a:custGeom xmlns:a="http://schemas.openxmlformats.org/drawingml/2006/main">
            <a:pathLst>
              <a:path w="1913280" h="112546" fill="none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6B5B0-D142-4977-9D6D-DA758083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770" y="659391"/>
            <a:ext cx="369488" cy="369488"/>
          </a:xfrm>
          <a:custGeom xmlns:a="http://schemas.openxmlformats.org/drawingml/2006/main">
            <a:pathLst>
              <a:path w="369488" h="369488" fill="none">
                <a:moveTo>
                  <a:pt x="79570" y="369488"/>
                </a:moveTo>
                <a:lnTo>
                  <a:pt x="0" y="289918"/>
                </a:lnTo>
                <a:lnTo>
                  <a:pt x="217101" y="72817"/>
                </a:lnTo>
                <a:lnTo>
                  <a:pt x="174559" y="30387"/>
                </a:lnTo>
                <a:lnTo>
                  <a:pt x="369488" y="0"/>
                </a:lnTo>
                <a:lnTo>
                  <a:pt x="339101" y="194929"/>
                </a:lnTo>
                <a:lnTo>
                  <a:pt x="296671" y="152387"/>
                </a:lnTo>
                <a:lnTo>
                  <a:pt x="79570" y="3694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8483E-BEC3-4D5D-8201-B63381D5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053" y="666707"/>
            <a:ext cx="337638" cy="337638"/>
          </a:xfrm>
          <a:custGeom xmlns:a="http://schemas.openxmlformats.org/drawingml/2006/main">
            <a:pathLst>
              <a:path w="337638" h="337638">
                <a:moveTo>
                  <a:pt x="0" y="135055"/>
                </a:moveTo>
                <a:lnTo>
                  <a:pt x="135055" y="135055"/>
                </a:lnTo>
                <a:lnTo>
                  <a:pt x="135055" y="0"/>
                </a:lnTo>
                <a:lnTo>
                  <a:pt x="202583" y="0"/>
                </a:lnTo>
                <a:lnTo>
                  <a:pt x="202583" y="135055"/>
                </a:lnTo>
                <a:lnTo>
                  <a:pt x="337638" y="135055"/>
                </a:lnTo>
                <a:lnTo>
                  <a:pt x="337638" y="202583"/>
                </a:lnTo>
                <a:lnTo>
                  <a:pt x="202583" y="202583"/>
                </a:lnTo>
                <a:lnTo>
                  <a:pt x="202583" y="337638"/>
                </a:lnTo>
                <a:lnTo>
                  <a:pt x="135055" y="337638"/>
                </a:lnTo>
                <a:lnTo>
                  <a:pt x="135055" y="202583"/>
                </a:lnTo>
                <a:lnTo>
                  <a:pt x="0" y="202583"/>
                </a:lnTo>
                <a:lnTo>
                  <a:pt x="0" y="1350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F6A9E-2B8C-4E73-B6A4-5DB3A4DB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053" y="666707"/>
            <a:ext cx="337638" cy="337638"/>
          </a:xfrm>
          <a:custGeom xmlns:a="http://schemas.openxmlformats.org/drawingml/2006/main">
            <a:pathLst>
              <a:path w="337638" h="337638" fill="none">
                <a:moveTo>
                  <a:pt x="0" y="135055"/>
                </a:moveTo>
                <a:lnTo>
                  <a:pt x="135055" y="135055"/>
                </a:lnTo>
                <a:lnTo>
                  <a:pt x="135055" y="0"/>
                </a:lnTo>
                <a:lnTo>
                  <a:pt x="202583" y="0"/>
                </a:lnTo>
                <a:lnTo>
                  <a:pt x="202583" y="135055"/>
                </a:lnTo>
                <a:lnTo>
                  <a:pt x="337638" y="135055"/>
                </a:lnTo>
                <a:lnTo>
                  <a:pt x="337638" y="202583"/>
                </a:lnTo>
                <a:lnTo>
                  <a:pt x="202583" y="202583"/>
                </a:lnTo>
                <a:lnTo>
                  <a:pt x="202583" y="337638"/>
                </a:lnTo>
                <a:lnTo>
                  <a:pt x="135055" y="337638"/>
                </a:lnTo>
                <a:lnTo>
                  <a:pt x="135055" y="202583"/>
                </a:lnTo>
                <a:lnTo>
                  <a:pt x="0" y="202583"/>
                </a:lnTo>
                <a:lnTo>
                  <a:pt x="0" y="1350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717CA-BB81-4AC6-985D-36A7DF73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485" y="659391"/>
            <a:ext cx="369488" cy="369488"/>
          </a:xfrm>
          <a:custGeom xmlns:a="http://schemas.openxmlformats.org/drawingml/2006/main">
            <a:pathLst>
              <a:path w="369488" h="369488" fill="none">
                <a:moveTo>
                  <a:pt x="369488" y="289918"/>
                </a:moveTo>
                <a:lnTo>
                  <a:pt x="289918" y="369488"/>
                </a:lnTo>
                <a:lnTo>
                  <a:pt x="72817" y="152387"/>
                </a:lnTo>
                <a:lnTo>
                  <a:pt x="30387" y="194929"/>
                </a:lnTo>
                <a:lnTo>
                  <a:pt x="0" y="0"/>
                </a:lnTo>
                <a:lnTo>
                  <a:pt x="194929" y="30387"/>
                </a:lnTo>
                <a:lnTo>
                  <a:pt x="152387" y="72817"/>
                </a:lnTo>
                <a:lnTo>
                  <a:pt x="369488" y="2899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352DC-7356-4E36-84C1-57CAB053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232" y="2850097"/>
            <a:ext cx="1913280" cy="112546"/>
          </a:xfrm>
          <a:custGeom xmlns:a="http://schemas.openxmlformats.org/drawingml/2006/main">
            <a:pathLst>
              <a:path w="1913280" h="112546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B3165-1E33-495B-85EE-3CB834EB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232" y="2850097"/>
            <a:ext cx="1913280" cy="112546"/>
          </a:xfrm>
          <a:custGeom xmlns:a="http://schemas.openxmlformats.org/drawingml/2006/main">
            <a:pathLst>
              <a:path w="1913280" h="112546" fill="none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3115D-51F1-49D0-9EB9-300C6F80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427" y="2349380"/>
            <a:ext cx="561604" cy="473255"/>
          </a:xfrm>
          <a:custGeom xmlns:a="http://schemas.openxmlformats.org/drawingml/2006/main">
            <a:pathLst>
              <a:path w="561604" h="473255" fill="none">
                <a:moveTo>
                  <a:pt x="561604" y="386032"/>
                </a:moveTo>
                <a:lnTo>
                  <a:pt x="490362" y="473255"/>
                </a:lnTo>
                <a:lnTo>
                  <a:pt x="87786" y="144284"/>
                </a:lnTo>
                <a:lnTo>
                  <a:pt x="49745" y="190765"/>
                </a:lnTo>
                <a:lnTo>
                  <a:pt x="0" y="0"/>
                </a:lnTo>
                <a:lnTo>
                  <a:pt x="196955" y="10692"/>
                </a:lnTo>
                <a:lnTo>
                  <a:pt x="158915" y="57173"/>
                </a:lnTo>
                <a:lnTo>
                  <a:pt x="561604" y="3860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E8EB5-F524-4AC8-8648-39F7F2ED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34" y="2347129"/>
            <a:ext cx="572408" cy="465040"/>
          </a:xfrm>
          <a:custGeom xmlns:a="http://schemas.openxmlformats.org/drawingml/2006/main">
            <a:pathLst>
              <a:path w="572408" h="465040" fill="none">
                <a:moveTo>
                  <a:pt x="69441" y="465040"/>
                </a:moveTo>
                <a:lnTo>
                  <a:pt x="0" y="376353"/>
                </a:lnTo>
                <a:lnTo>
                  <a:pt x="412256" y="53797"/>
                </a:lnTo>
                <a:lnTo>
                  <a:pt x="375228" y="6528"/>
                </a:lnTo>
                <a:lnTo>
                  <a:pt x="572408" y="0"/>
                </a:lnTo>
                <a:lnTo>
                  <a:pt x="518611" y="189752"/>
                </a:lnTo>
                <a:lnTo>
                  <a:pt x="481584" y="142483"/>
                </a:lnTo>
                <a:lnTo>
                  <a:pt x="69441" y="465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BE407-F454-4209-96BA-AABE0536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604" y="2979525"/>
            <a:ext cx="1913280" cy="107856"/>
          </a:xfrm>
          <a:custGeom xmlns:a="http://schemas.openxmlformats.org/drawingml/2006/main">
            <a:pathLst>
              <a:path w="1913280" h="107856" fill="none">
                <a:moveTo>
                  <a:pt x="0" y="0"/>
                </a:moveTo>
                <a:lnTo>
                  <a:pt x="0" y="28136"/>
                </a:lnTo>
                <a:cubicBezTo>
                  <a:pt x="0" y="46894"/>
                  <a:pt x="37515" y="56273"/>
                  <a:pt x="112546" y="56273"/>
                </a:cubicBezTo>
                <a:lnTo>
                  <a:pt x="844094" y="56273"/>
                </a:lnTo>
                <a:cubicBezTo>
                  <a:pt x="919125" y="56273"/>
                  <a:pt x="956640" y="65651"/>
                  <a:pt x="956640" y="84409"/>
                </a:cubicBezTo>
                <a:lnTo>
                  <a:pt x="956640" y="98478"/>
                </a:lnTo>
                <a:cubicBezTo>
                  <a:pt x="956640" y="107856"/>
                  <a:pt x="956640" y="103167"/>
                  <a:pt x="956640" y="84409"/>
                </a:cubicBezTo>
                <a:lnTo>
                  <a:pt x="956640" y="70341"/>
                </a:lnTo>
                <a:cubicBezTo>
                  <a:pt x="956640" y="60963"/>
                  <a:pt x="994155" y="56273"/>
                  <a:pt x="1069186" y="56273"/>
                </a:cubicBezTo>
                <a:lnTo>
                  <a:pt x="1800734" y="56273"/>
                </a:lnTo>
                <a:cubicBezTo>
                  <a:pt x="1875765" y="56273"/>
                  <a:pt x="1913280" y="46894"/>
                  <a:pt x="1913280" y="28136"/>
                </a:cubicBezTo>
                <a:lnTo>
                  <a:pt x="1913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509" cap="flat">
            <a:solidFill>
              <a:srgbClr val="0066CC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C1B03-4E71-4D20-B30F-AAA6EBA9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88" y="3113157"/>
            <a:ext cx="66927" cy="96157"/>
          </a:xfrm>
          <a:custGeom xmlns:a="http://schemas.openxmlformats.org/drawingml/2006/main">
            <a:pathLst>
              <a:path w="66927" h="96157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9B5E6-ECC3-4E59-8EDB-1D24673A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88" y="3113157"/>
            <a:ext cx="66927" cy="96157"/>
          </a:xfrm>
          <a:custGeom xmlns:a="http://schemas.openxmlformats.org/drawingml/2006/main">
            <a:pathLst>
              <a:path w="66927" h="96157" fill="none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2EECF-899D-480A-97A9-ED80EFA6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428" y="3164122"/>
            <a:ext cx="33219" cy="64313"/>
          </a:xfrm>
          <a:custGeom xmlns:a="http://schemas.openxmlformats.org/drawingml/2006/main">
            <a:pathLst>
              <a:path w="33219" h="64313">
                <a:moveTo>
                  <a:pt x="12554" y="8498"/>
                </a:moveTo>
                <a:lnTo>
                  <a:pt x="11298" y="8981"/>
                </a:lnTo>
                <a:cubicBezTo>
                  <a:pt x="10397" y="9303"/>
                  <a:pt x="9109" y="9624"/>
                  <a:pt x="7436" y="9946"/>
                </a:cubicBezTo>
                <a:cubicBezTo>
                  <a:pt x="5762" y="10268"/>
                  <a:pt x="3895" y="10494"/>
                  <a:pt x="1835" y="10622"/>
                </a:cubicBezTo>
                <a:lnTo>
                  <a:pt x="0" y="10622"/>
                </a:lnTo>
                <a:lnTo>
                  <a:pt x="0" y="6180"/>
                </a:lnTo>
                <a:lnTo>
                  <a:pt x="1835" y="6180"/>
                </a:lnTo>
                <a:cubicBezTo>
                  <a:pt x="4861" y="6052"/>
                  <a:pt x="7661" y="5569"/>
                  <a:pt x="10236" y="4732"/>
                </a:cubicBezTo>
                <a:cubicBezTo>
                  <a:pt x="12811" y="3895"/>
                  <a:pt x="14614" y="3122"/>
                  <a:pt x="15644" y="2414"/>
                </a:cubicBezTo>
                <a:cubicBezTo>
                  <a:pt x="16674" y="1706"/>
                  <a:pt x="17575" y="998"/>
                  <a:pt x="18348" y="290"/>
                </a:cubicBezTo>
                <a:cubicBezTo>
                  <a:pt x="18476" y="97"/>
                  <a:pt x="18863" y="0"/>
                  <a:pt x="19506" y="0"/>
                </a:cubicBezTo>
                <a:cubicBezTo>
                  <a:pt x="20086" y="0"/>
                  <a:pt x="20633" y="193"/>
                  <a:pt x="21148" y="579"/>
                </a:cubicBezTo>
                <a:lnTo>
                  <a:pt x="21148" y="29453"/>
                </a:lnTo>
                <a:lnTo>
                  <a:pt x="21245" y="58423"/>
                </a:lnTo>
                <a:cubicBezTo>
                  <a:pt x="21695" y="58874"/>
                  <a:pt x="22082" y="59163"/>
                  <a:pt x="22403" y="59292"/>
                </a:cubicBezTo>
                <a:cubicBezTo>
                  <a:pt x="22725" y="59421"/>
                  <a:pt x="23498" y="59549"/>
                  <a:pt x="24721" y="59678"/>
                </a:cubicBezTo>
                <a:cubicBezTo>
                  <a:pt x="25944" y="59807"/>
                  <a:pt x="27940" y="59871"/>
                  <a:pt x="30708" y="59871"/>
                </a:cubicBezTo>
                <a:lnTo>
                  <a:pt x="33219" y="59871"/>
                </a:lnTo>
                <a:lnTo>
                  <a:pt x="33219" y="64313"/>
                </a:lnTo>
                <a:lnTo>
                  <a:pt x="32157" y="64313"/>
                </a:lnTo>
                <a:cubicBezTo>
                  <a:pt x="30805" y="64120"/>
                  <a:pt x="25687" y="64024"/>
                  <a:pt x="16803" y="64024"/>
                </a:cubicBezTo>
                <a:cubicBezTo>
                  <a:pt x="8047" y="64024"/>
                  <a:pt x="2994" y="64120"/>
                  <a:pt x="1642" y="64313"/>
                </a:cubicBezTo>
                <a:lnTo>
                  <a:pt x="483" y="64313"/>
                </a:lnTo>
                <a:lnTo>
                  <a:pt x="483" y="59871"/>
                </a:lnTo>
                <a:lnTo>
                  <a:pt x="2994" y="59871"/>
                </a:lnTo>
                <a:cubicBezTo>
                  <a:pt x="4410" y="59871"/>
                  <a:pt x="5633" y="59871"/>
                  <a:pt x="6663" y="59871"/>
                </a:cubicBezTo>
                <a:cubicBezTo>
                  <a:pt x="7693" y="59871"/>
                  <a:pt x="8498" y="59839"/>
                  <a:pt x="9077" y="59775"/>
                </a:cubicBezTo>
                <a:cubicBezTo>
                  <a:pt x="9657" y="59710"/>
                  <a:pt x="10172" y="59614"/>
                  <a:pt x="10622" y="59485"/>
                </a:cubicBezTo>
                <a:cubicBezTo>
                  <a:pt x="11073" y="59356"/>
                  <a:pt x="11330" y="59292"/>
                  <a:pt x="11395" y="59292"/>
                </a:cubicBezTo>
                <a:cubicBezTo>
                  <a:pt x="11459" y="59292"/>
                  <a:pt x="11652" y="59131"/>
                  <a:pt x="11974" y="58809"/>
                </a:cubicBezTo>
                <a:cubicBezTo>
                  <a:pt x="12296" y="58487"/>
                  <a:pt x="12489" y="58358"/>
                  <a:pt x="12554" y="58423"/>
                </a:cubicBezTo>
                <a:lnTo>
                  <a:pt x="12554" y="8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C49FA-94A7-4241-BBCD-8CE3AEF1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428" y="3164122"/>
            <a:ext cx="33219" cy="64313"/>
          </a:xfrm>
          <a:custGeom xmlns:a="http://schemas.openxmlformats.org/drawingml/2006/main">
            <a:pathLst>
              <a:path w="33219" h="64313" fill="none">
                <a:moveTo>
                  <a:pt x="12554" y="8498"/>
                </a:moveTo>
                <a:lnTo>
                  <a:pt x="11298" y="8981"/>
                </a:lnTo>
                <a:cubicBezTo>
                  <a:pt x="10397" y="9303"/>
                  <a:pt x="9109" y="9624"/>
                  <a:pt x="7436" y="9946"/>
                </a:cubicBezTo>
                <a:cubicBezTo>
                  <a:pt x="5762" y="10268"/>
                  <a:pt x="3895" y="10494"/>
                  <a:pt x="1835" y="10622"/>
                </a:cubicBezTo>
                <a:lnTo>
                  <a:pt x="0" y="10622"/>
                </a:lnTo>
                <a:lnTo>
                  <a:pt x="0" y="6180"/>
                </a:lnTo>
                <a:lnTo>
                  <a:pt x="1835" y="6180"/>
                </a:lnTo>
                <a:cubicBezTo>
                  <a:pt x="4861" y="6052"/>
                  <a:pt x="7661" y="5569"/>
                  <a:pt x="10236" y="4732"/>
                </a:cubicBezTo>
                <a:cubicBezTo>
                  <a:pt x="12811" y="3895"/>
                  <a:pt x="14614" y="3122"/>
                  <a:pt x="15644" y="2414"/>
                </a:cubicBezTo>
                <a:cubicBezTo>
                  <a:pt x="16674" y="1706"/>
                  <a:pt x="17575" y="998"/>
                  <a:pt x="18348" y="290"/>
                </a:cubicBezTo>
                <a:cubicBezTo>
                  <a:pt x="18476" y="97"/>
                  <a:pt x="18863" y="0"/>
                  <a:pt x="19506" y="0"/>
                </a:cubicBezTo>
                <a:cubicBezTo>
                  <a:pt x="20086" y="0"/>
                  <a:pt x="20633" y="193"/>
                  <a:pt x="21148" y="579"/>
                </a:cubicBezTo>
                <a:lnTo>
                  <a:pt x="21148" y="29453"/>
                </a:lnTo>
                <a:lnTo>
                  <a:pt x="21245" y="58423"/>
                </a:lnTo>
                <a:cubicBezTo>
                  <a:pt x="21695" y="58874"/>
                  <a:pt x="22082" y="59163"/>
                  <a:pt x="22403" y="59292"/>
                </a:cubicBezTo>
                <a:cubicBezTo>
                  <a:pt x="22725" y="59421"/>
                  <a:pt x="23498" y="59549"/>
                  <a:pt x="24721" y="59678"/>
                </a:cubicBezTo>
                <a:cubicBezTo>
                  <a:pt x="25944" y="59807"/>
                  <a:pt x="27940" y="59871"/>
                  <a:pt x="30708" y="59871"/>
                </a:cubicBezTo>
                <a:lnTo>
                  <a:pt x="33219" y="59871"/>
                </a:lnTo>
                <a:lnTo>
                  <a:pt x="33219" y="64313"/>
                </a:lnTo>
                <a:lnTo>
                  <a:pt x="32157" y="64313"/>
                </a:lnTo>
                <a:cubicBezTo>
                  <a:pt x="30805" y="64120"/>
                  <a:pt x="25687" y="64024"/>
                  <a:pt x="16803" y="64024"/>
                </a:cubicBezTo>
                <a:cubicBezTo>
                  <a:pt x="8047" y="64024"/>
                  <a:pt x="2994" y="64120"/>
                  <a:pt x="1642" y="64313"/>
                </a:cubicBezTo>
                <a:lnTo>
                  <a:pt x="483" y="64313"/>
                </a:lnTo>
                <a:lnTo>
                  <a:pt x="483" y="59871"/>
                </a:lnTo>
                <a:lnTo>
                  <a:pt x="2994" y="59871"/>
                </a:lnTo>
                <a:cubicBezTo>
                  <a:pt x="4410" y="59871"/>
                  <a:pt x="5633" y="59871"/>
                  <a:pt x="6663" y="59871"/>
                </a:cubicBezTo>
                <a:cubicBezTo>
                  <a:pt x="7693" y="59871"/>
                  <a:pt x="8498" y="59839"/>
                  <a:pt x="9077" y="59775"/>
                </a:cubicBezTo>
                <a:cubicBezTo>
                  <a:pt x="9657" y="59710"/>
                  <a:pt x="10172" y="59614"/>
                  <a:pt x="10622" y="59485"/>
                </a:cubicBezTo>
                <a:cubicBezTo>
                  <a:pt x="11073" y="59356"/>
                  <a:pt x="11330" y="59292"/>
                  <a:pt x="11395" y="59292"/>
                </a:cubicBezTo>
                <a:cubicBezTo>
                  <a:pt x="11459" y="59292"/>
                  <a:pt x="11652" y="59131"/>
                  <a:pt x="11974" y="58809"/>
                </a:cubicBezTo>
                <a:cubicBezTo>
                  <a:pt x="12296" y="58487"/>
                  <a:pt x="12489" y="58358"/>
                  <a:pt x="12554" y="58423"/>
                </a:cubicBezTo>
                <a:lnTo>
                  <a:pt x="12554" y="8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000000">
                <a:alpha val="1850"/>
              </a:srgbClr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2599B-9BAF-46A3-A166-A719EB16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642" y="209473"/>
            <a:ext cx="66927" cy="96157"/>
          </a:xfrm>
          <a:custGeom xmlns:a="http://schemas.openxmlformats.org/drawingml/2006/main">
            <a:pathLst>
              <a:path w="66927" h="96157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031FC-158C-4453-A815-1ED86A8E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642" y="209473"/>
            <a:ext cx="66927" cy="96157"/>
          </a:xfrm>
          <a:custGeom xmlns:a="http://schemas.openxmlformats.org/drawingml/2006/main">
            <a:pathLst>
              <a:path w="66927" h="96157" fill="none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64892-482B-415A-95ED-D3344C25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96" y="260439"/>
            <a:ext cx="38530" cy="64313"/>
          </a:xfrm>
          <a:custGeom xmlns:a="http://schemas.openxmlformats.org/drawingml/2006/main">
            <a:pathLst>
              <a:path w="38530" h="64313">
                <a:moveTo>
                  <a:pt x="5697" y="22886"/>
                </a:moveTo>
                <a:cubicBezTo>
                  <a:pt x="3959" y="22886"/>
                  <a:pt x="2575" y="22307"/>
                  <a:pt x="1545" y="21148"/>
                </a:cubicBezTo>
                <a:cubicBezTo>
                  <a:pt x="515" y="19989"/>
                  <a:pt x="0" y="18573"/>
                  <a:pt x="0" y="16899"/>
                </a:cubicBezTo>
                <a:cubicBezTo>
                  <a:pt x="0" y="12328"/>
                  <a:pt x="1706" y="8369"/>
                  <a:pt x="5118" y="5021"/>
                </a:cubicBezTo>
                <a:cubicBezTo>
                  <a:pt x="8530" y="1674"/>
                  <a:pt x="12779" y="0"/>
                  <a:pt x="17865" y="0"/>
                </a:cubicBezTo>
                <a:cubicBezTo>
                  <a:pt x="23723" y="0"/>
                  <a:pt x="28616" y="1803"/>
                  <a:pt x="32543" y="5408"/>
                </a:cubicBezTo>
                <a:cubicBezTo>
                  <a:pt x="36470" y="9013"/>
                  <a:pt x="38466" y="13680"/>
                  <a:pt x="38530" y="19410"/>
                </a:cubicBezTo>
                <a:cubicBezTo>
                  <a:pt x="38530" y="22178"/>
                  <a:pt x="37886" y="24818"/>
                  <a:pt x="36599" y="27328"/>
                </a:cubicBezTo>
                <a:cubicBezTo>
                  <a:pt x="35311" y="29839"/>
                  <a:pt x="33766" y="32028"/>
                  <a:pt x="31964" y="33895"/>
                </a:cubicBezTo>
                <a:cubicBezTo>
                  <a:pt x="30161" y="35762"/>
                  <a:pt x="27586" y="38144"/>
                  <a:pt x="24238" y="41041"/>
                </a:cubicBezTo>
                <a:cubicBezTo>
                  <a:pt x="21921" y="43037"/>
                  <a:pt x="18702" y="45998"/>
                  <a:pt x="14582" y="49925"/>
                </a:cubicBezTo>
                <a:lnTo>
                  <a:pt x="8884" y="55333"/>
                </a:lnTo>
                <a:lnTo>
                  <a:pt x="16223" y="55429"/>
                </a:lnTo>
                <a:cubicBezTo>
                  <a:pt x="26331" y="55429"/>
                  <a:pt x="31706" y="55268"/>
                  <a:pt x="32350" y="54946"/>
                </a:cubicBezTo>
                <a:cubicBezTo>
                  <a:pt x="32800" y="54818"/>
                  <a:pt x="33573" y="51953"/>
                  <a:pt x="34667" y="46352"/>
                </a:cubicBezTo>
                <a:lnTo>
                  <a:pt x="34667" y="46062"/>
                </a:lnTo>
                <a:lnTo>
                  <a:pt x="38530" y="46062"/>
                </a:lnTo>
                <a:lnTo>
                  <a:pt x="38530" y="46352"/>
                </a:lnTo>
                <a:cubicBezTo>
                  <a:pt x="38466" y="46545"/>
                  <a:pt x="38047" y="49474"/>
                  <a:pt x="37275" y="55140"/>
                </a:cubicBezTo>
                <a:cubicBezTo>
                  <a:pt x="36502" y="60805"/>
                  <a:pt x="36019" y="63766"/>
                  <a:pt x="35826" y="64024"/>
                </a:cubicBezTo>
                <a:lnTo>
                  <a:pt x="35826" y="64313"/>
                </a:lnTo>
                <a:lnTo>
                  <a:pt x="0" y="64313"/>
                </a:lnTo>
                <a:lnTo>
                  <a:pt x="0" y="62479"/>
                </a:lnTo>
                <a:lnTo>
                  <a:pt x="0" y="61320"/>
                </a:lnTo>
                <a:cubicBezTo>
                  <a:pt x="0" y="60869"/>
                  <a:pt x="193" y="60386"/>
                  <a:pt x="579" y="59871"/>
                </a:cubicBezTo>
                <a:cubicBezTo>
                  <a:pt x="966" y="59356"/>
                  <a:pt x="1931" y="58230"/>
                  <a:pt x="3476" y="56492"/>
                </a:cubicBezTo>
                <a:cubicBezTo>
                  <a:pt x="5343" y="54431"/>
                  <a:pt x="6953" y="52629"/>
                  <a:pt x="8305" y="51084"/>
                </a:cubicBezTo>
                <a:cubicBezTo>
                  <a:pt x="8884" y="50440"/>
                  <a:pt x="9979" y="49249"/>
                  <a:pt x="11588" y="47511"/>
                </a:cubicBezTo>
                <a:cubicBezTo>
                  <a:pt x="13197" y="45773"/>
                  <a:pt x="14292" y="44582"/>
                  <a:pt x="14871" y="43938"/>
                </a:cubicBezTo>
                <a:cubicBezTo>
                  <a:pt x="15451" y="43294"/>
                  <a:pt x="16384" y="42232"/>
                  <a:pt x="17672" y="40751"/>
                </a:cubicBezTo>
                <a:cubicBezTo>
                  <a:pt x="18959" y="39270"/>
                  <a:pt x="19861" y="38176"/>
                  <a:pt x="20376" y="37468"/>
                </a:cubicBezTo>
                <a:cubicBezTo>
                  <a:pt x="20891" y="36760"/>
                  <a:pt x="21631" y="35794"/>
                  <a:pt x="22597" y="34571"/>
                </a:cubicBezTo>
                <a:cubicBezTo>
                  <a:pt x="23562" y="33348"/>
                  <a:pt x="24238" y="32318"/>
                  <a:pt x="24625" y="31481"/>
                </a:cubicBezTo>
                <a:cubicBezTo>
                  <a:pt x="25011" y="30644"/>
                  <a:pt x="25494" y="29710"/>
                  <a:pt x="26073" y="28680"/>
                </a:cubicBezTo>
                <a:cubicBezTo>
                  <a:pt x="26652" y="27650"/>
                  <a:pt x="27071" y="26620"/>
                  <a:pt x="27328" y="25590"/>
                </a:cubicBezTo>
                <a:cubicBezTo>
                  <a:pt x="27586" y="24560"/>
                  <a:pt x="27811" y="23594"/>
                  <a:pt x="28004" y="22693"/>
                </a:cubicBezTo>
                <a:cubicBezTo>
                  <a:pt x="28197" y="21792"/>
                  <a:pt x="28294" y="20730"/>
                  <a:pt x="28294" y="19506"/>
                </a:cubicBezTo>
                <a:cubicBezTo>
                  <a:pt x="28294" y="15451"/>
                  <a:pt x="27200" y="11942"/>
                  <a:pt x="25011" y="8981"/>
                </a:cubicBezTo>
                <a:cubicBezTo>
                  <a:pt x="22822" y="6019"/>
                  <a:pt x="19700" y="4539"/>
                  <a:pt x="15644" y="4539"/>
                </a:cubicBezTo>
                <a:cubicBezTo>
                  <a:pt x="13519" y="4539"/>
                  <a:pt x="11652" y="5086"/>
                  <a:pt x="10043" y="6180"/>
                </a:cubicBezTo>
                <a:cubicBezTo>
                  <a:pt x="8433" y="7275"/>
                  <a:pt x="7307" y="8337"/>
                  <a:pt x="6663" y="9367"/>
                </a:cubicBezTo>
                <a:cubicBezTo>
                  <a:pt x="6019" y="10397"/>
                  <a:pt x="5697" y="11009"/>
                  <a:pt x="5697" y="11202"/>
                </a:cubicBezTo>
                <a:cubicBezTo>
                  <a:pt x="5697" y="11266"/>
                  <a:pt x="5858" y="11298"/>
                  <a:pt x="6180" y="11298"/>
                </a:cubicBezTo>
                <a:cubicBezTo>
                  <a:pt x="7339" y="11298"/>
                  <a:pt x="8530" y="11749"/>
                  <a:pt x="9753" y="12650"/>
                </a:cubicBezTo>
                <a:cubicBezTo>
                  <a:pt x="10976" y="13552"/>
                  <a:pt x="11588" y="15032"/>
                  <a:pt x="11588" y="17092"/>
                </a:cubicBezTo>
                <a:cubicBezTo>
                  <a:pt x="11588" y="18702"/>
                  <a:pt x="11073" y="20054"/>
                  <a:pt x="10043" y="21148"/>
                </a:cubicBezTo>
                <a:cubicBezTo>
                  <a:pt x="9013" y="22243"/>
                  <a:pt x="7564" y="22822"/>
                  <a:pt x="5697" y="228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4EDBCE-8317-4F01-9AF6-27B6A235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96" y="260439"/>
            <a:ext cx="38530" cy="64313"/>
          </a:xfrm>
          <a:custGeom xmlns:a="http://schemas.openxmlformats.org/drawingml/2006/main">
            <a:pathLst>
              <a:path w="38530" h="64313" fill="none">
                <a:moveTo>
                  <a:pt x="5697" y="22886"/>
                </a:moveTo>
                <a:cubicBezTo>
                  <a:pt x="3959" y="22886"/>
                  <a:pt x="2575" y="22307"/>
                  <a:pt x="1545" y="21148"/>
                </a:cubicBezTo>
                <a:cubicBezTo>
                  <a:pt x="515" y="19989"/>
                  <a:pt x="0" y="18573"/>
                  <a:pt x="0" y="16899"/>
                </a:cubicBezTo>
                <a:cubicBezTo>
                  <a:pt x="0" y="12328"/>
                  <a:pt x="1706" y="8369"/>
                  <a:pt x="5118" y="5021"/>
                </a:cubicBezTo>
                <a:cubicBezTo>
                  <a:pt x="8530" y="1674"/>
                  <a:pt x="12779" y="0"/>
                  <a:pt x="17865" y="0"/>
                </a:cubicBezTo>
                <a:cubicBezTo>
                  <a:pt x="23723" y="0"/>
                  <a:pt x="28616" y="1803"/>
                  <a:pt x="32543" y="5408"/>
                </a:cubicBezTo>
                <a:cubicBezTo>
                  <a:pt x="36470" y="9013"/>
                  <a:pt x="38466" y="13680"/>
                  <a:pt x="38530" y="19410"/>
                </a:cubicBezTo>
                <a:cubicBezTo>
                  <a:pt x="38530" y="22178"/>
                  <a:pt x="37886" y="24818"/>
                  <a:pt x="36599" y="27328"/>
                </a:cubicBezTo>
                <a:cubicBezTo>
                  <a:pt x="35311" y="29839"/>
                  <a:pt x="33766" y="32028"/>
                  <a:pt x="31964" y="33895"/>
                </a:cubicBezTo>
                <a:cubicBezTo>
                  <a:pt x="30161" y="35762"/>
                  <a:pt x="27586" y="38144"/>
                  <a:pt x="24238" y="41041"/>
                </a:cubicBezTo>
                <a:cubicBezTo>
                  <a:pt x="21921" y="43037"/>
                  <a:pt x="18702" y="45998"/>
                  <a:pt x="14582" y="49925"/>
                </a:cubicBezTo>
                <a:lnTo>
                  <a:pt x="8884" y="55333"/>
                </a:lnTo>
                <a:lnTo>
                  <a:pt x="16223" y="55429"/>
                </a:lnTo>
                <a:cubicBezTo>
                  <a:pt x="26331" y="55429"/>
                  <a:pt x="31706" y="55268"/>
                  <a:pt x="32350" y="54946"/>
                </a:cubicBezTo>
                <a:cubicBezTo>
                  <a:pt x="32800" y="54818"/>
                  <a:pt x="33573" y="51953"/>
                  <a:pt x="34667" y="46352"/>
                </a:cubicBezTo>
                <a:lnTo>
                  <a:pt x="34667" y="46062"/>
                </a:lnTo>
                <a:lnTo>
                  <a:pt x="38530" y="46062"/>
                </a:lnTo>
                <a:lnTo>
                  <a:pt x="38530" y="46352"/>
                </a:lnTo>
                <a:cubicBezTo>
                  <a:pt x="38466" y="46545"/>
                  <a:pt x="38047" y="49474"/>
                  <a:pt x="37275" y="55140"/>
                </a:cubicBezTo>
                <a:cubicBezTo>
                  <a:pt x="36502" y="60805"/>
                  <a:pt x="36019" y="63766"/>
                  <a:pt x="35826" y="64024"/>
                </a:cubicBezTo>
                <a:lnTo>
                  <a:pt x="35826" y="64313"/>
                </a:lnTo>
                <a:lnTo>
                  <a:pt x="0" y="64313"/>
                </a:lnTo>
                <a:lnTo>
                  <a:pt x="0" y="62479"/>
                </a:lnTo>
                <a:lnTo>
                  <a:pt x="0" y="61320"/>
                </a:lnTo>
                <a:cubicBezTo>
                  <a:pt x="0" y="60869"/>
                  <a:pt x="193" y="60386"/>
                  <a:pt x="579" y="59871"/>
                </a:cubicBezTo>
                <a:cubicBezTo>
                  <a:pt x="966" y="59356"/>
                  <a:pt x="1931" y="58230"/>
                  <a:pt x="3476" y="56492"/>
                </a:cubicBezTo>
                <a:cubicBezTo>
                  <a:pt x="5343" y="54431"/>
                  <a:pt x="6953" y="52629"/>
                  <a:pt x="8305" y="51084"/>
                </a:cubicBezTo>
                <a:cubicBezTo>
                  <a:pt x="8884" y="50440"/>
                  <a:pt x="9979" y="49249"/>
                  <a:pt x="11588" y="47511"/>
                </a:cubicBezTo>
                <a:cubicBezTo>
                  <a:pt x="13197" y="45773"/>
                  <a:pt x="14292" y="44582"/>
                  <a:pt x="14871" y="43938"/>
                </a:cubicBezTo>
                <a:cubicBezTo>
                  <a:pt x="15451" y="43294"/>
                  <a:pt x="16384" y="42232"/>
                  <a:pt x="17672" y="40751"/>
                </a:cubicBezTo>
                <a:cubicBezTo>
                  <a:pt x="18959" y="39270"/>
                  <a:pt x="19861" y="38176"/>
                  <a:pt x="20376" y="37468"/>
                </a:cubicBezTo>
                <a:cubicBezTo>
                  <a:pt x="20891" y="36760"/>
                  <a:pt x="21631" y="35794"/>
                  <a:pt x="22597" y="34571"/>
                </a:cubicBezTo>
                <a:cubicBezTo>
                  <a:pt x="23562" y="33348"/>
                  <a:pt x="24238" y="32318"/>
                  <a:pt x="24625" y="31481"/>
                </a:cubicBezTo>
                <a:cubicBezTo>
                  <a:pt x="25011" y="30644"/>
                  <a:pt x="25494" y="29710"/>
                  <a:pt x="26073" y="28680"/>
                </a:cubicBezTo>
                <a:cubicBezTo>
                  <a:pt x="26652" y="27650"/>
                  <a:pt x="27071" y="26620"/>
                  <a:pt x="27328" y="25590"/>
                </a:cubicBezTo>
                <a:cubicBezTo>
                  <a:pt x="27586" y="24560"/>
                  <a:pt x="27811" y="23594"/>
                  <a:pt x="28004" y="22693"/>
                </a:cubicBezTo>
                <a:cubicBezTo>
                  <a:pt x="28197" y="21792"/>
                  <a:pt x="28294" y="20730"/>
                  <a:pt x="28294" y="19506"/>
                </a:cubicBezTo>
                <a:cubicBezTo>
                  <a:pt x="28294" y="15451"/>
                  <a:pt x="27200" y="11942"/>
                  <a:pt x="25011" y="8981"/>
                </a:cubicBezTo>
                <a:cubicBezTo>
                  <a:pt x="22822" y="6019"/>
                  <a:pt x="19700" y="4539"/>
                  <a:pt x="15644" y="4539"/>
                </a:cubicBezTo>
                <a:cubicBezTo>
                  <a:pt x="13519" y="4539"/>
                  <a:pt x="11652" y="5086"/>
                  <a:pt x="10043" y="6180"/>
                </a:cubicBezTo>
                <a:cubicBezTo>
                  <a:pt x="8433" y="7275"/>
                  <a:pt x="7307" y="8337"/>
                  <a:pt x="6663" y="9367"/>
                </a:cubicBezTo>
                <a:cubicBezTo>
                  <a:pt x="6019" y="10397"/>
                  <a:pt x="5697" y="11009"/>
                  <a:pt x="5697" y="11202"/>
                </a:cubicBezTo>
                <a:cubicBezTo>
                  <a:pt x="5697" y="11266"/>
                  <a:pt x="5858" y="11298"/>
                  <a:pt x="6180" y="11298"/>
                </a:cubicBezTo>
                <a:cubicBezTo>
                  <a:pt x="7339" y="11298"/>
                  <a:pt x="8530" y="11749"/>
                  <a:pt x="9753" y="12650"/>
                </a:cubicBezTo>
                <a:cubicBezTo>
                  <a:pt x="10976" y="13552"/>
                  <a:pt x="11588" y="15032"/>
                  <a:pt x="11588" y="17092"/>
                </a:cubicBezTo>
                <a:cubicBezTo>
                  <a:pt x="11588" y="18702"/>
                  <a:pt x="11073" y="20054"/>
                  <a:pt x="10043" y="21148"/>
                </a:cubicBezTo>
                <a:cubicBezTo>
                  <a:pt x="9013" y="22243"/>
                  <a:pt x="7564" y="22822"/>
                  <a:pt x="5697" y="228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000000">
                <a:alpha val="1850"/>
              </a:srgbClr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5AD7D-A7EE-4142-9B08-6D80BB66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840" y="394647"/>
            <a:ext cx="1913280" cy="107856"/>
          </a:xfrm>
          <a:custGeom xmlns:a="http://schemas.openxmlformats.org/drawingml/2006/main">
            <a:pathLst>
              <a:path w="1913280" h="107856" fill="none">
                <a:moveTo>
                  <a:pt x="1913280" y="107856"/>
                </a:moveTo>
                <a:lnTo>
                  <a:pt x="1913280" y="79720"/>
                </a:lnTo>
                <a:cubicBezTo>
                  <a:pt x="1913280" y="60962"/>
                  <a:pt x="1875765" y="51583"/>
                  <a:pt x="1800734" y="51583"/>
                </a:cubicBezTo>
                <a:lnTo>
                  <a:pt x="1069186" y="51583"/>
                </a:lnTo>
                <a:cubicBezTo>
                  <a:pt x="994155" y="51583"/>
                  <a:pt x="956640" y="42205"/>
                  <a:pt x="956640" y="23447"/>
                </a:cubicBezTo>
                <a:lnTo>
                  <a:pt x="956640" y="9378"/>
                </a:lnTo>
                <a:cubicBezTo>
                  <a:pt x="956640" y="0"/>
                  <a:pt x="956640" y="4689"/>
                  <a:pt x="956640" y="23447"/>
                </a:cubicBezTo>
                <a:lnTo>
                  <a:pt x="956640" y="37515"/>
                </a:lnTo>
                <a:cubicBezTo>
                  <a:pt x="956640" y="46893"/>
                  <a:pt x="919125" y="51583"/>
                  <a:pt x="844094" y="51583"/>
                </a:cubicBezTo>
                <a:lnTo>
                  <a:pt x="112546" y="51583"/>
                </a:lnTo>
                <a:cubicBezTo>
                  <a:pt x="37515" y="51583"/>
                  <a:pt x="0" y="60962"/>
                  <a:pt x="0" y="79720"/>
                </a:cubicBezTo>
                <a:lnTo>
                  <a:pt x="0" y="107856"/>
                </a:lnTo>
              </a:path>
            </a:pathLst>
          </a:custGeom>
          <a:noFill xmlns:a="http://schemas.openxmlformats.org/drawingml/2006/main"/>
          <a:ln xmlns:a="http://schemas.openxmlformats.org/drawingml/2006/main" w="22509" cap="flat">
            <a:solidFill>
              <a:srgbClr val="0066CC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5D049-C0FF-4B6B-9088-DBFA81D5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16" y="2955552"/>
            <a:ext cx="110784" cy="103050"/>
          </a:xfrm>
          <a:custGeom xmlns:a="http://schemas.openxmlformats.org/drawingml/2006/main">
            <a:pathLst>
              <a:path w="110784" h="103050">
                <a:moveTo>
                  <a:pt x="3867" y="34805"/>
                </a:moveTo>
                <a:cubicBezTo>
                  <a:pt x="4929" y="28435"/>
                  <a:pt x="9023" y="21080"/>
                  <a:pt x="16151" y="12739"/>
                </a:cubicBezTo>
                <a:cubicBezTo>
                  <a:pt x="23279" y="4398"/>
                  <a:pt x="32075" y="152"/>
                  <a:pt x="42539" y="0"/>
                </a:cubicBezTo>
                <a:cubicBezTo>
                  <a:pt x="47847" y="0"/>
                  <a:pt x="52700" y="1365"/>
                  <a:pt x="57098" y="4095"/>
                </a:cubicBezTo>
                <a:cubicBezTo>
                  <a:pt x="61496" y="6824"/>
                  <a:pt x="64757" y="10237"/>
                  <a:pt x="66880" y="14331"/>
                </a:cubicBezTo>
                <a:cubicBezTo>
                  <a:pt x="73250" y="4777"/>
                  <a:pt x="80908" y="0"/>
                  <a:pt x="89856" y="0"/>
                </a:cubicBezTo>
                <a:cubicBezTo>
                  <a:pt x="95467" y="0"/>
                  <a:pt x="100320" y="1668"/>
                  <a:pt x="104415" y="5005"/>
                </a:cubicBezTo>
                <a:cubicBezTo>
                  <a:pt x="108509" y="8341"/>
                  <a:pt x="110633" y="12815"/>
                  <a:pt x="110784" y="18426"/>
                </a:cubicBezTo>
                <a:cubicBezTo>
                  <a:pt x="110784" y="22824"/>
                  <a:pt x="109723" y="26388"/>
                  <a:pt x="107599" y="29118"/>
                </a:cubicBezTo>
                <a:cubicBezTo>
                  <a:pt x="105476" y="31848"/>
                  <a:pt x="103429" y="33516"/>
                  <a:pt x="101457" y="34122"/>
                </a:cubicBezTo>
                <a:cubicBezTo>
                  <a:pt x="99486" y="34729"/>
                  <a:pt x="97742" y="35032"/>
                  <a:pt x="96225" y="35032"/>
                </a:cubicBezTo>
                <a:cubicBezTo>
                  <a:pt x="93344" y="35032"/>
                  <a:pt x="90993" y="34198"/>
                  <a:pt x="89173" y="32530"/>
                </a:cubicBezTo>
                <a:cubicBezTo>
                  <a:pt x="87353" y="30862"/>
                  <a:pt x="86444" y="28663"/>
                  <a:pt x="86444" y="25933"/>
                </a:cubicBezTo>
                <a:cubicBezTo>
                  <a:pt x="86444" y="18957"/>
                  <a:pt x="90235" y="14180"/>
                  <a:pt x="97818" y="11602"/>
                </a:cubicBezTo>
                <a:cubicBezTo>
                  <a:pt x="96149" y="9630"/>
                  <a:pt x="93116" y="8644"/>
                  <a:pt x="88718" y="8644"/>
                </a:cubicBezTo>
                <a:cubicBezTo>
                  <a:pt x="86747" y="8644"/>
                  <a:pt x="85306" y="8796"/>
                  <a:pt x="84396" y="9099"/>
                </a:cubicBezTo>
                <a:cubicBezTo>
                  <a:pt x="78633" y="11526"/>
                  <a:pt x="74387" y="16530"/>
                  <a:pt x="71657" y="24113"/>
                </a:cubicBezTo>
                <a:cubicBezTo>
                  <a:pt x="62558" y="57629"/>
                  <a:pt x="58008" y="77193"/>
                  <a:pt x="58008" y="82804"/>
                </a:cubicBezTo>
                <a:cubicBezTo>
                  <a:pt x="58008" y="87050"/>
                  <a:pt x="59221" y="90083"/>
                  <a:pt x="61648" y="91903"/>
                </a:cubicBezTo>
                <a:cubicBezTo>
                  <a:pt x="64074" y="93723"/>
                  <a:pt x="66728" y="94633"/>
                  <a:pt x="69610" y="94633"/>
                </a:cubicBezTo>
                <a:cubicBezTo>
                  <a:pt x="75221" y="94633"/>
                  <a:pt x="80756" y="92131"/>
                  <a:pt x="86216" y="87126"/>
                </a:cubicBezTo>
                <a:cubicBezTo>
                  <a:pt x="91676" y="82121"/>
                  <a:pt x="95391" y="75979"/>
                  <a:pt x="97363" y="68700"/>
                </a:cubicBezTo>
                <a:cubicBezTo>
                  <a:pt x="97818" y="67183"/>
                  <a:pt x="98273" y="66349"/>
                  <a:pt x="98728" y="66198"/>
                </a:cubicBezTo>
                <a:cubicBezTo>
                  <a:pt x="99183" y="66046"/>
                  <a:pt x="100396" y="65894"/>
                  <a:pt x="102367" y="65743"/>
                </a:cubicBezTo>
                <a:lnTo>
                  <a:pt x="103277" y="65743"/>
                </a:lnTo>
                <a:cubicBezTo>
                  <a:pt x="105552" y="65743"/>
                  <a:pt x="106690" y="66349"/>
                  <a:pt x="106690" y="67562"/>
                </a:cubicBezTo>
                <a:cubicBezTo>
                  <a:pt x="106690" y="67714"/>
                  <a:pt x="106538" y="68548"/>
                  <a:pt x="106235" y="70065"/>
                </a:cubicBezTo>
                <a:cubicBezTo>
                  <a:pt x="103808" y="78709"/>
                  <a:pt x="99107" y="86368"/>
                  <a:pt x="92131" y="93041"/>
                </a:cubicBezTo>
                <a:cubicBezTo>
                  <a:pt x="85154" y="99713"/>
                  <a:pt x="77041" y="103050"/>
                  <a:pt x="67790" y="103050"/>
                </a:cubicBezTo>
                <a:cubicBezTo>
                  <a:pt x="57174" y="103050"/>
                  <a:pt x="49136" y="98273"/>
                  <a:pt x="43677" y="88718"/>
                </a:cubicBezTo>
                <a:cubicBezTo>
                  <a:pt x="37459" y="98121"/>
                  <a:pt x="30331" y="102822"/>
                  <a:pt x="22293" y="102822"/>
                </a:cubicBezTo>
                <a:lnTo>
                  <a:pt x="20928" y="102822"/>
                </a:lnTo>
                <a:cubicBezTo>
                  <a:pt x="13497" y="102822"/>
                  <a:pt x="8189" y="100851"/>
                  <a:pt x="5005" y="96908"/>
                </a:cubicBezTo>
                <a:cubicBezTo>
                  <a:pt x="1820" y="92965"/>
                  <a:pt x="152" y="88794"/>
                  <a:pt x="0" y="84396"/>
                </a:cubicBezTo>
                <a:cubicBezTo>
                  <a:pt x="0" y="79543"/>
                  <a:pt x="1441" y="75600"/>
                  <a:pt x="4322" y="72567"/>
                </a:cubicBezTo>
                <a:cubicBezTo>
                  <a:pt x="7204" y="69534"/>
                  <a:pt x="10616" y="68017"/>
                  <a:pt x="14559" y="68017"/>
                </a:cubicBezTo>
                <a:cubicBezTo>
                  <a:pt x="21080" y="68017"/>
                  <a:pt x="24341" y="71202"/>
                  <a:pt x="24341" y="77572"/>
                </a:cubicBezTo>
                <a:cubicBezTo>
                  <a:pt x="24341" y="80605"/>
                  <a:pt x="23431" y="83259"/>
                  <a:pt x="21611" y="85534"/>
                </a:cubicBezTo>
                <a:cubicBezTo>
                  <a:pt x="19791" y="87808"/>
                  <a:pt x="18047" y="89325"/>
                  <a:pt x="16379" y="90083"/>
                </a:cubicBezTo>
                <a:cubicBezTo>
                  <a:pt x="14711" y="90842"/>
                  <a:pt x="13725" y="91221"/>
                  <a:pt x="13421" y="91221"/>
                </a:cubicBezTo>
                <a:lnTo>
                  <a:pt x="12739" y="91448"/>
                </a:lnTo>
                <a:cubicBezTo>
                  <a:pt x="12739" y="91600"/>
                  <a:pt x="13194" y="91903"/>
                  <a:pt x="14104" y="92358"/>
                </a:cubicBezTo>
                <a:cubicBezTo>
                  <a:pt x="15014" y="92813"/>
                  <a:pt x="16227" y="93344"/>
                  <a:pt x="17744" y="93950"/>
                </a:cubicBezTo>
                <a:cubicBezTo>
                  <a:pt x="19260" y="94557"/>
                  <a:pt x="20701" y="94785"/>
                  <a:pt x="22066" y="94633"/>
                </a:cubicBezTo>
                <a:cubicBezTo>
                  <a:pt x="27525" y="94633"/>
                  <a:pt x="32227" y="91221"/>
                  <a:pt x="36170" y="84396"/>
                </a:cubicBezTo>
                <a:cubicBezTo>
                  <a:pt x="37535" y="81970"/>
                  <a:pt x="39279" y="76813"/>
                  <a:pt x="41402" y="68927"/>
                </a:cubicBezTo>
                <a:cubicBezTo>
                  <a:pt x="43525" y="61041"/>
                  <a:pt x="45648" y="52852"/>
                  <a:pt x="47771" y="44359"/>
                </a:cubicBezTo>
                <a:cubicBezTo>
                  <a:pt x="49895" y="35866"/>
                  <a:pt x="51108" y="30862"/>
                  <a:pt x="51411" y="29345"/>
                </a:cubicBezTo>
                <a:cubicBezTo>
                  <a:pt x="52169" y="25251"/>
                  <a:pt x="52549" y="22293"/>
                  <a:pt x="52549" y="20473"/>
                </a:cubicBezTo>
                <a:cubicBezTo>
                  <a:pt x="52549" y="16227"/>
                  <a:pt x="51411" y="13194"/>
                  <a:pt x="49136" y="11374"/>
                </a:cubicBezTo>
                <a:cubicBezTo>
                  <a:pt x="46862" y="9554"/>
                  <a:pt x="44283" y="8644"/>
                  <a:pt x="41402" y="8644"/>
                </a:cubicBezTo>
                <a:cubicBezTo>
                  <a:pt x="35336" y="8644"/>
                  <a:pt x="29649" y="11071"/>
                  <a:pt x="24341" y="15924"/>
                </a:cubicBezTo>
                <a:cubicBezTo>
                  <a:pt x="19033" y="20777"/>
                  <a:pt x="15317" y="26995"/>
                  <a:pt x="13194" y="34577"/>
                </a:cubicBezTo>
                <a:cubicBezTo>
                  <a:pt x="12891" y="35942"/>
                  <a:pt x="12512" y="36701"/>
                  <a:pt x="12057" y="36852"/>
                </a:cubicBezTo>
                <a:cubicBezTo>
                  <a:pt x="11602" y="37004"/>
                  <a:pt x="10388" y="37156"/>
                  <a:pt x="8417" y="37307"/>
                </a:cubicBezTo>
                <a:lnTo>
                  <a:pt x="5232" y="37307"/>
                </a:lnTo>
                <a:cubicBezTo>
                  <a:pt x="4322" y="36397"/>
                  <a:pt x="3867" y="35563"/>
                  <a:pt x="3867" y="34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07EAE-0C34-44C0-854D-7B09BB1F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16" y="2955552"/>
            <a:ext cx="110784" cy="103050"/>
          </a:xfrm>
          <a:custGeom xmlns:a="http://schemas.openxmlformats.org/drawingml/2006/main">
            <a:pathLst>
              <a:path w="110784" h="103050" fill="none">
                <a:moveTo>
                  <a:pt x="3867" y="34805"/>
                </a:moveTo>
                <a:cubicBezTo>
                  <a:pt x="4929" y="28435"/>
                  <a:pt x="9023" y="21080"/>
                  <a:pt x="16151" y="12739"/>
                </a:cubicBezTo>
                <a:cubicBezTo>
                  <a:pt x="23279" y="4398"/>
                  <a:pt x="32075" y="152"/>
                  <a:pt x="42539" y="0"/>
                </a:cubicBezTo>
                <a:cubicBezTo>
                  <a:pt x="47847" y="0"/>
                  <a:pt x="52700" y="1365"/>
                  <a:pt x="57098" y="4095"/>
                </a:cubicBezTo>
                <a:cubicBezTo>
                  <a:pt x="61496" y="6824"/>
                  <a:pt x="64757" y="10237"/>
                  <a:pt x="66880" y="14331"/>
                </a:cubicBezTo>
                <a:cubicBezTo>
                  <a:pt x="73250" y="4777"/>
                  <a:pt x="80908" y="0"/>
                  <a:pt x="89856" y="0"/>
                </a:cubicBezTo>
                <a:cubicBezTo>
                  <a:pt x="95467" y="0"/>
                  <a:pt x="100320" y="1668"/>
                  <a:pt x="104415" y="5005"/>
                </a:cubicBezTo>
                <a:cubicBezTo>
                  <a:pt x="108509" y="8341"/>
                  <a:pt x="110633" y="12815"/>
                  <a:pt x="110784" y="18426"/>
                </a:cubicBezTo>
                <a:cubicBezTo>
                  <a:pt x="110784" y="22824"/>
                  <a:pt x="109723" y="26388"/>
                  <a:pt x="107599" y="29118"/>
                </a:cubicBezTo>
                <a:cubicBezTo>
                  <a:pt x="105476" y="31848"/>
                  <a:pt x="103429" y="33516"/>
                  <a:pt x="101457" y="34122"/>
                </a:cubicBezTo>
                <a:cubicBezTo>
                  <a:pt x="99486" y="34729"/>
                  <a:pt x="97742" y="35032"/>
                  <a:pt x="96225" y="35032"/>
                </a:cubicBezTo>
                <a:cubicBezTo>
                  <a:pt x="93344" y="35032"/>
                  <a:pt x="90993" y="34198"/>
                  <a:pt x="89173" y="32530"/>
                </a:cubicBezTo>
                <a:cubicBezTo>
                  <a:pt x="87353" y="30862"/>
                  <a:pt x="86444" y="28663"/>
                  <a:pt x="86444" y="25933"/>
                </a:cubicBezTo>
                <a:cubicBezTo>
                  <a:pt x="86444" y="18957"/>
                  <a:pt x="90235" y="14180"/>
                  <a:pt x="97818" y="11602"/>
                </a:cubicBezTo>
                <a:cubicBezTo>
                  <a:pt x="96149" y="9630"/>
                  <a:pt x="93116" y="8644"/>
                  <a:pt x="88718" y="8644"/>
                </a:cubicBezTo>
                <a:cubicBezTo>
                  <a:pt x="86747" y="8644"/>
                  <a:pt x="85306" y="8796"/>
                  <a:pt x="84396" y="9099"/>
                </a:cubicBezTo>
                <a:cubicBezTo>
                  <a:pt x="78633" y="11526"/>
                  <a:pt x="74387" y="16530"/>
                  <a:pt x="71657" y="24113"/>
                </a:cubicBezTo>
                <a:cubicBezTo>
                  <a:pt x="62558" y="57629"/>
                  <a:pt x="58008" y="77193"/>
                  <a:pt x="58008" y="82804"/>
                </a:cubicBezTo>
                <a:cubicBezTo>
                  <a:pt x="58008" y="87050"/>
                  <a:pt x="59221" y="90083"/>
                  <a:pt x="61648" y="91903"/>
                </a:cubicBezTo>
                <a:cubicBezTo>
                  <a:pt x="64074" y="93723"/>
                  <a:pt x="66728" y="94633"/>
                  <a:pt x="69610" y="94633"/>
                </a:cubicBezTo>
                <a:cubicBezTo>
                  <a:pt x="75221" y="94633"/>
                  <a:pt x="80756" y="92131"/>
                  <a:pt x="86216" y="87126"/>
                </a:cubicBezTo>
                <a:cubicBezTo>
                  <a:pt x="91676" y="82121"/>
                  <a:pt x="95391" y="75979"/>
                  <a:pt x="97363" y="68700"/>
                </a:cubicBezTo>
                <a:cubicBezTo>
                  <a:pt x="97818" y="67183"/>
                  <a:pt x="98273" y="66349"/>
                  <a:pt x="98728" y="66198"/>
                </a:cubicBezTo>
                <a:cubicBezTo>
                  <a:pt x="99183" y="66046"/>
                  <a:pt x="100396" y="65894"/>
                  <a:pt x="102367" y="65743"/>
                </a:cubicBezTo>
                <a:lnTo>
                  <a:pt x="103277" y="65743"/>
                </a:lnTo>
                <a:cubicBezTo>
                  <a:pt x="105552" y="65743"/>
                  <a:pt x="106690" y="66349"/>
                  <a:pt x="106690" y="67562"/>
                </a:cubicBezTo>
                <a:cubicBezTo>
                  <a:pt x="106690" y="67714"/>
                  <a:pt x="106538" y="68548"/>
                  <a:pt x="106235" y="70065"/>
                </a:cubicBezTo>
                <a:cubicBezTo>
                  <a:pt x="103808" y="78709"/>
                  <a:pt x="99107" y="86368"/>
                  <a:pt x="92131" y="93041"/>
                </a:cubicBezTo>
                <a:cubicBezTo>
                  <a:pt x="85154" y="99713"/>
                  <a:pt x="77041" y="103050"/>
                  <a:pt x="67790" y="103050"/>
                </a:cubicBezTo>
                <a:cubicBezTo>
                  <a:pt x="57174" y="103050"/>
                  <a:pt x="49136" y="98273"/>
                  <a:pt x="43677" y="88718"/>
                </a:cubicBezTo>
                <a:cubicBezTo>
                  <a:pt x="37459" y="98121"/>
                  <a:pt x="30331" y="102822"/>
                  <a:pt x="22293" y="102822"/>
                </a:cubicBezTo>
                <a:lnTo>
                  <a:pt x="20928" y="102822"/>
                </a:lnTo>
                <a:cubicBezTo>
                  <a:pt x="13497" y="102822"/>
                  <a:pt x="8189" y="100851"/>
                  <a:pt x="5005" y="96908"/>
                </a:cubicBezTo>
                <a:cubicBezTo>
                  <a:pt x="1820" y="92965"/>
                  <a:pt x="152" y="88794"/>
                  <a:pt x="0" y="84396"/>
                </a:cubicBezTo>
                <a:cubicBezTo>
                  <a:pt x="0" y="79543"/>
                  <a:pt x="1441" y="75600"/>
                  <a:pt x="4322" y="72567"/>
                </a:cubicBezTo>
                <a:cubicBezTo>
                  <a:pt x="7204" y="69534"/>
                  <a:pt x="10616" y="68017"/>
                  <a:pt x="14559" y="68017"/>
                </a:cubicBezTo>
                <a:cubicBezTo>
                  <a:pt x="21080" y="68017"/>
                  <a:pt x="24341" y="71202"/>
                  <a:pt x="24341" y="77572"/>
                </a:cubicBezTo>
                <a:cubicBezTo>
                  <a:pt x="24341" y="80605"/>
                  <a:pt x="23431" y="83259"/>
                  <a:pt x="21611" y="85534"/>
                </a:cubicBezTo>
                <a:cubicBezTo>
                  <a:pt x="19791" y="87808"/>
                  <a:pt x="18047" y="89325"/>
                  <a:pt x="16379" y="90083"/>
                </a:cubicBezTo>
                <a:cubicBezTo>
                  <a:pt x="14711" y="90842"/>
                  <a:pt x="13725" y="91221"/>
                  <a:pt x="13421" y="91221"/>
                </a:cubicBezTo>
                <a:lnTo>
                  <a:pt x="12739" y="91448"/>
                </a:lnTo>
                <a:cubicBezTo>
                  <a:pt x="12739" y="91600"/>
                  <a:pt x="13194" y="91903"/>
                  <a:pt x="14104" y="92358"/>
                </a:cubicBezTo>
                <a:cubicBezTo>
                  <a:pt x="15014" y="92813"/>
                  <a:pt x="16227" y="93344"/>
                  <a:pt x="17744" y="93950"/>
                </a:cubicBezTo>
                <a:cubicBezTo>
                  <a:pt x="19260" y="94557"/>
                  <a:pt x="20701" y="94785"/>
                  <a:pt x="22066" y="94633"/>
                </a:cubicBezTo>
                <a:cubicBezTo>
                  <a:pt x="27525" y="94633"/>
                  <a:pt x="32227" y="91221"/>
                  <a:pt x="36170" y="84396"/>
                </a:cubicBezTo>
                <a:cubicBezTo>
                  <a:pt x="37535" y="81970"/>
                  <a:pt x="39279" y="76813"/>
                  <a:pt x="41402" y="68927"/>
                </a:cubicBezTo>
                <a:cubicBezTo>
                  <a:pt x="43525" y="61041"/>
                  <a:pt x="45648" y="52852"/>
                  <a:pt x="47771" y="44359"/>
                </a:cubicBezTo>
                <a:cubicBezTo>
                  <a:pt x="49895" y="35866"/>
                  <a:pt x="51108" y="30862"/>
                  <a:pt x="51411" y="29345"/>
                </a:cubicBezTo>
                <a:cubicBezTo>
                  <a:pt x="52169" y="25251"/>
                  <a:pt x="52549" y="22293"/>
                  <a:pt x="52549" y="20473"/>
                </a:cubicBezTo>
                <a:cubicBezTo>
                  <a:pt x="52549" y="16227"/>
                  <a:pt x="51411" y="13194"/>
                  <a:pt x="49136" y="11374"/>
                </a:cubicBezTo>
                <a:cubicBezTo>
                  <a:pt x="46862" y="9554"/>
                  <a:pt x="44283" y="8644"/>
                  <a:pt x="41402" y="8644"/>
                </a:cubicBezTo>
                <a:cubicBezTo>
                  <a:pt x="35336" y="8644"/>
                  <a:pt x="29649" y="11071"/>
                  <a:pt x="24341" y="15924"/>
                </a:cubicBezTo>
                <a:cubicBezTo>
                  <a:pt x="19033" y="20777"/>
                  <a:pt x="15317" y="26995"/>
                  <a:pt x="13194" y="34577"/>
                </a:cubicBezTo>
                <a:cubicBezTo>
                  <a:pt x="12891" y="35942"/>
                  <a:pt x="12512" y="36701"/>
                  <a:pt x="12057" y="36852"/>
                </a:cubicBezTo>
                <a:cubicBezTo>
                  <a:pt x="11602" y="37004"/>
                  <a:pt x="10388" y="37156"/>
                  <a:pt x="8417" y="37307"/>
                </a:cubicBezTo>
                <a:lnTo>
                  <a:pt x="5232" y="37307"/>
                </a:lnTo>
                <a:cubicBezTo>
                  <a:pt x="4322" y="36397"/>
                  <a:pt x="3867" y="35563"/>
                  <a:pt x="3867" y="348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" cap="flat">
            <a:solidFill>
              <a:srgbClr val="000000">
                <a:alpha val="4360"/>
              </a:srgbClr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AE526-18E8-4CDE-B150-985C620C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594" y="457135"/>
            <a:ext cx="115316" cy="160351"/>
          </a:xfrm>
          <a:custGeom xmlns:a="http://schemas.openxmlformats.org/drawingml/2006/main">
            <a:pathLst>
              <a:path w="115316" h="160351">
                <a:moveTo>
                  <a:pt x="20243" y="2502"/>
                </a:moveTo>
                <a:cubicBezTo>
                  <a:pt x="20395" y="2502"/>
                  <a:pt x="25853" y="2123"/>
                  <a:pt x="36619" y="1365"/>
                </a:cubicBezTo>
                <a:cubicBezTo>
                  <a:pt x="47385" y="607"/>
                  <a:pt x="52920" y="152"/>
                  <a:pt x="53223" y="0"/>
                </a:cubicBezTo>
                <a:cubicBezTo>
                  <a:pt x="55043" y="0"/>
                  <a:pt x="55952" y="682"/>
                  <a:pt x="55952" y="2047"/>
                </a:cubicBezTo>
                <a:cubicBezTo>
                  <a:pt x="55952" y="3715"/>
                  <a:pt x="53223" y="15163"/>
                  <a:pt x="47764" y="36392"/>
                </a:cubicBezTo>
                <a:cubicBezTo>
                  <a:pt x="42002" y="58833"/>
                  <a:pt x="39121" y="70282"/>
                  <a:pt x="39121" y="70737"/>
                </a:cubicBezTo>
                <a:cubicBezTo>
                  <a:pt x="39121" y="71040"/>
                  <a:pt x="39652" y="70661"/>
                  <a:pt x="40713" y="69599"/>
                </a:cubicBezTo>
                <a:cubicBezTo>
                  <a:pt x="49963" y="61411"/>
                  <a:pt x="59819" y="57317"/>
                  <a:pt x="70282" y="57317"/>
                </a:cubicBezTo>
                <a:cubicBezTo>
                  <a:pt x="78470" y="57317"/>
                  <a:pt x="85066" y="59364"/>
                  <a:pt x="90070" y="63458"/>
                </a:cubicBezTo>
                <a:cubicBezTo>
                  <a:pt x="95074" y="67552"/>
                  <a:pt x="97651" y="73542"/>
                  <a:pt x="97803" y="81427"/>
                </a:cubicBezTo>
                <a:cubicBezTo>
                  <a:pt x="97803" y="89160"/>
                  <a:pt x="94922" y="101139"/>
                  <a:pt x="89160" y="117364"/>
                </a:cubicBezTo>
                <a:cubicBezTo>
                  <a:pt x="83398" y="133588"/>
                  <a:pt x="80517" y="143293"/>
                  <a:pt x="80517" y="146477"/>
                </a:cubicBezTo>
                <a:cubicBezTo>
                  <a:pt x="80668" y="148600"/>
                  <a:pt x="81048" y="150040"/>
                  <a:pt x="81654" y="150798"/>
                </a:cubicBezTo>
                <a:cubicBezTo>
                  <a:pt x="82261" y="151557"/>
                  <a:pt x="83398" y="151936"/>
                  <a:pt x="85066" y="151936"/>
                </a:cubicBezTo>
                <a:cubicBezTo>
                  <a:pt x="89312" y="151936"/>
                  <a:pt x="93254" y="149661"/>
                  <a:pt x="96893" y="145112"/>
                </a:cubicBezTo>
                <a:cubicBezTo>
                  <a:pt x="100532" y="140563"/>
                  <a:pt x="103489" y="134346"/>
                  <a:pt x="105764" y="126461"/>
                </a:cubicBezTo>
                <a:cubicBezTo>
                  <a:pt x="106219" y="124794"/>
                  <a:pt x="106673" y="123808"/>
                  <a:pt x="107128" y="123505"/>
                </a:cubicBezTo>
                <a:cubicBezTo>
                  <a:pt x="107583" y="123201"/>
                  <a:pt x="108796" y="123050"/>
                  <a:pt x="110768" y="123050"/>
                </a:cubicBezTo>
                <a:cubicBezTo>
                  <a:pt x="113800" y="123050"/>
                  <a:pt x="115316" y="123656"/>
                  <a:pt x="115316" y="124869"/>
                </a:cubicBezTo>
                <a:cubicBezTo>
                  <a:pt x="115316" y="125021"/>
                  <a:pt x="115013" y="126158"/>
                  <a:pt x="114407" y="128281"/>
                </a:cubicBezTo>
                <a:cubicBezTo>
                  <a:pt x="111981" y="137227"/>
                  <a:pt x="108114" y="144582"/>
                  <a:pt x="102807" y="150344"/>
                </a:cubicBezTo>
                <a:cubicBezTo>
                  <a:pt x="97651" y="156864"/>
                  <a:pt x="91510" y="160124"/>
                  <a:pt x="84383" y="160124"/>
                </a:cubicBezTo>
                <a:lnTo>
                  <a:pt x="83246" y="160124"/>
                </a:lnTo>
                <a:cubicBezTo>
                  <a:pt x="76119" y="160124"/>
                  <a:pt x="70964" y="158077"/>
                  <a:pt x="67780" y="153983"/>
                </a:cubicBezTo>
                <a:cubicBezTo>
                  <a:pt x="64595" y="149889"/>
                  <a:pt x="63003" y="145567"/>
                  <a:pt x="63003" y="141018"/>
                </a:cubicBezTo>
                <a:cubicBezTo>
                  <a:pt x="63003" y="138592"/>
                  <a:pt x="65733" y="129646"/>
                  <a:pt x="71191" y="114179"/>
                </a:cubicBezTo>
                <a:cubicBezTo>
                  <a:pt x="76650" y="98713"/>
                  <a:pt x="79455" y="87113"/>
                  <a:pt x="79607" y="79380"/>
                </a:cubicBezTo>
                <a:cubicBezTo>
                  <a:pt x="79607" y="70433"/>
                  <a:pt x="76271" y="65960"/>
                  <a:pt x="69599" y="65960"/>
                </a:cubicBezTo>
                <a:lnTo>
                  <a:pt x="68462" y="65960"/>
                </a:lnTo>
                <a:cubicBezTo>
                  <a:pt x="55877" y="65960"/>
                  <a:pt x="44959" y="73390"/>
                  <a:pt x="35709" y="88250"/>
                </a:cubicBezTo>
                <a:lnTo>
                  <a:pt x="34117" y="91207"/>
                </a:lnTo>
                <a:lnTo>
                  <a:pt x="26384" y="121912"/>
                </a:lnTo>
                <a:cubicBezTo>
                  <a:pt x="21532" y="141625"/>
                  <a:pt x="18727" y="152391"/>
                  <a:pt x="17968" y="154210"/>
                </a:cubicBezTo>
                <a:cubicBezTo>
                  <a:pt x="15997" y="158304"/>
                  <a:pt x="12661" y="160351"/>
                  <a:pt x="7961" y="160351"/>
                </a:cubicBezTo>
                <a:cubicBezTo>
                  <a:pt x="5838" y="160351"/>
                  <a:pt x="4018" y="159669"/>
                  <a:pt x="2502" y="158304"/>
                </a:cubicBezTo>
                <a:cubicBezTo>
                  <a:pt x="986" y="156940"/>
                  <a:pt x="152" y="155575"/>
                  <a:pt x="0" y="154210"/>
                </a:cubicBezTo>
                <a:cubicBezTo>
                  <a:pt x="0" y="152087"/>
                  <a:pt x="5535" y="129039"/>
                  <a:pt x="16604" y="85066"/>
                </a:cubicBezTo>
                <a:lnTo>
                  <a:pt x="33435" y="17741"/>
                </a:lnTo>
                <a:cubicBezTo>
                  <a:pt x="33435" y="15770"/>
                  <a:pt x="32904" y="14557"/>
                  <a:pt x="31843" y="14102"/>
                </a:cubicBezTo>
                <a:cubicBezTo>
                  <a:pt x="30781" y="13647"/>
                  <a:pt x="27825" y="13268"/>
                  <a:pt x="22972" y="12965"/>
                </a:cubicBezTo>
                <a:lnTo>
                  <a:pt x="18196" y="12965"/>
                </a:lnTo>
                <a:cubicBezTo>
                  <a:pt x="17286" y="12055"/>
                  <a:pt x="16831" y="11448"/>
                  <a:pt x="16831" y="11145"/>
                </a:cubicBezTo>
                <a:cubicBezTo>
                  <a:pt x="16831" y="10842"/>
                  <a:pt x="16983" y="9401"/>
                  <a:pt x="17286" y="6823"/>
                </a:cubicBezTo>
                <a:cubicBezTo>
                  <a:pt x="18044" y="3942"/>
                  <a:pt x="19030" y="2502"/>
                  <a:pt x="20243" y="2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0C5FA-AFF1-4106-9DBC-C28D9E37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594" y="457135"/>
            <a:ext cx="115316" cy="160351"/>
          </a:xfrm>
          <a:custGeom xmlns:a="http://schemas.openxmlformats.org/drawingml/2006/main">
            <a:pathLst>
              <a:path w="115316" h="160351" fill="none">
                <a:moveTo>
                  <a:pt x="20243" y="2502"/>
                </a:moveTo>
                <a:cubicBezTo>
                  <a:pt x="20395" y="2502"/>
                  <a:pt x="25853" y="2123"/>
                  <a:pt x="36619" y="1365"/>
                </a:cubicBezTo>
                <a:cubicBezTo>
                  <a:pt x="47385" y="607"/>
                  <a:pt x="52920" y="152"/>
                  <a:pt x="53223" y="0"/>
                </a:cubicBezTo>
                <a:cubicBezTo>
                  <a:pt x="55043" y="0"/>
                  <a:pt x="55952" y="682"/>
                  <a:pt x="55952" y="2047"/>
                </a:cubicBezTo>
                <a:cubicBezTo>
                  <a:pt x="55952" y="3715"/>
                  <a:pt x="53223" y="15163"/>
                  <a:pt x="47764" y="36392"/>
                </a:cubicBezTo>
                <a:cubicBezTo>
                  <a:pt x="42002" y="58833"/>
                  <a:pt x="39121" y="70282"/>
                  <a:pt x="39121" y="70737"/>
                </a:cubicBezTo>
                <a:cubicBezTo>
                  <a:pt x="39121" y="71040"/>
                  <a:pt x="39652" y="70661"/>
                  <a:pt x="40713" y="69599"/>
                </a:cubicBezTo>
                <a:cubicBezTo>
                  <a:pt x="49963" y="61411"/>
                  <a:pt x="59819" y="57317"/>
                  <a:pt x="70282" y="57317"/>
                </a:cubicBezTo>
                <a:cubicBezTo>
                  <a:pt x="78470" y="57317"/>
                  <a:pt x="85066" y="59364"/>
                  <a:pt x="90070" y="63458"/>
                </a:cubicBezTo>
                <a:cubicBezTo>
                  <a:pt x="95074" y="67552"/>
                  <a:pt x="97651" y="73542"/>
                  <a:pt x="97803" y="81427"/>
                </a:cubicBezTo>
                <a:cubicBezTo>
                  <a:pt x="97803" y="89160"/>
                  <a:pt x="94922" y="101139"/>
                  <a:pt x="89160" y="117364"/>
                </a:cubicBezTo>
                <a:cubicBezTo>
                  <a:pt x="83398" y="133588"/>
                  <a:pt x="80517" y="143293"/>
                  <a:pt x="80517" y="146477"/>
                </a:cubicBezTo>
                <a:cubicBezTo>
                  <a:pt x="80668" y="148600"/>
                  <a:pt x="81048" y="150040"/>
                  <a:pt x="81654" y="150798"/>
                </a:cubicBezTo>
                <a:cubicBezTo>
                  <a:pt x="82261" y="151557"/>
                  <a:pt x="83398" y="151936"/>
                  <a:pt x="85066" y="151936"/>
                </a:cubicBezTo>
                <a:cubicBezTo>
                  <a:pt x="89312" y="151936"/>
                  <a:pt x="93254" y="149661"/>
                  <a:pt x="96893" y="145112"/>
                </a:cubicBezTo>
                <a:cubicBezTo>
                  <a:pt x="100532" y="140563"/>
                  <a:pt x="103489" y="134346"/>
                  <a:pt x="105764" y="126461"/>
                </a:cubicBezTo>
                <a:cubicBezTo>
                  <a:pt x="106219" y="124794"/>
                  <a:pt x="106673" y="123808"/>
                  <a:pt x="107128" y="123505"/>
                </a:cubicBezTo>
                <a:cubicBezTo>
                  <a:pt x="107583" y="123201"/>
                  <a:pt x="108796" y="123050"/>
                  <a:pt x="110768" y="123050"/>
                </a:cubicBezTo>
                <a:cubicBezTo>
                  <a:pt x="113800" y="123050"/>
                  <a:pt x="115316" y="123656"/>
                  <a:pt x="115316" y="124869"/>
                </a:cubicBezTo>
                <a:cubicBezTo>
                  <a:pt x="115316" y="125021"/>
                  <a:pt x="115013" y="126158"/>
                  <a:pt x="114407" y="128281"/>
                </a:cubicBezTo>
                <a:cubicBezTo>
                  <a:pt x="111981" y="137227"/>
                  <a:pt x="108114" y="144582"/>
                  <a:pt x="102807" y="150344"/>
                </a:cubicBezTo>
                <a:cubicBezTo>
                  <a:pt x="97651" y="156864"/>
                  <a:pt x="91510" y="160124"/>
                  <a:pt x="84383" y="160124"/>
                </a:cubicBezTo>
                <a:lnTo>
                  <a:pt x="83246" y="160124"/>
                </a:lnTo>
                <a:cubicBezTo>
                  <a:pt x="76119" y="160124"/>
                  <a:pt x="70964" y="158077"/>
                  <a:pt x="67780" y="153983"/>
                </a:cubicBezTo>
                <a:cubicBezTo>
                  <a:pt x="64595" y="149889"/>
                  <a:pt x="63003" y="145567"/>
                  <a:pt x="63003" y="141018"/>
                </a:cubicBezTo>
                <a:cubicBezTo>
                  <a:pt x="63003" y="138592"/>
                  <a:pt x="65733" y="129646"/>
                  <a:pt x="71191" y="114179"/>
                </a:cubicBezTo>
                <a:cubicBezTo>
                  <a:pt x="76650" y="98713"/>
                  <a:pt x="79455" y="87113"/>
                  <a:pt x="79607" y="79380"/>
                </a:cubicBezTo>
                <a:cubicBezTo>
                  <a:pt x="79607" y="70433"/>
                  <a:pt x="76271" y="65960"/>
                  <a:pt x="69599" y="65960"/>
                </a:cubicBezTo>
                <a:lnTo>
                  <a:pt x="68462" y="65960"/>
                </a:lnTo>
                <a:cubicBezTo>
                  <a:pt x="55877" y="65960"/>
                  <a:pt x="44959" y="73390"/>
                  <a:pt x="35709" y="88250"/>
                </a:cubicBezTo>
                <a:lnTo>
                  <a:pt x="34117" y="91207"/>
                </a:lnTo>
                <a:lnTo>
                  <a:pt x="26384" y="121912"/>
                </a:lnTo>
                <a:cubicBezTo>
                  <a:pt x="21532" y="141625"/>
                  <a:pt x="18727" y="152391"/>
                  <a:pt x="17968" y="154210"/>
                </a:cubicBezTo>
                <a:cubicBezTo>
                  <a:pt x="15997" y="158304"/>
                  <a:pt x="12661" y="160351"/>
                  <a:pt x="7961" y="160351"/>
                </a:cubicBezTo>
                <a:cubicBezTo>
                  <a:pt x="5838" y="160351"/>
                  <a:pt x="4018" y="159669"/>
                  <a:pt x="2502" y="158304"/>
                </a:cubicBezTo>
                <a:cubicBezTo>
                  <a:pt x="986" y="156940"/>
                  <a:pt x="152" y="155575"/>
                  <a:pt x="0" y="154210"/>
                </a:cubicBezTo>
                <a:cubicBezTo>
                  <a:pt x="0" y="152087"/>
                  <a:pt x="5535" y="129039"/>
                  <a:pt x="16604" y="85066"/>
                </a:cubicBezTo>
                <a:lnTo>
                  <a:pt x="33435" y="17741"/>
                </a:lnTo>
                <a:cubicBezTo>
                  <a:pt x="33435" y="15770"/>
                  <a:pt x="32904" y="14557"/>
                  <a:pt x="31843" y="14102"/>
                </a:cubicBezTo>
                <a:cubicBezTo>
                  <a:pt x="30781" y="13647"/>
                  <a:pt x="27825" y="13268"/>
                  <a:pt x="22972" y="12965"/>
                </a:cubicBezTo>
                <a:lnTo>
                  <a:pt x="18196" y="12965"/>
                </a:lnTo>
                <a:cubicBezTo>
                  <a:pt x="17286" y="12055"/>
                  <a:pt x="16831" y="11448"/>
                  <a:pt x="16831" y="11145"/>
                </a:cubicBezTo>
                <a:cubicBezTo>
                  <a:pt x="16831" y="10842"/>
                  <a:pt x="16983" y="9401"/>
                  <a:pt x="17286" y="6823"/>
                </a:cubicBezTo>
                <a:cubicBezTo>
                  <a:pt x="18044" y="3942"/>
                  <a:pt x="19030" y="2502"/>
                  <a:pt x="20243" y="25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" cap="flat">
            <a:solidFill>
              <a:srgbClr val="000000">
                <a:alpha val="4360"/>
              </a:srgbClr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087A5-0DAA-49A2-883B-8A64E2B9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915" y="4863205"/>
            <a:ext cx="1800734" cy="1157760"/>
          </a:xfrm>
          <a:custGeom xmlns:a="http://schemas.openxmlformats.org/drawingml/2006/main">
            <a:pathLst>
              <a:path w="1800734" h="1157760">
                <a:moveTo>
                  <a:pt x="173659" y="0"/>
                </a:moveTo>
                <a:lnTo>
                  <a:pt x="1627076" y="0"/>
                </a:lnTo>
                <a:cubicBezTo>
                  <a:pt x="1638478" y="0"/>
                  <a:pt x="1649771" y="1112"/>
                  <a:pt x="1660954" y="3337"/>
                </a:cubicBezTo>
                <a:cubicBezTo>
                  <a:pt x="1672138" y="5561"/>
                  <a:pt x="1682997" y="8855"/>
                  <a:pt x="1693531" y="13219"/>
                </a:cubicBezTo>
                <a:cubicBezTo>
                  <a:pt x="1704065" y="17582"/>
                  <a:pt x="1714074" y="22931"/>
                  <a:pt x="1723555" y="29266"/>
                </a:cubicBezTo>
                <a:cubicBezTo>
                  <a:pt x="1733036" y="35601"/>
                  <a:pt x="1741808" y="42800"/>
                  <a:pt x="1749870" y="50863"/>
                </a:cubicBezTo>
                <a:cubicBezTo>
                  <a:pt x="1757933" y="58926"/>
                  <a:pt x="1765132" y="67697"/>
                  <a:pt x="1771467" y="77178"/>
                </a:cubicBezTo>
                <a:cubicBezTo>
                  <a:pt x="1777802" y="86659"/>
                  <a:pt x="1783151" y="96667"/>
                  <a:pt x="1787515" y="107202"/>
                </a:cubicBezTo>
                <a:cubicBezTo>
                  <a:pt x="1791878" y="117736"/>
                  <a:pt x="1795172" y="128596"/>
                  <a:pt x="1797397" y="139779"/>
                </a:cubicBezTo>
                <a:cubicBezTo>
                  <a:pt x="1799622" y="150963"/>
                  <a:pt x="1800734" y="162256"/>
                  <a:pt x="1800734" y="173658"/>
                </a:cubicBezTo>
                <a:lnTo>
                  <a:pt x="1800734" y="984101"/>
                </a:lnTo>
                <a:cubicBezTo>
                  <a:pt x="1800734" y="995504"/>
                  <a:pt x="1799622" y="1006796"/>
                  <a:pt x="1797397" y="1017980"/>
                </a:cubicBezTo>
                <a:cubicBezTo>
                  <a:pt x="1795172" y="1029163"/>
                  <a:pt x="1791878" y="1040022"/>
                  <a:pt x="1787515" y="1050557"/>
                </a:cubicBezTo>
                <a:cubicBezTo>
                  <a:pt x="1783151" y="1061091"/>
                  <a:pt x="1777802" y="1071099"/>
                  <a:pt x="1771468" y="1080580"/>
                </a:cubicBezTo>
                <a:cubicBezTo>
                  <a:pt x="1765132" y="1090061"/>
                  <a:pt x="1757934" y="1098833"/>
                  <a:pt x="1749872" y="1106896"/>
                </a:cubicBezTo>
                <a:cubicBezTo>
                  <a:pt x="1741808" y="1114959"/>
                  <a:pt x="1733036" y="1122158"/>
                  <a:pt x="1723555" y="1128493"/>
                </a:cubicBezTo>
                <a:cubicBezTo>
                  <a:pt x="1714074" y="1134827"/>
                  <a:pt x="1704067" y="1140176"/>
                  <a:pt x="1693532" y="1144540"/>
                </a:cubicBezTo>
                <a:cubicBezTo>
                  <a:pt x="1682997" y="1148904"/>
                  <a:pt x="1672138" y="1152198"/>
                  <a:pt x="1660954" y="1154423"/>
                </a:cubicBezTo>
                <a:cubicBezTo>
                  <a:pt x="1649771" y="1156647"/>
                  <a:pt x="1638478" y="1157760"/>
                  <a:pt x="1627076" y="1157760"/>
                </a:cubicBezTo>
                <a:lnTo>
                  <a:pt x="173659" y="1157760"/>
                </a:lnTo>
                <a:cubicBezTo>
                  <a:pt x="162257" y="1157760"/>
                  <a:pt x="150964" y="1156647"/>
                  <a:pt x="139780" y="1154423"/>
                </a:cubicBezTo>
                <a:cubicBezTo>
                  <a:pt x="128596" y="1152198"/>
                  <a:pt x="117736" y="1148904"/>
                  <a:pt x="107202" y="1144540"/>
                </a:cubicBezTo>
                <a:cubicBezTo>
                  <a:pt x="96667" y="1140176"/>
                  <a:pt x="86659" y="1134828"/>
                  <a:pt x="77178" y="1128492"/>
                </a:cubicBezTo>
                <a:cubicBezTo>
                  <a:pt x="67697" y="1122158"/>
                  <a:pt x="58926" y="1114959"/>
                  <a:pt x="50863" y="1106896"/>
                </a:cubicBezTo>
                <a:cubicBezTo>
                  <a:pt x="42800" y="1098833"/>
                  <a:pt x="35601" y="1090061"/>
                  <a:pt x="29267" y="1080580"/>
                </a:cubicBezTo>
                <a:cubicBezTo>
                  <a:pt x="22930" y="1071099"/>
                  <a:pt x="17582" y="1061091"/>
                  <a:pt x="13219" y="1050557"/>
                </a:cubicBezTo>
                <a:cubicBezTo>
                  <a:pt x="8855" y="1040022"/>
                  <a:pt x="5561" y="1029163"/>
                  <a:pt x="3337" y="1017980"/>
                </a:cubicBezTo>
                <a:cubicBezTo>
                  <a:pt x="1112" y="1006796"/>
                  <a:pt x="0" y="995504"/>
                  <a:pt x="0" y="984101"/>
                </a:cubicBezTo>
                <a:lnTo>
                  <a:pt x="0" y="173658"/>
                </a:lnTo>
                <a:cubicBezTo>
                  <a:pt x="0" y="162256"/>
                  <a:pt x="1112" y="150963"/>
                  <a:pt x="3337" y="139779"/>
                </a:cubicBezTo>
                <a:cubicBezTo>
                  <a:pt x="5561" y="128596"/>
                  <a:pt x="8855" y="117736"/>
                  <a:pt x="13219" y="107202"/>
                </a:cubicBezTo>
                <a:cubicBezTo>
                  <a:pt x="17582" y="96667"/>
                  <a:pt x="22930" y="86659"/>
                  <a:pt x="29267" y="77178"/>
                </a:cubicBezTo>
                <a:cubicBezTo>
                  <a:pt x="35601" y="67697"/>
                  <a:pt x="42800" y="58926"/>
                  <a:pt x="50863" y="50863"/>
                </a:cubicBezTo>
                <a:cubicBezTo>
                  <a:pt x="58926" y="42800"/>
                  <a:pt x="67697" y="35601"/>
                  <a:pt x="77178" y="29266"/>
                </a:cubicBezTo>
                <a:cubicBezTo>
                  <a:pt x="86659" y="22931"/>
                  <a:pt x="96667" y="17582"/>
                  <a:pt x="107202" y="13219"/>
                </a:cubicBezTo>
                <a:cubicBezTo>
                  <a:pt x="117736" y="8855"/>
                  <a:pt x="128595" y="5561"/>
                  <a:pt x="139779" y="3337"/>
                </a:cubicBezTo>
                <a:cubicBezTo>
                  <a:pt x="150963" y="1112"/>
                  <a:pt x="162257" y="0"/>
                  <a:pt x="173659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213A6-D4EC-4010-8F01-A91C5AA3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288" y="4857578"/>
            <a:ext cx="1811989" cy="1169014"/>
          </a:xfrm>
          <a:custGeom xmlns:a="http://schemas.openxmlformats.org/drawingml/2006/main">
            <a:pathLst>
              <a:path w="1811989" h="1169014">
                <a:moveTo>
                  <a:pt x="246813" y="0"/>
                </a:moveTo>
                <a:lnTo>
                  <a:pt x="280577" y="0"/>
                </a:lnTo>
                <a:lnTo>
                  <a:pt x="280577" y="11255"/>
                </a:lnTo>
                <a:lnTo>
                  <a:pt x="246813" y="11255"/>
                </a:lnTo>
                <a:lnTo>
                  <a:pt x="246813" y="0"/>
                </a:lnTo>
                <a:close/>
                <a:moveTo>
                  <a:pt x="314341" y="0"/>
                </a:moveTo>
                <a:lnTo>
                  <a:pt x="348104" y="0"/>
                </a:lnTo>
                <a:lnTo>
                  <a:pt x="348104" y="11255"/>
                </a:lnTo>
                <a:lnTo>
                  <a:pt x="314341" y="11255"/>
                </a:lnTo>
                <a:lnTo>
                  <a:pt x="314341" y="0"/>
                </a:lnTo>
                <a:close/>
                <a:moveTo>
                  <a:pt x="381868" y="0"/>
                </a:moveTo>
                <a:lnTo>
                  <a:pt x="415632" y="0"/>
                </a:lnTo>
                <a:lnTo>
                  <a:pt x="415632" y="11255"/>
                </a:lnTo>
                <a:lnTo>
                  <a:pt x="381868" y="11255"/>
                </a:lnTo>
                <a:lnTo>
                  <a:pt x="381868" y="0"/>
                </a:lnTo>
                <a:close/>
                <a:moveTo>
                  <a:pt x="449396" y="0"/>
                </a:moveTo>
                <a:lnTo>
                  <a:pt x="483159" y="0"/>
                </a:lnTo>
                <a:lnTo>
                  <a:pt x="483159" y="11255"/>
                </a:lnTo>
                <a:lnTo>
                  <a:pt x="449396" y="11255"/>
                </a:lnTo>
                <a:lnTo>
                  <a:pt x="449396" y="0"/>
                </a:lnTo>
                <a:close/>
                <a:moveTo>
                  <a:pt x="516923" y="0"/>
                </a:moveTo>
                <a:lnTo>
                  <a:pt x="550687" y="0"/>
                </a:lnTo>
                <a:lnTo>
                  <a:pt x="550687" y="11255"/>
                </a:lnTo>
                <a:lnTo>
                  <a:pt x="516923" y="11255"/>
                </a:lnTo>
                <a:lnTo>
                  <a:pt x="516923" y="0"/>
                </a:lnTo>
                <a:close/>
                <a:moveTo>
                  <a:pt x="584451" y="0"/>
                </a:moveTo>
                <a:lnTo>
                  <a:pt x="618215" y="0"/>
                </a:lnTo>
                <a:lnTo>
                  <a:pt x="618215" y="11255"/>
                </a:lnTo>
                <a:lnTo>
                  <a:pt x="584451" y="11255"/>
                </a:lnTo>
                <a:lnTo>
                  <a:pt x="584451" y="0"/>
                </a:lnTo>
                <a:close/>
                <a:moveTo>
                  <a:pt x="651978" y="0"/>
                </a:moveTo>
                <a:lnTo>
                  <a:pt x="685742" y="0"/>
                </a:lnTo>
                <a:lnTo>
                  <a:pt x="685742" y="11255"/>
                </a:lnTo>
                <a:lnTo>
                  <a:pt x="651978" y="11255"/>
                </a:lnTo>
                <a:lnTo>
                  <a:pt x="651978" y="0"/>
                </a:lnTo>
                <a:close/>
                <a:moveTo>
                  <a:pt x="719506" y="0"/>
                </a:moveTo>
                <a:lnTo>
                  <a:pt x="753270" y="0"/>
                </a:lnTo>
                <a:lnTo>
                  <a:pt x="753270" y="11255"/>
                </a:lnTo>
                <a:lnTo>
                  <a:pt x="719506" y="11255"/>
                </a:lnTo>
                <a:lnTo>
                  <a:pt x="719506" y="0"/>
                </a:lnTo>
                <a:close/>
                <a:moveTo>
                  <a:pt x="787033" y="0"/>
                </a:moveTo>
                <a:lnTo>
                  <a:pt x="820797" y="0"/>
                </a:lnTo>
                <a:lnTo>
                  <a:pt x="820797" y="11255"/>
                </a:lnTo>
                <a:lnTo>
                  <a:pt x="787033" y="11255"/>
                </a:lnTo>
                <a:lnTo>
                  <a:pt x="787033" y="0"/>
                </a:lnTo>
                <a:close/>
                <a:moveTo>
                  <a:pt x="854561" y="0"/>
                </a:moveTo>
                <a:lnTo>
                  <a:pt x="888325" y="0"/>
                </a:lnTo>
                <a:lnTo>
                  <a:pt x="888325" y="11255"/>
                </a:lnTo>
                <a:lnTo>
                  <a:pt x="854561" y="11255"/>
                </a:lnTo>
                <a:lnTo>
                  <a:pt x="854561" y="0"/>
                </a:lnTo>
                <a:close/>
                <a:moveTo>
                  <a:pt x="922088" y="0"/>
                </a:moveTo>
                <a:lnTo>
                  <a:pt x="955852" y="0"/>
                </a:lnTo>
                <a:lnTo>
                  <a:pt x="955852" y="11255"/>
                </a:lnTo>
                <a:lnTo>
                  <a:pt x="922088" y="11255"/>
                </a:lnTo>
                <a:lnTo>
                  <a:pt x="922088" y="0"/>
                </a:lnTo>
                <a:close/>
                <a:moveTo>
                  <a:pt x="989616" y="0"/>
                </a:moveTo>
                <a:lnTo>
                  <a:pt x="1023380" y="0"/>
                </a:lnTo>
                <a:lnTo>
                  <a:pt x="1023380" y="11255"/>
                </a:lnTo>
                <a:lnTo>
                  <a:pt x="989616" y="11255"/>
                </a:lnTo>
                <a:lnTo>
                  <a:pt x="989616" y="0"/>
                </a:lnTo>
                <a:close/>
                <a:moveTo>
                  <a:pt x="1057143" y="0"/>
                </a:moveTo>
                <a:lnTo>
                  <a:pt x="1090907" y="0"/>
                </a:lnTo>
                <a:lnTo>
                  <a:pt x="1090907" y="11255"/>
                </a:lnTo>
                <a:lnTo>
                  <a:pt x="1057143" y="11255"/>
                </a:lnTo>
                <a:lnTo>
                  <a:pt x="1057143" y="0"/>
                </a:lnTo>
                <a:close/>
                <a:moveTo>
                  <a:pt x="1124671" y="0"/>
                </a:moveTo>
                <a:lnTo>
                  <a:pt x="1158435" y="0"/>
                </a:lnTo>
                <a:lnTo>
                  <a:pt x="1158435" y="11255"/>
                </a:lnTo>
                <a:lnTo>
                  <a:pt x="1124671" y="11255"/>
                </a:lnTo>
                <a:lnTo>
                  <a:pt x="1124671" y="0"/>
                </a:lnTo>
                <a:close/>
                <a:moveTo>
                  <a:pt x="1192199" y="0"/>
                </a:moveTo>
                <a:lnTo>
                  <a:pt x="1225962" y="0"/>
                </a:lnTo>
                <a:lnTo>
                  <a:pt x="1225962" y="11255"/>
                </a:lnTo>
                <a:lnTo>
                  <a:pt x="1192199" y="11255"/>
                </a:lnTo>
                <a:lnTo>
                  <a:pt x="1192199" y="0"/>
                </a:lnTo>
                <a:close/>
                <a:moveTo>
                  <a:pt x="1259726" y="0"/>
                </a:moveTo>
                <a:lnTo>
                  <a:pt x="1293490" y="0"/>
                </a:lnTo>
                <a:lnTo>
                  <a:pt x="1293490" y="11255"/>
                </a:lnTo>
                <a:lnTo>
                  <a:pt x="1259726" y="11255"/>
                </a:lnTo>
                <a:lnTo>
                  <a:pt x="1259726" y="0"/>
                </a:lnTo>
                <a:close/>
                <a:moveTo>
                  <a:pt x="1327254" y="0"/>
                </a:moveTo>
                <a:lnTo>
                  <a:pt x="1361017" y="0"/>
                </a:lnTo>
                <a:lnTo>
                  <a:pt x="1361017" y="11255"/>
                </a:lnTo>
                <a:lnTo>
                  <a:pt x="1327254" y="11255"/>
                </a:lnTo>
                <a:lnTo>
                  <a:pt x="1327254" y="0"/>
                </a:lnTo>
                <a:close/>
                <a:moveTo>
                  <a:pt x="1394781" y="0"/>
                </a:moveTo>
                <a:lnTo>
                  <a:pt x="1428545" y="0"/>
                </a:lnTo>
                <a:lnTo>
                  <a:pt x="1428545" y="11255"/>
                </a:lnTo>
                <a:lnTo>
                  <a:pt x="1394781" y="11255"/>
                </a:lnTo>
                <a:lnTo>
                  <a:pt x="1394781" y="0"/>
                </a:lnTo>
                <a:close/>
                <a:moveTo>
                  <a:pt x="1462309" y="0"/>
                </a:moveTo>
                <a:lnTo>
                  <a:pt x="1496072" y="0"/>
                </a:lnTo>
                <a:lnTo>
                  <a:pt x="1496072" y="11255"/>
                </a:lnTo>
                <a:lnTo>
                  <a:pt x="1462309" y="11255"/>
                </a:lnTo>
                <a:lnTo>
                  <a:pt x="1462309" y="0"/>
                </a:lnTo>
                <a:close/>
                <a:moveTo>
                  <a:pt x="1529836" y="0"/>
                </a:moveTo>
                <a:lnTo>
                  <a:pt x="1563600" y="0"/>
                </a:lnTo>
                <a:lnTo>
                  <a:pt x="1563600" y="11255"/>
                </a:lnTo>
                <a:lnTo>
                  <a:pt x="1529836" y="11255"/>
                </a:lnTo>
                <a:lnTo>
                  <a:pt x="1529836" y="0"/>
                </a:lnTo>
                <a:close/>
                <a:moveTo>
                  <a:pt x="1597364" y="0"/>
                </a:moveTo>
                <a:lnTo>
                  <a:pt x="1631127" y="0"/>
                </a:lnTo>
                <a:lnTo>
                  <a:pt x="1631127" y="11255"/>
                </a:lnTo>
                <a:lnTo>
                  <a:pt x="1597364" y="11255"/>
                </a:lnTo>
                <a:lnTo>
                  <a:pt x="1597364" y="0"/>
                </a:lnTo>
                <a:close/>
                <a:moveTo>
                  <a:pt x="1664970" y="2927"/>
                </a:moveTo>
                <a:cubicBezTo>
                  <a:pt x="1676820" y="5095"/>
                  <a:pt x="1688338" y="8425"/>
                  <a:pt x="1699522" y="12916"/>
                </a:cubicBezTo>
                <a:lnTo>
                  <a:pt x="1695327" y="23360"/>
                </a:lnTo>
                <a:cubicBezTo>
                  <a:pt x="1684845" y="19151"/>
                  <a:pt x="1674051" y="16030"/>
                  <a:pt x="1662944" y="13998"/>
                </a:cubicBezTo>
                <a:lnTo>
                  <a:pt x="1664970" y="2927"/>
                </a:lnTo>
                <a:close/>
                <a:moveTo>
                  <a:pt x="1730306" y="28896"/>
                </a:moveTo>
                <a:cubicBezTo>
                  <a:pt x="1740252" y="35350"/>
                  <a:pt x="1749468" y="42721"/>
                  <a:pt x="1757954" y="51006"/>
                </a:cubicBezTo>
                <a:lnTo>
                  <a:pt x="1750092" y="59059"/>
                </a:lnTo>
                <a:cubicBezTo>
                  <a:pt x="1742140" y="51295"/>
                  <a:pt x="1733503" y="44387"/>
                  <a:pt x="1724178" y="38337"/>
                </a:cubicBezTo>
                <a:lnTo>
                  <a:pt x="1730306" y="28896"/>
                </a:lnTo>
                <a:close/>
                <a:moveTo>
                  <a:pt x="1780740" y="78151"/>
                </a:moveTo>
                <a:cubicBezTo>
                  <a:pt x="1787316" y="87777"/>
                  <a:pt x="1792901" y="97946"/>
                  <a:pt x="1797492" y="108659"/>
                </a:cubicBezTo>
                <a:lnTo>
                  <a:pt x="1787147" y="113093"/>
                </a:lnTo>
                <a:cubicBezTo>
                  <a:pt x="1782844" y="103052"/>
                  <a:pt x="1777610" y="93521"/>
                  <a:pt x="1771448" y="84501"/>
                </a:cubicBezTo>
                <a:lnTo>
                  <a:pt x="1780740" y="78151"/>
                </a:lnTo>
                <a:close/>
                <a:moveTo>
                  <a:pt x="1808248" y="142854"/>
                </a:moveTo>
                <a:cubicBezTo>
                  <a:pt x="1810577" y="154073"/>
                  <a:pt x="1811819" y="165406"/>
                  <a:pt x="1811972" y="176855"/>
                </a:cubicBezTo>
                <a:lnTo>
                  <a:pt x="1800718" y="177006"/>
                </a:lnTo>
                <a:cubicBezTo>
                  <a:pt x="1800573" y="166279"/>
                  <a:pt x="1799410" y="155657"/>
                  <a:pt x="1797228" y="145142"/>
                </a:cubicBezTo>
                <a:lnTo>
                  <a:pt x="1808248" y="142854"/>
                </a:lnTo>
                <a:close/>
                <a:moveTo>
                  <a:pt x="1811989" y="210560"/>
                </a:moveTo>
                <a:lnTo>
                  <a:pt x="1811989" y="244324"/>
                </a:lnTo>
                <a:lnTo>
                  <a:pt x="1800734" y="244324"/>
                </a:lnTo>
                <a:lnTo>
                  <a:pt x="1800734" y="210560"/>
                </a:lnTo>
                <a:lnTo>
                  <a:pt x="1811989" y="210560"/>
                </a:lnTo>
                <a:close/>
                <a:moveTo>
                  <a:pt x="1811989" y="278087"/>
                </a:moveTo>
                <a:lnTo>
                  <a:pt x="1811989" y="311851"/>
                </a:lnTo>
                <a:lnTo>
                  <a:pt x="1800734" y="311851"/>
                </a:lnTo>
                <a:lnTo>
                  <a:pt x="1800734" y="278087"/>
                </a:lnTo>
                <a:lnTo>
                  <a:pt x="1811989" y="278087"/>
                </a:lnTo>
                <a:close/>
                <a:moveTo>
                  <a:pt x="1811989" y="345615"/>
                </a:moveTo>
                <a:lnTo>
                  <a:pt x="1811989" y="379379"/>
                </a:lnTo>
                <a:lnTo>
                  <a:pt x="1800734" y="379379"/>
                </a:lnTo>
                <a:lnTo>
                  <a:pt x="1800734" y="345615"/>
                </a:lnTo>
                <a:lnTo>
                  <a:pt x="1811989" y="345615"/>
                </a:lnTo>
                <a:close/>
                <a:moveTo>
                  <a:pt x="1811989" y="413142"/>
                </a:moveTo>
                <a:lnTo>
                  <a:pt x="1811989" y="446906"/>
                </a:lnTo>
                <a:lnTo>
                  <a:pt x="1800734" y="446906"/>
                </a:lnTo>
                <a:lnTo>
                  <a:pt x="1800734" y="413142"/>
                </a:lnTo>
                <a:lnTo>
                  <a:pt x="1811989" y="413142"/>
                </a:lnTo>
                <a:close/>
                <a:moveTo>
                  <a:pt x="1811989" y="480670"/>
                </a:moveTo>
                <a:lnTo>
                  <a:pt x="1811989" y="514434"/>
                </a:lnTo>
                <a:lnTo>
                  <a:pt x="1800734" y="514434"/>
                </a:lnTo>
                <a:lnTo>
                  <a:pt x="1800734" y="480670"/>
                </a:lnTo>
                <a:lnTo>
                  <a:pt x="1811989" y="480670"/>
                </a:lnTo>
                <a:close/>
                <a:moveTo>
                  <a:pt x="1811989" y="548197"/>
                </a:moveTo>
                <a:lnTo>
                  <a:pt x="1811989" y="581961"/>
                </a:lnTo>
                <a:lnTo>
                  <a:pt x="1800734" y="581961"/>
                </a:lnTo>
                <a:lnTo>
                  <a:pt x="1800734" y="548197"/>
                </a:lnTo>
                <a:lnTo>
                  <a:pt x="1811989" y="548197"/>
                </a:lnTo>
                <a:close/>
                <a:moveTo>
                  <a:pt x="1811989" y="615725"/>
                </a:moveTo>
                <a:lnTo>
                  <a:pt x="1811989" y="649489"/>
                </a:lnTo>
                <a:lnTo>
                  <a:pt x="1800734" y="649489"/>
                </a:lnTo>
                <a:lnTo>
                  <a:pt x="1800734" y="615725"/>
                </a:lnTo>
                <a:lnTo>
                  <a:pt x="1811989" y="615725"/>
                </a:lnTo>
                <a:close/>
                <a:moveTo>
                  <a:pt x="1811989" y="683253"/>
                </a:moveTo>
                <a:lnTo>
                  <a:pt x="1811989" y="717016"/>
                </a:lnTo>
                <a:lnTo>
                  <a:pt x="1800734" y="717016"/>
                </a:lnTo>
                <a:lnTo>
                  <a:pt x="1800734" y="683253"/>
                </a:lnTo>
                <a:lnTo>
                  <a:pt x="1811989" y="683253"/>
                </a:lnTo>
                <a:close/>
                <a:moveTo>
                  <a:pt x="1811989" y="750780"/>
                </a:moveTo>
                <a:lnTo>
                  <a:pt x="1811989" y="784544"/>
                </a:lnTo>
                <a:lnTo>
                  <a:pt x="1800734" y="784544"/>
                </a:lnTo>
                <a:lnTo>
                  <a:pt x="1800734" y="750780"/>
                </a:lnTo>
                <a:lnTo>
                  <a:pt x="1811989" y="750780"/>
                </a:lnTo>
                <a:close/>
                <a:moveTo>
                  <a:pt x="1811989" y="818308"/>
                </a:moveTo>
                <a:lnTo>
                  <a:pt x="1811989" y="852071"/>
                </a:lnTo>
                <a:lnTo>
                  <a:pt x="1800734" y="852071"/>
                </a:lnTo>
                <a:lnTo>
                  <a:pt x="1800734" y="818308"/>
                </a:lnTo>
                <a:lnTo>
                  <a:pt x="1811989" y="818308"/>
                </a:lnTo>
                <a:close/>
                <a:moveTo>
                  <a:pt x="1811989" y="885835"/>
                </a:moveTo>
                <a:lnTo>
                  <a:pt x="1811989" y="919599"/>
                </a:lnTo>
                <a:lnTo>
                  <a:pt x="1800734" y="919599"/>
                </a:lnTo>
                <a:lnTo>
                  <a:pt x="1800734" y="885835"/>
                </a:lnTo>
                <a:lnTo>
                  <a:pt x="1811989" y="885835"/>
                </a:lnTo>
                <a:close/>
                <a:moveTo>
                  <a:pt x="1811989" y="953363"/>
                </a:moveTo>
                <a:lnTo>
                  <a:pt x="1811989" y="987126"/>
                </a:lnTo>
                <a:lnTo>
                  <a:pt x="1800734" y="987126"/>
                </a:lnTo>
                <a:lnTo>
                  <a:pt x="1800734" y="953363"/>
                </a:lnTo>
                <a:lnTo>
                  <a:pt x="1811989" y="953363"/>
                </a:lnTo>
                <a:close/>
                <a:moveTo>
                  <a:pt x="1809250" y="1020944"/>
                </a:moveTo>
                <a:cubicBezTo>
                  <a:pt x="1807153" y="1032814"/>
                  <a:pt x="1803890" y="1044356"/>
                  <a:pt x="1799461" y="1055570"/>
                </a:cubicBezTo>
                <a:lnTo>
                  <a:pt x="1788993" y="1051436"/>
                </a:lnTo>
                <a:cubicBezTo>
                  <a:pt x="1793143" y="1040929"/>
                  <a:pt x="1796201" y="1030112"/>
                  <a:pt x="1798168" y="1018985"/>
                </a:cubicBezTo>
                <a:lnTo>
                  <a:pt x="1809250" y="1020944"/>
                </a:lnTo>
                <a:close/>
                <a:moveTo>
                  <a:pt x="1783674" y="1086430"/>
                </a:moveTo>
                <a:cubicBezTo>
                  <a:pt x="1777281" y="1096414"/>
                  <a:pt x="1769969" y="1105671"/>
                  <a:pt x="1761738" y="1114202"/>
                </a:cubicBezTo>
                <a:lnTo>
                  <a:pt x="1753638" y="1106388"/>
                </a:lnTo>
                <a:cubicBezTo>
                  <a:pt x="1761352" y="1098393"/>
                  <a:pt x="1768204" y="1089717"/>
                  <a:pt x="1774196" y="1080360"/>
                </a:cubicBezTo>
                <a:lnTo>
                  <a:pt x="1783674" y="1086430"/>
                </a:lnTo>
                <a:close/>
                <a:moveTo>
                  <a:pt x="1734722" y="1137158"/>
                </a:moveTo>
                <a:cubicBezTo>
                  <a:pt x="1725127" y="1143798"/>
                  <a:pt x="1714981" y="1149446"/>
                  <a:pt x="1704288" y="1154103"/>
                </a:cubicBezTo>
                <a:lnTo>
                  <a:pt x="1699794" y="1143785"/>
                </a:lnTo>
                <a:cubicBezTo>
                  <a:pt x="1709818" y="1139420"/>
                  <a:pt x="1719326" y="1134126"/>
                  <a:pt x="1728319" y="1127903"/>
                </a:cubicBezTo>
                <a:lnTo>
                  <a:pt x="1734722" y="1137158"/>
                </a:lnTo>
                <a:close/>
                <a:moveTo>
                  <a:pt x="1670187" y="1165051"/>
                </a:moveTo>
                <a:cubicBezTo>
                  <a:pt x="1658966" y="1167452"/>
                  <a:pt x="1647618" y="1168762"/>
                  <a:pt x="1636141" y="1168981"/>
                </a:cubicBezTo>
                <a:lnTo>
                  <a:pt x="1635926" y="1157729"/>
                </a:lnTo>
                <a:cubicBezTo>
                  <a:pt x="1646682" y="1157523"/>
                  <a:pt x="1657318" y="1156295"/>
                  <a:pt x="1667833" y="1154045"/>
                </a:cubicBezTo>
                <a:lnTo>
                  <a:pt x="1670187" y="1165051"/>
                </a:lnTo>
                <a:close/>
                <a:moveTo>
                  <a:pt x="1602456" y="1169014"/>
                </a:moveTo>
                <a:lnTo>
                  <a:pt x="1568692" y="1169014"/>
                </a:lnTo>
                <a:lnTo>
                  <a:pt x="1568692" y="1157760"/>
                </a:lnTo>
                <a:lnTo>
                  <a:pt x="1602456" y="1157760"/>
                </a:lnTo>
                <a:lnTo>
                  <a:pt x="1602456" y="1169014"/>
                </a:lnTo>
                <a:close/>
                <a:moveTo>
                  <a:pt x="1534929" y="1169014"/>
                </a:moveTo>
                <a:lnTo>
                  <a:pt x="1501165" y="1169014"/>
                </a:lnTo>
                <a:lnTo>
                  <a:pt x="1501165" y="1157760"/>
                </a:lnTo>
                <a:lnTo>
                  <a:pt x="1534929" y="1157760"/>
                </a:lnTo>
                <a:lnTo>
                  <a:pt x="1534929" y="1169014"/>
                </a:lnTo>
                <a:close/>
                <a:moveTo>
                  <a:pt x="1467401" y="1169014"/>
                </a:moveTo>
                <a:lnTo>
                  <a:pt x="1433637" y="1169014"/>
                </a:lnTo>
                <a:lnTo>
                  <a:pt x="1433637" y="1157760"/>
                </a:lnTo>
                <a:lnTo>
                  <a:pt x="1467401" y="1157760"/>
                </a:lnTo>
                <a:lnTo>
                  <a:pt x="1467401" y="1169014"/>
                </a:lnTo>
                <a:close/>
                <a:moveTo>
                  <a:pt x="1399874" y="1169014"/>
                </a:moveTo>
                <a:lnTo>
                  <a:pt x="1366110" y="1169014"/>
                </a:lnTo>
                <a:lnTo>
                  <a:pt x="1366110" y="1157760"/>
                </a:lnTo>
                <a:lnTo>
                  <a:pt x="1399874" y="1157760"/>
                </a:lnTo>
                <a:lnTo>
                  <a:pt x="1399874" y="1169014"/>
                </a:lnTo>
                <a:close/>
                <a:moveTo>
                  <a:pt x="1332346" y="1169014"/>
                </a:moveTo>
                <a:lnTo>
                  <a:pt x="1298582" y="1169014"/>
                </a:lnTo>
                <a:lnTo>
                  <a:pt x="1298582" y="1157760"/>
                </a:lnTo>
                <a:lnTo>
                  <a:pt x="1332346" y="1157760"/>
                </a:lnTo>
                <a:lnTo>
                  <a:pt x="1332346" y="1169014"/>
                </a:lnTo>
                <a:close/>
                <a:moveTo>
                  <a:pt x="1264819" y="1169014"/>
                </a:moveTo>
                <a:lnTo>
                  <a:pt x="1231055" y="1169014"/>
                </a:lnTo>
                <a:lnTo>
                  <a:pt x="1231055" y="1157760"/>
                </a:lnTo>
                <a:lnTo>
                  <a:pt x="1264819" y="1157760"/>
                </a:lnTo>
                <a:lnTo>
                  <a:pt x="1264819" y="1169014"/>
                </a:lnTo>
                <a:close/>
                <a:moveTo>
                  <a:pt x="1197291" y="1169014"/>
                </a:moveTo>
                <a:lnTo>
                  <a:pt x="1163527" y="1169014"/>
                </a:lnTo>
                <a:lnTo>
                  <a:pt x="1163527" y="1157760"/>
                </a:lnTo>
                <a:lnTo>
                  <a:pt x="1197291" y="1157760"/>
                </a:lnTo>
                <a:lnTo>
                  <a:pt x="1197291" y="1169014"/>
                </a:lnTo>
                <a:close/>
                <a:moveTo>
                  <a:pt x="1129763" y="1169014"/>
                </a:moveTo>
                <a:lnTo>
                  <a:pt x="1096000" y="1169014"/>
                </a:lnTo>
                <a:lnTo>
                  <a:pt x="1096000" y="1157760"/>
                </a:lnTo>
                <a:lnTo>
                  <a:pt x="1129763" y="1157760"/>
                </a:lnTo>
                <a:lnTo>
                  <a:pt x="1129763" y="1169014"/>
                </a:lnTo>
                <a:close/>
                <a:moveTo>
                  <a:pt x="1062236" y="1169014"/>
                </a:moveTo>
                <a:lnTo>
                  <a:pt x="1028472" y="1169014"/>
                </a:lnTo>
                <a:lnTo>
                  <a:pt x="1028472" y="1157760"/>
                </a:lnTo>
                <a:lnTo>
                  <a:pt x="1062236" y="1157760"/>
                </a:lnTo>
                <a:lnTo>
                  <a:pt x="1062236" y="1169014"/>
                </a:lnTo>
                <a:close/>
                <a:moveTo>
                  <a:pt x="994708" y="1169014"/>
                </a:moveTo>
                <a:lnTo>
                  <a:pt x="960945" y="1169014"/>
                </a:lnTo>
                <a:lnTo>
                  <a:pt x="960945" y="1157760"/>
                </a:lnTo>
                <a:lnTo>
                  <a:pt x="994708" y="1157760"/>
                </a:lnTo>
                <a:lnTo>
                  <a:pt x="994708" y="1169014"/>
                </a:lnTo>
                <a:close/>
                <a:moveTo>
                  <a:pt x="927181" y="1169014"/>
                </a:moveTo>
                <a:lnTo>
                  <a:pt x="893417" y="1169014"/>
                </a:lnTo>
                <a:lnTo>
                  <a:pt x="893417" y="1157760"/>
                </a:lnTo>
                <a:lnTo>
                  <a:pt x="927181" y="1157760"/>
                </a:lnTo>
                <a:lnTo>
                  <a:pt x="927181" y="1169014"/>
                </a:lnTo>
                <a:close/>
                <a:moveTo>
                  <a:pt x="859653" y="1169014"/>
                </a:moveTo>
                <a:lnTo>
                  <a:pt x="825890" y="1169014"/>
                </a:lnTo>
                <a:lnTo>
                  <a:pt x="825890" y="1157760"/>
                </a:lnTo>
                <a:lnTo>
                  <a:pt x="859653" y="1157760"/>
                </a:lnTo>
                <a:lnTo>
                  <a:pt x="859653" y="1169014"/>
                </a:lnTo>
                <a:close/>
                <a:moveTo>
                  <a:pt x="792126" y="1169014"/>
                </a:moveTo>
                <a:lnTo>
                  <a:pt x="758362" y="1169014"/>
                </a:lnTo>
                <a:lnTo>
                  <a:pt x="758362" y="1157760"/>
                </a:lnTo>
                <a:lnTo>
                  <a:pt x="792126" y="1157760"/>
                </a:lnTo>
                <a:lnTo>
                  <a:pt x="792126" y="1169014"/>
                </a:lnTo>
                <a:close/>
                <a:moveTo>
                  <a:pt x="724598" y="1169014"/>
                </a:moveTo>
                <a:lnTo>
                  <a:pt x="690835" y="1169014"/>
                </a:lnTo>
                <a:lnTo>
                  <a:pt x="690835" y="1157760"/>
                </a:lnTo>
                <a:lnTo>
                  <a:pt x="724598" y="1157760"/>
                </a:lnTo>
                <a:lnTo>
                  <a:pt x="724598" y="1169014"/>
                </a:lnTo>
                <a:close/>
                <a:moveTo>
                  <a:pt x="657071" y="1169014"/>
                </a:moveTo>
                <a:lnTo>
                  <a:pt x="623307" y="1169014"/>
                </a:lnTo>
                <a:lnTo>
                  <a:pt x="623307" y="1157760"/>
                </a:lnTo>
                <a:lnTo>
                  <a:pt x="657071" y="1157760"/>
                </a:lnTo>
                <a:lnTo>
                  <a:pt x="657071" y="1169014"/>
                </a:lnTo>
                <a:close/>
                <a:moveTo>
                  <a:pt x="589543" y="1169014"/>
                </a:moveTo>
                <a:lnTo>
                  <a:pt x="555779" y="1169014"/>
                </a:lnTo>
                <a:lnTo>
                  <a:pt x="555779" y="1157760"/>
                </a:lnTo>
                <a:lnTo>
                  <a:pt x="589543" y="1157760"/>
                </a:lnTo>
                <a:lnTo>
                  <a:pt x="589543" y="1169014"/>
                </a:lnTo>
                <a:close/>
                <a:moveTo>
                  <a:pt x="522016" y="1169014"/>
                </a:moveTo>
                <a:lnTo>
                  <a:pt x="488252" y="1169014"/>
                </a:lnTo>
                <a:lnTo>
                  <a:pt x="488252" y="1157760"/>
                </a:lnTo>
                <a:lnTo>
                  <a:pt x="522016" y="1157760"/>
                </a:lnTo>
                <a:lnTo>
                  <a:pt x="522016" y="1169014"/>
                </a:lnTo>
                <a:close/>
                <a:moveTo>
                  <a:pt x="454488" y="1169014"/>
                </a:moveTo>
                <a:lnTo>
                  <a:pt x="420724" y="1169014"/>
                </a:lnTo>
                <a:lnTo>
                  <a:pt x="420724" y="1157760"/>
                </a:lnTo>
                <a:lnTo>
                  <a:pt x="454488" y="1157760"/>
                </a:lnTo>
                <a:lnTo>
                  <a:pt x="454488" y="1169014"/>
                </a:lnTo>
                <a:close/>
                <a:moveTo>
                  <a:pt x="386961" y="1169014"/>
                </a:moveTo>
                <a:lnTo>
                  <a:pt x="353197" y="1169014"/>
                </a:lnTo>
                <a:lnTo>
                  <a:pt x="353197" y="1157760"/>
                </a:lnTo>
                <a:lnTo>
                  <a:pt x="386961" y="1157760"/>
                </a:lnTo>
                <a:lnTo>
                  <a:pt x="386961" y="1169014"/>
                </a:lnTo>
                <a:close/>
                <a:moveTo>
                  <a:pt x="319433" y="1169014"/>
                </a:moveTo>
                <a:lnTo>
                  <a:pt x="285669" y="1169014"/>
                </a:lnTo>
                <a:lnTo>
                  <a:pt x="285669" y="1157760"/>
                </a:lnTo>
                <a:lnTo>
                  <a:pt x="319433" y="1157760"/>
                </a:lnTo>
                <a:lnTo>
                  <a:pt x="319433" y="1169014"/>
                </a:lnTo>
                <a:close/>
                <a:moveTo>
                  <a:pt x="251906" y="1169014"/>
                </a:moveTo>
                <a:lnTo>
                  <a:pt x="218142" y="1169014"/>
                </a:lnTo>
                <a:lnTo>
                  <a:pt x="218142" y="1157760"/>
                </a:lnTo>
                <a:lnTo>
                  <a:pt x="251906" y="1157760"/>
                </a:lnTo>
                <a:lnTo>
                  <a:pt x="251906" y="1169014"/>
                </a:lnTo>
                <a:close/>
                <a:moveTo>
                  <a:pt x="184378" y="1169014"/>
                </a:moveTo>
                <a:lnTo>
                  <a:pt x="179286" y="1169014"/>
                </a:lnTo>
                <a:cubicBezTo>
                  <a:pt x="169667" y="1169014"/>
                  <a:pt x="160110" y="1168245"/>
                  <a:pt x="150613" y="1166706"/>
                </a:cubicBezTo>
                <a:lnTo>
                  <a:pt x="152413" y="1155597"/>
                </a:lnTo>
                <a:cubicBezTo>
                  <a:pt x="161313" y="1157039"/>
                  <a:pt x="170271" y="1157760"/>
                  <a:pt x="179286" y="1157760"/>
                </a:cubicBezTo>
                <a:lnTo>
                  <a:pt x="184378" y="1157760"/>
                </a:lnTo>
                <a:lnTo>
                  <a:pt x="184378" y="1169014"/>
                </a:lnTo>
                <a:close/>
                <a:moveTo>
                  <a:pt x="115982" y="1157466"/>
                </a:moveTo>
                <a:cubicBezTo>
                  <a:pt x="105076" y="1153350"/>
                  <a:pt x="94675" y="1148222"/>
                  <a:pt x="84777" y="1142082"/>
                </a:cubicBezTo>
                <a:lnTo>
                  <a:pt x="90710" y="1132517"/>
                </a:lnTo>
                <a:cubicBezTo>
                  <a:pt x="99987" y="1138273"/>
                  <a:pt x="109734" y="1143079"/>
                  <a:pt x="119955" y="1146936"/>
                </a:cubicBezTo>
                <a:lnTo>
                  <a:pt x="115982" y="1157466"/>
                </a:lnTo>
                <a:close/>
                <a:moveTo>
                  <a:pt x="56714" y="1120571"/>
                </a:moveTo>
                <a:cubicBezTo>
                  <a:pt x="48045" y="1112450"/>
                  <a:pt x="40258" y="1103553"/>
                  <a:pt x="33353" y="1093878"/>
                </a:cubicBezTo>
                <a:lnTo>
                  <a:pt x="42514" y="1087340"/>
                </a:lnTo>
                <a:cubicBezTo>
                  <a:pt x="48984" y="1096407"/>
                  <a:pt x="56283" y="1104746"/>
                  <a:pt x="64409" y="1112357"/>
                </a:cubicBezTo>
                <a:lnTo>
                  <a:pt x="56714" y="1120571"/>
                </a:lnTo>
                <a:close/>
                <a:moveTo>
                  <a:pt x="15941" y="1063632"/>
                </a:moveTo>
                <a:cubicBezTo>
                  <a:pt x="11006" y="1052722"/>
                  <a:pt x="7202" y="1041435"/>
                  <a:pt x="4529" y="1029769"/>
                </a:cubicBezTo>
                <a:lnTo>
                  <a:pt x="15499" y="1027255"/>
                </a:lnTo>
                <a:cubicBezTo>
                  <a:pt x="18005" y="1038188"/>
                  <a:pt x="21571" y="1048767"/>
                  <a:pt x="26195" y="1058993"/>
                </a:cubicBezTo>
                <a:lnTo>
                  <a:pt x="15941" y="1063632"/>
                </a:lnTo>
                <a:close/>
                <a:moveTo>
                  <a:pt x="97" y="995616"/>
                </a:moveTo>
                <a:cubicBezTo>
                  <a:pt x="33" y="993657"/>
                  <a:pt x="0" y="991695"/>
                  <a:pt x="0" y="989729"/>
                </a:cubicBezTo>
                <a:lnTo>
                  <a:pt x="0" y="961970"/>
                </a:lnTo>
                <a:lnTo>
                  <a:pt x="11255" y="961970"/>
                </a:lnTo>
                <a:lnTo>
                  <a:pt x="11255" y="989729"/>
                </a:lnTo>
                <a:cubicBezTo>
                  <a:pt x="11255" y="991561"/>
                  <a:pt x="11285" y="993401"/>
                  <a:pt x="11346" y="995247"/>
                </a:cubicBezTo>
                <a:lnTo>
                  <a:pt x="97" y="995616"/>
                </a:lnTo>
                <a:close/>
                <a:moveTo>
                  <a:pt x="0" y="928206"/>
                </a:moveTo>
                <a:lnTo>
                  <a:pt x="0" y="894443"/>
                </a:lnTo>
                <a:lnTo>
                  <a:pt x="11255" y="894443"/>
                </a:lnTo>
                <a:lnTo>
                  <a:pt x="11255" y="928206"/>
                </a:lnTo>
                <a:lnTo>
                  <a:pt x="0" y="928206"/>
                </a:lnTo>
                <a:close/>
                <a:moveTo>
                  <a:pt x="0" y="860679"/>
                </a:moveTo>
                <a:lnTo>
                  <a:pt x="0" y="826915"/>
                </a:lnTo>
                <a:lnTo>
                  <a:pt x="11255" y="826915"/>
                </a:lnTo>
                <a:lnTo>
                  <a:pt x="11255" y="860679"/>
                </a:lnTo>
                <a:lnTo>
                  <a:pt x="0" y="860679"/>
                </a:lnTo>
                <a:close/>
                <a:moveTo>
                  <a:pt x="0" y="793151"/>
                </a:moveTo>
                <a:lnTo>
                  <a:pt x="0" y="759388"/>
                </a:lnTo>
                <a:lnTo>
                  <a:pt x="11255" y="759388"/>
                </a:lnTo>
                <a:lnTo>
                  <a:pt x="11255" y="793151"/>
                </a:lnTo>
                <a:lnTo>
                  <a:pt x="0" y="793151"/>
                </a:lnTo>
                <a:close/>
                <a:moveTo>
                  <a:pt x="0" y="725624"/>
                </a:moveTo>
                <a:lnTo>
                  <a:pt x="0" y="691860"/>
                </a:lnTo>
                <a:lnTo>
                  <a:pt x="11255" y="691860"/>
                </a:lnTo>
                <a:lnTo>
                  <a:pt x="11255" y="725624"/>
                </a:lnTo>
                <a:lnTo>
                  <a:pt x="0" y="725624"/>
                </a:lnTo>
                <a:close/>
                <a:moveTo>
                  <a:pt x="0" y="658096"/>
                </a:moveTo>
                <a:lnTo>
                  <a:pt x="0" y="624333"/>
                </a:lnTo>
                <a:lnTo>
                  <a:pt x="11255" y="624333"/>
                </a:lnTo>
                <a:lnTo>
                  <a:pt x="11255" y="658096"/>
                </a:lnTo>
                <a:lnTo>
                  <a:pt x="0" y="658096"/>
                </a:lnTo>
                <a:close/>
                <a:moveTo>
                  <a:pt x="0" y="590569"/>
                </a:moveTo>
                <a:lnTo>
                  <a:pt x="0" y="556805"/>
                </a:lnTo>
                <a:lnTo>
                  <a:pt x="11255" y="556805"/>
                </a:lnTo>
                <a:lnTo>
                  <a:pt x="11255" y="590569"/>
                </a:lnTo>
                <a:lnTo>
                  <a:pt x="0" y="590569"/>
                </a:lnTo>
                <a:close/>
                <a:moveTo>
                  <a:pt x="0" y="523041"/>
                </a:moveTo>
                <a:lnTo>
                  <a:pt x="0" y="489277"/>
                </a:lnTo>
                <a:lnTo>
                  <a:pt x="11255" y="489277"/>
                </a:lnTo>
                <a:lnTo>
                  <a:pt x="11255" y="523041"/>
                </a:lnTo>
                <a:lnTo>
                  <a:pt x="0" y="523041"/>
                </a:lnTo>
                <a:close/>
                <a:moveTo>
                  <a:pt x="0" y="455514"/>
                </a:moveTo>
                <a:lnTo>
                  <a:pt x="0" y="421750"/>
                </a:lnTo>
                <a:lnTo>
                  <a:pt x="11255" y="421750"/>
                </a:lnTo>
                <a:lnTo>
                  <a:pt x="11255" y="455514"/>
                </a:lnTo>
                <a:lnTo>
                  <a:pt x="0" y="455514"/>
                </a:lnTo>
                <a:close/>
                <a:moveTo>
                  <a:pt x="0" y="387986"/>
                </a:moveTo>
                <a:lnTo>
                  <a:pt x="0" y="354222"/>
                </a:lnTo>
                <a:lnTo>
                  <a:pt x="11255" y="354222"/>
                </a:lnTo>
                <a:lnTo>
                  <a:pt x="11255" y="387986"/>
                </a:lnTo>
                <a:lnTo>
                  <a:pt x="0" y="387986"/>
                </a:lnTo>
                <a:close/>
                <a:moveTo>
                  <a:pt x="0" y="320459"/>
                </a:moveTo>
                <a:lnTo>
                  <a:pt x="0" y="286695"/>
                </a:lnTo>
                <a:lnTo>
                  <a:pt x="11255" y="286695"/>
                </a:lnTo>
                <a:lnTo>
                  <a:pt x="11255" y="320459"/>
                </a:lnTo>
                <a:lnTo>
                  <a:pt x="0" y="320459"/>
                </a:lnTo>
                <a:close/>
                <a:moveTo>
                  <a:pt x="0" y="252931"/>
                </a:moveTo>
                <a:lnTo>
                  <a:pt x="0" y="219167"/>
                </a:lnTo>
                <a:lnTo>
                  <a:pt x="11255" y="219167"/>
                </a:lnTo>
                <a:lnTo>
                  <a:pt x="11255" y="252931"/>
                </a:lnTo>
                <a:lnTo>
                  <a:pt x="0" y="252931"/>
                </a:lnTo>
                <a:close/>
                <a:moveTo>
                  <a:pt x="0" y="185404"/>
                </a:moveTo>
                <a:lnTo>
                  <a:pt x="0" y="179286"/>
                </a:lnTo>
                <a:cubicBezTo>
                  <a:pt x="0" y="170023"/>
                  <a:pt x="714" y="160813"/>
                  <a:pt x="2142" y="151659"/>
                </a:cubicBezTo>
                <a:lnTo>
                  <a:pt x="13261" y="153392"/>
                </a:lnTo>
                <a:cubicBezTo>
                  <a:pt x="11924" y="161972"/>
                  <a:pt x="11255" y="170603"/>
                  <a:pt x="11255" y="179286"/>
                </a:cubicBezTo>
                <a:lnTo>
                  <a:pt x="11255" y="185404"/>
                </a:lnTo>
                <a:lnTo>
                  <a:pt x="0" y="185404"/>
                </a:lnTo>
                <a:close/>
                <a:moveTo>
                  <a:pt x="11157" y="117029"/>
                </a:moveTo>
                <a:cubicBezTo>
                  <a:pt x="15208" y="106085"/>
                  <a:pt x="20281" y="95638"/>
                  <a:pt x="26374" y="85684"/>
                </a:cubicBezTo>
                <a:lnTo>
                  <a:pt x="35973" y="91561"/>
                </a:lnTo>
                <a:cubicBezTo>
                  <a:pt x="30260" y="100892"/>
                  <a:pt x="25506" y="110684"/>
                  <a:pt x="21711" y="120936"/>
                </a:cubicBezTo>
                <a:lnTo>
                  <a:pt x="11157" y="117029"/>
                </a:lnTo>
                <a:close/>
                <a:moveTo>
                  <a:pt x="47707" y="57506"/>
                </a:moveTo>
                <a:cubicBezTo>
                  <a:pt x="55778" y="48785"/>
                  <a:pt x="64630" y="40943"/>
                  <a:pt x="74263" y="33981"/>
                </a:cubicBezTo>
                <a:lnTo>
                  <a:pt x="80855" y="43102"/>
                </a:lnTo>
                <a:cubicBezTo>
                  <a:pt x="71827" y="49627"/>
                  <a:pt x="63530" y="56977"/>
                  <a:pt x="55966" y="65150"/>
                </a:cubicBezTo>
                <a:lnTo>
                  <a:pt x="47707" y="57506"/>
                </a:lnTo>
                <a:close/>
                <a:moveTo>
                  <a:pt x="104429" y="16375"/>
                </a:moveTo>
                <a:cubicBezTo>
                  <a:pt x="115299" y="11382"/>
                  <a:pt x="126552" y="7514"/>
                  <a:pt x="138191" y="4773"/>
                </a:cubicBezTo>
                <a:lnTo>
                  <a:pt x="140771" y="15728"/>
                </a:lnTo>
                <a:cubicBezTo>
                  <a:pt x="129863" y="18297"/>
                  <a:pt x="119316" y="21922"/>
                  <a:pt x="109128" y="26602"/>
                </a:cubicBezTo>
                <a:lnTo>
                  <a:pt x="104429" y="16375"/>
                </a:lnTo>
                <a:close/>
                <a:moveTo>
                  <a:pt x="172385" y="133"/>
                </a:moveTo>
                <a:cubicBezTo>
                  <a:pt x="174686" y="44"/>
                  <a:pt x="176985" y="0"/>
                  <a:pt x="179286" y="0"/>
                </a:cubicBezTo>
                <a:lnTo>
                  <a:pt x="213049" y="0"/>
                </a:lnTo>
                <a:lnTo>
                  <a:pt x="213049" y="11255"/>
                </a:lnTo>
                <a:lnTo>
                  <a:pt x="179286" y="11255"/>
                </a:lnTo>
                <a:cubicBezTo>
                  <a:pt x="177131" y="11255"/>
                  <a:pt x="174975" y="11296"/>
                  <a:pt x="172818" y="11379"/>
                </a:cubicBezTo>
                <a:lnTo>
                  <a:pt x="172385" y="133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F485A-1209-4466-BE3B-62320859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942" y="5032024"/>
            <a:ext cx="857825" cy="227005"/>
          </a:xfrm>
          <a:custGeom xmlns:a="http://schemas.openxmlformats.org/drawingml/2006/main">
            <a:pathLst>
              <a:path w="857825" h="227005" fill="none">
                <a:moveTo>
                  <a:pt x="0" y="225"/>
                </a:moveTo>
                <a:lnTo>
                  <a:pt x="581637" y="0"/>
                </a:lnTo>
                <a:cubicBezTo>
                  <a:pt x="656668" y="0"/>
                  <a:pt x="694183" y="37515"/>
                  <a:pt x="694183" y="112546"/>
                </a:cubicBezTo>
                <a:lnTo>
                  <a:pt x="694183" y="168819"/>
                </a:lnTo>
                <a:cubicBezTo>
                  <a:pt x="694183" y="206334"/>
                  <a:pt x="721457" y="225429"/>
                  <a:pt x="776004" y="226105"/>
                </a:cubicBezTo>
                <a:lnTo>
                  <a:pt x="857825" y="227005"/>
                </a:lnTo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283B0-BDDC-4575-B8AC-E321D0DE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621" y="5219413"/>
            <a:ext cx="79232" cy="78782"/>
          </a:xfrm>
          <a:custGeom xmlns:a="http://schemas.openxmlformats.org/drawingml/2006/main">
            <a:pathLst>
              <a:path w="79232" h="78782">
                <a:moveTo>
                  <a:pt x="79232" y="40291"/>
                </a:moveTo>
                <a:lnTo>
                  <a:pt x="0" y="78782"/>
                </a:lnTo>
                <a:lnTo>
                  <a:pt x="20146" y="39616"/>
                </a:lnTo>
                <a:lnTo>
                  <a:pt x="900" y="0"/>
                </a:lnTo>
                <a:lnTo>
                  <a:pt x="79232" y="40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302CC-85C8-400F-B1C2-8734555F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621" y="5219413"/>
            <a:ext cx="79232" cy="78782"/>
          </a:xfrm>
          <a:custGeom xmlns:a="http://schemas.openxmlformats.org/drawingml/2006/main">
            <a:pathLst>
              <a:path w="79232" h="78782" fill="none">
                <a:moveTo>
                  <a:pt x="79232" y="40291"/>
                </a:moveTo>
                <a:lnTo>
                  <a:pt x="0" y="78782"/>
                </a:lnTo>
                <a:lnTo>
                  <a:pt x="20146" y="39616"/>
                </a:lnTo>
                <a:lnTo>
                  <a:pt x="900" y="0"/>
                </a:lnTo>
                <a:lnTo>
                  <a:pt x="79232" y="402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D9D2C-B9FD-4DC4-B89D-DA9C828A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" y="3643095"/>
            <a:ext cx="6009950" cy="22509"/>
          </a:xfrm>
          <a:custGeom xmlns:a="http://schemas.openxmlformats.org/drawingml/2006/main">
            <a:pathLst>
              <a:path w="6009950" h="22509">
                <a:moveTo>
                  <a:pt x="6009950" y="22509"/>
                </a:moveTo>
                <a:lnTo>
                  <a:pt x="5942423" y="22509"/>
                </a:lnTo>
                <a:lnTo>
                  <a:pt x="5942423" y="0"/>
                </a:lnTo>
                <a:lnTo>
                  <a:pt x="6009950" y="0"/>
                </a:lnTo>
                <a:moveTo>
                  <a:pt x="5874895" y="22509"/>
                </a:moveTo>
                <a:lnTo>
                  <a:pt x="5807368" y="22509"/>
                </a:lnTo>
                <a:lnTo>
                  <a:pt x="5807368" y="0"/>
                </a:lnTo>
                <a:lnTo>
                  <a:pt x="5874895" y="0"/>
                </a:lnTo>
                <a:moveTo>
                  <a:pt x="5739840" y="22509"/>
                </a:moveTo>
                <a:lnTo>
                  <a:pt x="5672313" y="22509"/>
                </a:lnTo>
                <a:lnTo>
                  <a:pt x="5672313" y="0"/>
                </a:lnTo>
                <a:lnTo>
                  <a:pt x="5739840" y="0"/>
                </a:lnTo>
                <a:moveTo>
                  <a:pt x="5604785" y="22509"/>
                </a:moveTo>
                <a:lnTo>
                  <a:pt x="5537257" y="22509"/>
                </a:lnTo>
                <a:lnTo>
                  <a:pt x="5537257" y="0"/>
                </a:lnTo>
                <a:lnTo>
                  <a:pt x="5604785" y="0"/>
                </a:lnTo>
                <a:moveTo>
                  <a:pt x="5469730" y="22509"/>
                </a:moveTo>
                <a:lnTo>
                  <a:pt x="5402202" y="22509"/>
                </a:lnTo>
                <a:lnTo>
                  <a:pt x="5402202" y="0"/>
                </a:lnTo>
                <a:lnTo>
                  <a:pt x="5469730" y="0"/>
                </a:lnTo>
                <a:moveTo>
                  <a:pt x="5334675" y="22509"/>
                </a:moveTo>
                <a:lnTo>
                  <a:pt x="5267147" y="22509"/>
                </a:lnTo>
                <a:lnTo>
                  <a:pt x="5267147" y="0"/>
                </a:lnTo>
                <a:lnTo>
                  <a:pt x="5334675" y="0"/>
                </a:lnTo>
                <a:moveTo>
                  <a:pt x="5199620" y="22509"/>
                </a:moveTo>
                <a:lnTo>
                  <a:pt x="5132092" y="22509"/>
                </a:lnTo>
                <a:lnTo>
                  <a:pt x="5132092" y="0"/>
                </a:lnTo>
                <a:lnTo>
                  <a:pt x="5199620" y="0"/>
                </a:lnTo>
                <a:moveTo>
                  <a:pt x="5064565" y="22509"/>
                </a:moveTo>
                <a:lnTo>
                  <a:pt x="4997037" y="22509"/>
                </a:lnTo>
                <a:lnTo>
                  <a:pt x="4997037" y="0"/>
                </a:lnTo>
                <a:lnTo>
                  <a:pt x="5064565" y="0"/>
                </a:lnTo>
                <a:moveTo>
                  <a:pt x="4929510" y="22509"/>
                </a:moveTo>
                <a:lnTo>
                  <a:pt x="4861982" y="22509"/>
                </a:lnTo>
                <a:lnTo>
                  <a:pt x="4861982" y="0"/>
                </a:lnTo>
                <a:lnTo>
                  <a:pt x="4929510" y="0"/>
                </a:lnTo>
                <a:moveTo>
                  <a:pt x="4794455" y="22509"/>
                </a:moveTo>
                <a:lnTo>
                  <a:pt x="4726927" y="22509"/>
                </a:lnTo>
                <a:lnTo>
                  <a:pt x="4726927" y="0"/>
                </a:lnTo>
                <a:lnTo>
                  <a:pt x="4794455" y="0"/>
                </a:lnTo>
                <a:moveTo>
                  <a:pt x="4659400" y="22509"/>
                </a:moveTo>
                <a:lnTo>
                  <a:pt x="4591872" y="22509"/>
                </a:lnTo>
                <a:lnTo>
                  <a:pt x="4591872" y="0"/>
                </a:lnTo>
                <a:lnTo>
                  <a:pt x="4659400" y="0"/>
                </a:lnTo>
                <a:moveTo>
                  <a:pt x="4524345" y="22509"/>
                </a:moveTo>
                <a:lnTo>
                  <a:pt x="4456817" y="22509"/>
                </a:lnTo>
                <a:lnTo>
                  <a:pt x="4456817" y="0"/>
                </a:lnTo>
                <a:lnTo>
                  <a:pt x="4524345" y="0"/>
                </a:lnTo>
                <a:moveTo>
                  <a:pt x="4389289" y="22509"/>
                </a:moveTo>
                <a:lnTo>
                  <a:pt x="4321762" y="22509"/>
                </a:lnTo>
                <a:lnTo>
                  <a:pt x="4321762" y="0"/>
                </a:lnTo>
                <a:lnTo>
                  <a:pt x="4389289" y="0"/>
                </a:lnTo>
                <a:moveTo>
                  <a:pt x="4254234" y="22509"/>
                </a:moveTo>
                <a:lnTo>
                  <a:pt x="4186707" y="22509"/>
                </a:lnTo>
                <a:lnTo>
                  <a:pt x="4186707" y="0"/>
                </a:lnTo>
                <a:lnTo>
                  <a:pt x="4254234" y="0"/>
                </a:lnTo>
                <a:moveTo>
                  <a:pt x="4119179" y="22509"/>
                </a:moveTo>
                <a:lnTo>
                  <a:pt x="4051652" y="22509"/>
                </a:lnTo>
                <a:lnTo>
                  <a:pt x="4051652" y="0"/>
                </a:lnTo>
                <a:lnTo>
                  <a:pt x="4119179" y="0"/>
                </a:lnTo>
                <a:moveTo>
                  <a:pt x="3984124" y="22509"/>
                </a:moveTo>
                <a:lnTo>
                  <a:pt x="3916597" y="22509"/>
                </a:lnTo>
                <a:lnTo>
                  <a:pt x="3916597" y="0"/>
                </a:lnTo>
                <a:lnTo>
                  <a:pt x="3984124" y="0"/>
                </a:lnTo>
                <a:moveTo>
                  <a:pt x="3849069" y="22509"/>
                </a:moveTo>
                <a:lnTo>
                  <a:pt x="3781542" y="22509"/>
                </a:lnTo>
                <a:lnTo>
                  <a:pt x="3781542" y="0"/>
                </a:lnTo>
                <a:lnTo>
                  <a:pt x="3849069" y="0"/>
                </a:lnTo>
                <a:moveTo>
                  <a:pt x="3714014" y="22509"/>
                </a:moveTo>
                <a:lnTo>
                  <a:pt x="3646487" y="22509"/>
                </a:lnTo>
                <a:lnTo>
                  <a:pt x="3646487" y="0"/>
                </a:lnTo>
                <a:lnTo>
                  <a:pt x="3714014" y="0"/>
                </a:lnTo>
                <a:moveTo>
                  <a:pt x="3578959" y="22509"/>
                </a:moveTo>
                <a:lnTo>
                  <a:pt x="3511432" y="22509"/>
                </a:lnTo>
                <a:lnTo>
                  <a:pt x="3511432" y="0"/>
                </a:lnTo>
                <a:lnTo>
                  <a:pt x="3578959" y="0"/>
                </a:lnTo>
                <a:moveTo>
                  <a:pt x="3443904" y="22509"/>
                </a:moveTo>
                <a:lnTo>
                  <a:pt x="3376377" y="22509"/>
                </a:lnTo>
                <a:lnTo>
                  <a:pt x="3376377" y="0"/>
                </a:lnTo>
                <a:lnTo>
                  <a:pt x="3443904" y="0"/>
                </a:lnTo>
                <a:moveTo>
                  <a:pt x="3308849" y="22509"/>
                </a:moveTo>
                <a:lnTo>
                  <a:pt x="3241321" y="22509"/>
                </a:lnTo>
                <a:lnTo>
                  <a:pt x="3241321" y="0"/>
                </a:lnTo>
                <a:lnTo>
                  <a:pt x="3308849" y="0"/>
                </a:lnTo>
                <a:moveTo>
                  <a:pt x="3173794" y="22509"/>
                </a:moveTo>
                <a:lnTo>
                  <a:pt x="3106266" y="22509"/>
                </a:lnTo>
                <a:lnTo>
                  <a:pt x="3106266" y="0"/>
                </a:lnTo>
                <a:lnTo>
                  <a:pt x="3173794" y="0"/>
                </a:lnTo>
                <a:moveTo>
                  <a:pt x="3038739" y="22509"/>
                </a:moveTo>
                <a:lnTo>
                  <a:pt x="2971211" y="22509"/>
                </a:lnTo>
                <a:lnTo>
                  <a:pt x="2971211" y="0"/>
                </a:lnTo>
                <a:lnTo>
                  <a:pt x="3038739" y="0"/>
                </a:lnTo>
                <a:moveTo>
                  <a:pt x="2903684" y="22509"/>
                </a:moveTo>
                <a:lnTo>
                  <a:pt x="2836156" y="22509"/>
                </a:lnTo>
                <a:lnTo>
                  <a:pt x="2836156" y="0"/>
                </a:lnTo>
                <a:lnTo>
                  <a:pt x="2903684" y="0"/>
                </a:lnTo>
                <a:moveTo>
                  <a:pt x="2768629" y="22509"/>
                </a:moveTo>
                <a:lnTo>
                  <a:pt x="2701101" y="22509"/>
                </a:lnTo>
                <a:lnTo>
                  <a:pt x="2701101" y="0"/>
                </a:lnTo>
                <a:lnTo>
                  <a:pt x="2768629" y="0"/>
                </a:lnTo>
                <a:moveTo>
                  <a:pt x="2633574" y="22509"/>
                </a:moveTo>
                <a:lnTo>
                  <a:pt x="2566046" y="22509"/>
                </a:lnTo>
                <a:lnTo>
                  <a:pt x="2566046" y="0"/>
                </a:lnTo>
                <a:lnTo>
                  <a:pt x="2633574" y="0"/>
                </a:lnTo>
                <a:moveTo>
                  <a:pt x="2498519" y="22509"/>
                </a:moveTo>
                <a:lnTo>
                  <a:pt x="2430991" y="22509"/>
                </a:lnTo>
                <a:lnTo>
                  <a:pt x="2430991" y="0"/>
                </a:lnTo>
                <a:lnTo>
                  <a:pt x="2498519" y="0"/>
                </a:lnTo>
                <a:moveTo>
                  <a:pt x="2363464" y="22509"/>
                </a:moveTo>
                <a:lnTo>
                  <a:pt x="2295936" y="22509"/>
                </a:lnTo>
                <a:lnTo>
                  <a:pt x="2295936" y="0"/>
                </a:lnTo>
                <a:lnTo>
                  <a:pt x="2363464" y="0"/>
                </a:lnTo>
                <a:moveTo>
                  <a:pt x="2228408" y="22509"/>
                </a:moveTo>
                <a:lnTo>
                  <a:pt x="2160881" y="22509"/>
                </a:lnTo>
                <a:lnTo>
                  <a:pt x="2160881" y="0"/>
                </a:lnTo>
                <a:lnTo>
                  <a:pt x="2228408" y="0"/>
                </a:lnTo>
                <a:moveTo>
                  <a:pt x="2093353" y="22509"/>
                </a:moveTo>
                <a:lnTo>
                  <a:pt x="2025826" y="22509"/>
                </a:lnTo>
                <a:lnTo>
                  <a:pt x="2025826" y="0"/>
                </a:lnTo>
                <a:lnTo>
                  <a:pt x="2093353" y="0"/>
                </a:lnTo>
                <a:moveTo>
                  <a:pt x="1958298" y="22509"/>
                </a:moveTo>
                <a:lnTo>
                  <a:pt x="1890771" y="22509"/>
                </a:lnTo>
                <a:lnTo>
                  <a:pt x="1890771" y="0"/>
                </a:lnTo>
                <a:lnTo>
                  <a:pt x="1958298" y="0"/>
                </a:lnTo>
                <a:moveTo>
                  <a:pt x="1823243" y="22509"/>
                </a:moveTo>
                <a:lnTo>
                  <a:pt x="1755716" y="22509"/>
                </a:lnTo>
                <a:lnTo>
                  <a:pt x="1755716" y="0"/>
                </a:lnTo>
                <a:lnTo>
                  <a:pt x="1823243" y="0"/>
                </a:lnTo>
                <a:moveTo>
                  <a:pt x="1688188" y="22509"/>
                </a:moveTo>
                <a:lnTo>
                  <a:pt x="1620661" y="22509"/>
                </a:lnTo>
                <a:lnTo>
                  <a:pt x="1620661" y="0"/>
                </a:lnTo>
                <a:lnTo>
                  <a:pt x="1688188" y="0"/>
                </a:lnTo>
                <a:moveTo>
                  <a:pt x="1553133" y="22509"/>
                </a:moveTo>
                <a:lnTo>
                  <a:pt x="1485606" y="22509"/>
                </a:lnTo>
                <a:lnTo>
                  <a:pt x="1485606" y="0"/>
                </a:lnTo>
                <a:lnTo>
                  <a:pt x="1553133" y="0"/>
                </a:lnTo>
                <a:moveTo>
                  <a:pt x="1418078" y="22509"/>
                </a:moveTo>
                <a:lnTo>
                  <a:pt x="1350551" y="22509"/>
                </a:lnTo>
                <a:lnTo>
                  <a:pt x="1350551" y="0"/>
                </a:lnTo>
                <a:lnTo>
                  <a:pt x="1418078" y="0"/>
                </a:lnTo>
                <a:moveTo>
                  <a:pt x="1283023" y="22509"/>
                </a:moveTo>
                <a:lnTo>
                  <a:pt x="1215496" y="22509"/>
                </a:lnTo>
                <a:lnTo>
                  <a:pt x="1215496" y="0"/>
                </a:lnTo>
                <a:lnTo>
                  <a:pt x="1283023" y="0"/>
                </a:lnTo>
                <a:moveTo>
                  <a:pt x="1147968" y="22509"/>
                </a:moveTo>
                <a:lnTo>
                  <a:pt x="1080440" y="22509"/>
                </a:lnTo>
                <a:lnTo>
                  <a:pt x="1080440" y="0"/>
                </a:lnTo>
                <a:lnTo>
                  <a:pt x="1147968" y="0"/>
                </a:lnTo>
                <a:moveTo>
                  <a:pt x="1012913" y="22509"/>
                </a:moveTo>
                <a:lnTo>
                  <a:pt x="945385" y="22509"/>
                </a:lnTo>
                <a:lnTo>
                  <a:pt x="945385" y="0"/>
                </a:lnTo>
                <a:lnTo>
                  <a:pt x="1012913" y="0"/>
                </a:lnTo>
                <a:moveTo>
                  <a:pt x="877858" y="22509"/>
                </a:moveTo>
                <a:lnTo>
                  <a:pt x="810330" y="22509"/>
                </a:lnTo>
                <a:lnTo>
                  <a:pt x="810330" y="0"/>
                </a:lnTo>
                <a:lnTo>
                  <a:pt x="877858" y="0"/>
                </a:lnTo>
                <a:moveTo>
                  <a:pt x="742803" y="22509"/>
                </a:moveTo>
                <a:lnTo>
                  <a:pt x="675275" y="22509"/>
                </a:lnTo>
                <a:lnTo>
                  <a:pt x="675275" y="0"/>
                </a:lnTo>
                <a:lnTo>
                  <a:pt x="742803" y="0"/>
                </a:lnTo>
                <a:moveTo>
                  <a:pt x="607748" y="22509"/>
                </a:moveTo>
                <a:lnTo>
                  <a:pt x="540220" y="22509"/>
                </a:lnTo>
                <a:lnTo>
                  <a:pt x="540220" y="0"/>
                </a:lnTo>
                <a:lnTo>
                  <a:pt x="607748" y="0"/>
                </a:lnTo>
                <a:moveTo>
                  <a:pt x="472693" y="22509"/>
                </a:moveTo>
                <a:lnTo>
                  <a:pt x="405165" y="22509"/>
                </a:lnTo>
                <a:lnTo>
                  <a:pt x="405165" y="0"/>
                </a:lnTo>
                <a:lnTo>
                  <a:pt x="472693" y="0"/>
                </a:lnTo>
                <a:moveTo>
                  <a:pt x="337638" y="22509"/>
                </a:moveTo>
                <a:lnTo>
                  <a:pt x="270110" y="22509"/>
                </a:lnTo>
                <a:lnTo>
                  <a:pt x="270110" y="0"/>
                </a:lnTo>
                <a:lnTo>
                  <a:pt x="337638" y="0"/>
                </a:lnTo>
                <a:moveTo>
                  <a:pt x="202583" y="22509"/>
                </a:moveTo>
                <a:lnTo>
                  <a:pt x="135055" y="22509"/>
                </a:lnTo>
                <a:lnTo>
                  <a:pt x="135055" y="0"/>
                </a:lnTo>
                <a:lnTo>
                  <a:pt x="202583" y="0"/>
                </a:lnTo>
                <a:moveTo>
                  <a:pt x="67528" y="22509"/>
                </a:moveTo>
                <a:lnTo>
                  <a:pt x="0" y="22509"/>
                </a:lnTo>
                <a:lnTo>
                  <a:pt x="0" y="0"/>
                </a:lnTo>
                <a:lnTo>
                  <a:pt x="6752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F5958-9B67-43D0-9FE1-A46C1F7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47" y="4840696"/>
            <a:ext cx="1283023" cy="1238005"/>
          </a:xfrm>
          <a:custGeom xmlns:a="http://schemas.openxmlformats.org/drawingml/2006/main">
            <a:pathLst>
              <a:path w="1283023" h="1238005">
                <a:moveTo>
                  <a:pt x="0" y="0"/>
                </a:moveTo>
                <a:lnTo>
                  <a:pt x="1283023" y="0"/>
                </a:lnTo>
                <a:lnTo>
                  <a:pt x="1283023" y="1238005"/>
                </a:lnTo>
                <a:lnTo>
                  <a:pt x="0" y="1238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6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B5CD0-75C3-46D6-8E9A-777315F9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47" y="4840696"/>
            <a:ext cx="1283023" cy="1238005"/>
          </a:xfrm>
          <a:custGeom xmlns:a="http://schemas.openxmlformats.org/drawingml/2006/main">
            <a:pathLst>
              <a:path w="1283023" h="1238005" fill="none">
                <a:moveTo>
                  <a:pt x="0" y="0"/>
                </a:moveTo>
                <a:lnTo>
                  <a:pt x="1283023" y="0"/>
                </a:lnTo>
                <a:lnTo>
                  <a:pt x="1283023" y="1238005"/>
                </a:lnTo>
                <a:lnTo>
                  <a:pt x="0" y="1238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A16BC-6AA9-4789-B9C5-98BA832B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2" y="5551744"/>
            <a:ext cx="136180" cy="96296"/>
          </a:xfrm>
          <a:custGeom xmlns:a="http://schemas.openxmlformats.org/drawingml/2006/main">
            <a:pathLst>
              <a:path w="136180" h="96296">
                <a:moveTo>
                  <a:pt x="52587" y="0"/>
                </a:moveTo>
                <a:cubicBezTo>
                  <a:pt x="53862" y="0"/>
                  <a:pt x="56139" y="46"/>
                  <a:pt x="59417" y="137"/>
                </a:cubicBezTo>
                <a:cubicBezTo>
                  <a:pt x="62695" y="228"/>
                  <a:pt x="65745" y="319"/>
                  <a:pt x="68568" y="410"/>
                </a:cubicBezTo>
                <a:cubicBezTo>
                  <a:pt x="73212" y="410"/>
                  <a:pt x="77082" y="364"/>
                  <a:pt x="80178" y="273"/>
                </a:cubicBezTo>
                <a:cubicBezTo>
                  <a:pt x="83275" y="182"/>
                  <a:pt x="85050" y="137"/>
                  <a:pt x="85505" y="137"/>
                </a:cubicBezTo>
                <a:cubicBezTo>
                  <a:pt x="87145" y="137"/>
                  <a:pt x="87964" y="501"/>
                  <a:pt x="87964" y="1229"/>
                </a:cubicBezTo>
                <a:cubicBezTo>
                  <a:pt x="87964" y="1594"/>
                  <a:pt x="87828" y="2277"/>
                  <a:pt x="87554" y="3278"/>
                </a:cubicBezTo>
                <a:cubicBezTo>
                  <a:pt x="87099" y="4917"/>
                  <a:pt x="86689" y="5828"/>
                  <a:pt x="86325" y="6010"/>
                </a:cubicBezTo>
                <a:cubicBezTo>
                  <a:pt x="85961" y="6192"/>
                  <a:pt x="84959" y="6283"/>
                  <a:pt x="83320" y="6283"/>
                </a:cubicBezTo>
                <a:cubicBezTo>
                  <a:pt x="81044" y="6374"/>
                  <a:pt x="79222" y="6602"/>
                  <a:pt x="77856" y="6966"/>
                </a:cubicBezTo>
                <a:cubicBezTo>
                  <a:pt x="76491" y="7330"/>
                  <a:pt x="75534" y="7695"/>
                  <a:pt x="74988" y="8059"/>
                </a:cubicBezTo>
                <a:cubicBezTo>
                  <a:pt x="74442" y="8423"/>
                  <a:pt x="74305" y="8833"/>
                  <a:pt x="74578" y="9288"/>
                </a:cubicBezTo>
                <a:cubicBezTo>
                  <a:pt x="74578" y="10381"/>
                  <a:pt x="75307" y="21217"/>
                  <a:pt x="76764" y="41797"/>
                </a:cubicBezTo>
                <a:cubicBezTo>
                  <a:pt x="78221" y="62376"/>
                  <a:pt x="78949" y="73258"/>
                  <a:pt x="78949" y="74442"/>
                </a:cubicBezTo>
                <a:lnTo>
                  <a:pt x="79222" y="74032"/>
                </a:lnTo>
                <a:cubicBezTo>
                  <a:pt x="79404" y="73759"/>
                  <a:pt x="79678" y="73303"/>
                  <a:pt x="80042" y="72666"/>
                </a:cubicBezTo>
                <a:cubicBezTo>
                  <a:pt x="80406" y="72029"/>
                  <a:pt x="80952" y="71164"/>
                  <a:pt x="81681" y="70071"/>
                </a:cubicBezTo>
                <a:cubicBezTo>
                  <a:pt x="82409" y="68978"/>
                  <a:pt x="83183" y="67612"/>
                  <a:pt x="84003" y="65973"/>
                </a:cubicBezTo>
                <a:cubicBezTo>
                  <a:pt x="84823" y="64334"/>
                  <a:pt x="85915" y="62467"/>
                  <a:pt x="87281" y="60373"/>
                </a:cubicBezTo>
                <a:cubicBezTo>
                  <a:pt x="88647" y="58278"/>
                  <a:pt x="90013" y="55820"/>
                  <a:pt x="91379" y="52997"/>
                </a:cubicBezTo>
                <a:cubicBezTo>
                  <a:pt x="92745" y="50174"/>
                  <a:pt x="94520" y="47124"/>
                  <a:pt x="96706" y="43845"/>
                </a:cubicBezTo>
                <a:cubicBezTo>
                  <a:pt x="106176" y="27090"/>
                  <a:pt x="111549" y="17529"/>
                  <a:pt x="112824" y="15162"/>
                </a:cubicBezTo>
                <a:cubicBezTo>
                  <a:pt x="114098" y="12794"/>
                  <a:pt x="114781" y="11337"/>
                  <a:pt x="114872" y="10791"/>
                </a:cubicBezTo>
                <a:cubicBezTo>
                  <a:pt x="114872" y="9425"/>
                  <a:pt x="114007" y="8332"/>
                  <a:pt x="112277" y="7512"/>
                </a:cubicBezTo>
                <a:cubicBezTo>
                  <a:pt x="110547" y="6693"/>
                  <a:pt x="108635" y="6283"/>
                  <a:pt x="106540" y="6283"/>
                </a:cubicBezTo>
                <a:cubicBezTo>
                  <a:pt x="105266" y="6283"/>
                  <a:pt x="104628" y="5828"/>
                  <a:pt x="104628" y="4917"/>
                </a:cubicBezTo>
                <a:cubicBezTo>
                  <a:pt x="104628" y="4644"/>
                  <a:pt x="104719" y="4052"/>
                  <a:pt x="104901" y="3142"/>
                </a:cubicBezTo>
                <a:cubicBezTo>
                  <a:pt x="105266" y="1685"/>
                  <a:pt x="105539" y="820"/>
                  <a:pt x="105721" y="546"/>
                </a:cubicBezTo>
                <a:cubicBezTo>
                  <a:pt x="105903" y="273"/>
                  <a:pt x="106540" y="137"/>
                  <a:pt x="107633" y="137"/>
                </a:cubicBezTo>
                <a:cubicBezTo>
                  <a:pt x="107906" y="137"/>
                  <a:pt x="108680" y="137"/>
                  <a:pt x="109955" y="137"/>
                </a:cubicBezTo>
                <a:cubicBezTo>
                  <a:pt x="111230" y="137"/>
                  <a:pt x="113006" y="137"/>
                  <a:pt x="115282" y="137"/>
                </a:cubicBezTo>
                <a:cubicBezTo>
                  <a:pt x="117559" y="137"/>
                  <a:pt x="120017" y="182"/>
                  <a:pt x="122658" y="273"/>
                </a:cubicBezTo>
                <a:cubicBezTo>
                  <a:pt x="128668" y="273"/>
                  <a:pt x="132538" y="182"/>
                  <a:pt x="134268" y="0"/>
                </a:cubicBezTo>
                <a:cubicBezTo>
                  <a:pt x="135543" y="0"/>
                  <a:pt x="136180" y="501"/>
                  <a:pt x="136180" y="1502"/>
                </a:cubicBezTo>
                <a:cubicBezTo>
                  <a:pt x="136180" y="2049"/>
                  <a:pt x="136044" y="2823"/>
                  <a:pt x="135771" y="3825"/>
                </a:cubicBezTo>
                <a:cubicBezTo>
                  <a:pt x="135498" y="4826"/>
                  <a:pt x="135179" y="5509"/>
                  <a:pt x="134815" y="5873"/>
                </a:cubicBezTo>
                <a:cubicBezTo>
                  <a:pt x="134450" y="6238"/>
                  <a:pt x="133995" y="6374"/>
                  <a:pt x="133449" y="6283"/>
                </a:cubicBezTo>
                <a:cubicBezTo>
                  <a:pt x="131445" y="6283"/>
                  <a:pt x="129624" y="6556"/>
                  <a:pt x="127985" y="7103"/>
                </a:cubicBezTo>
                <a:cubicBezTo>
                  <a:pt x="126346" y="7649"/>
                  <a:pt x="124980" y="8286"/>
                  <a:pt x="123887" y="9015"/>
                </a:cubicBezTo>
                <a:cubicBezTo>
                  <a:pt x="122795" y="9743"/>
                  <a:pt x="121930" y="10517"/>
                  <a:pt x="121292" y="11337"/>
                </a:cubicBezTo>
                <a:cubicBezTo>
                  <a:pt x="120655" y="12157"/>
                  <a:pt x="120108" y="12885"/>
                  <a:pt x="119653" y="13522"/>
                </a:cubicBezTo>
                <a:lnTo>
                  <a:pt x="119107" y="14342"/>
                </a:lnTo>
                <a:lnTo>
                  <a:pt x="96023" y="54773"/>
                </a:lnTo>
                <a:cubicBezTo>
                  <a:pt x="80725" y="81726"/>
                  <a:pt x="73030" y="95249"/>
                  <a:pt x="72939" y="95340"/>
                </a:cubicBezTo>
                <a:cubicBezTo>
                  <a:pt x="72393" y="95977"/>
                  <a:pt x="71300" y="96296"/>
                  <a:pt x="69661" y="96296"/>
                </a:cubicBezTo>
                <a:cubicBezTo>
                  <a:pt x="68295" y="96296"/>
                  <a:pt x="67430" y="96068"/>
                  <a:pt x="67066" y="95613"/>
                </a:cubicBezTo>
                <a:cubicBezTo>
                  <a:pt x="66793" y="95340"/>
                  <a:pt x="65928" y="84140"/>
                  <a:pt x="64471" y="62012"/>
                </a:cubicBezTo>
                <a:cubicBezTo>
                  <a:pt x="63014" y="39884"/>
                  <a:pt x="62240" y="28456"/>
                  <a:pt x="62149" y="27728"/>
                </a:cubicBezTo>
                <a:lnTo>
                  <a:pt x="60509" y="30186"/>
                </a:lnTo>
                <a:cubicBezTo>
                  <a:pt x="58506" y="33556"/>
                  <a:pt x="52678" y="43709"/>
                  <a:pt x="43026" y="60646"/>
                </a:cubicBezTo>
                <a:cubicBezTo>
                  <a:pt x="29913" y="83593"/>
                  <a:pt x="23266" y="95158"/>
                  <a:pt x="23084" y="95340"/>
                </a:cubicBezTo>
                <a:cubicBezTo>
                  <a:pt x="22902" y="95522"/>
                  <a:pt x="22674" y="95704"/>
                  <a:pt x="22401" y="95886"/>
                </a:cubicBezTo>
                <a:cubicBezTo>
                  <a:pt x="21945" y="96160"/>
                  <a:pt x="21126" y="96296"/>
                  <a:pt x="19942" y="96296"/>
                </a:cubicBezTo>
                <a:cubicBezTo>
                  <a:pt x="18212" y="96296"/>
                  <a:pt x="17256" y="95977"/>
                  <a:pt x="17074" y="95340"/>
                </a:cubicBezTo>
                <a:cubicBezTo>
                  <a:pt x="17074" y="95067"/>
                  <a:pt x="16072" y="80543"/>
                  <a:pt x="14069" y="51768"/>
                </a:cubicBezTo>
                <a:cubicBezTo>
                  <a:pt x="12065" y="22993"/>
                  <a:pt x="11018" y="8514"/>
                  <a:pt x="10927" y="8332"/>
                </a:cubicBezTo>
                <a:cubicBezTo>
                  <a:pt x="10745" y="7512"/>
                  <a:pt x="10290" y="7012"/>
                  <a:pt x="9561" y="6830"/>
                </a:cubicBezTo>
                <a:cubicBezTo>
                  <a:pt x="8833" y="6647"/>
                  <a:pt x="7057" y="6465"/>
                  <a:pt x="4234" y="6283"/>
                </a:cubicBezTo>
                <a:lnTo>
                  <a:pt x="956" y="6283"/>
                </a:lnTo>
                <a:cubicBezTo>
                  <a:pt x="319" y="5646"/>
                  <a:pt x="0" y="5145"/>
                  <a:pt x="0" y="4781"/>
                </a:cubicBezTo>
                <a:cubicBezTo>
                  <a:pt x="91" y="2686"/>
                  <a:pt x="683" y="1093"/>
                  <a:pt x="1776" y="0"/>
                </a:cubicBezTo>
                <a:lnTo>
                  <a:pt x="3415" y="0"/>
                </a:lnTo>
                <a:cubicBezTo>
                  <a:pt x="7239" y="273"/>
                  <a:pt x="11792" y="410"/>
                  <a:pt x="17074" y="410"/>
                </a:cubicBezTo>
                <a:cubicBezTo>
                  <a:pt x="28456" y="410"/>
                  <a:pt x="34694" y="273"/>
                  <a:pt x="35787" y="0"/>
                </a:cubicBezTo>
                <a:lnTo>
                  <a:pt x="37153" y="0"/>
                </a:lnTo>
                <a:cubicBezTo>
                  <a:pt x="37699" y="546"/>
                  <a:pt x="37972" y="956"/>
                  <a:pt x="37972" y="1229"/>
                </a:cubicBezTo>
                <a:cubicBezTo>
                  <a:pt x="37972" y="1502"/>
                  <a:pt x="37881" y="2322"/>
                  <a:pt x="37699" y="3688"/>
                </a:cubicBezTo>
                <a:cubicBezTo>
                  <a:pt x="37244" y="5054"/>
                  <a:pt x="36834" y="5919"/>
                  <a:pt x="36470" y="6283"/>
                </a:cubicBezTo>
                <a:lnTo>
                  <a:pt x="33601" y="6283"/>
                </a:lnTo>
                <a:cubicBezTo>
                  <a:pt x="28047" y="6556"/>
                  <a:pt x="25087" y="7330"/>
                  <a:pt x="24723" y="8605"/>
                </a:cubicBezTo>
                <a:cubicBezTo>
                  <a:pt x="27455" y="50493"/>
                  <a:pt x="29003" y="72529"/>
                  <a:pt x="29367" y="74715"/>
                </a:cubicBezTo>
                <a:lnTo>
                  <a:pt x="61466" y="18167"/>
                </a:lnTo>
                <a:lnTo>
                  <a:pt x="61192" y="13113"/>
                </a:lnTo>
                <a:cubicBezTo>
                  <a:pt x="60919" y="9288"/>
                  <a:pt x="60464" y="7239"/>
                  <a:pt x="59827" y="6966"/>
                </a:cubicBezTo>
                <a:cubicBezTo>
                  <a:pt x="59280" y="6602"/>
                  <a:pt x="57368" y="6374"/>
                  <a:pt x="54090" y="6283"/>
                </a:cubicBezTo>
                <a:cubicBezTo>
                  <a:pt x="52360" y="6283"/>
                  <a:pt x="51221" y="6192"/>
                  <a:pt x="50675" y="6010"/>
                </a:cubicBezTo>
                <a:cubicBezTo>
                  <a:pt x="50129" y="5828"/>
                  <a:pt x="49855" y="5418"/>
                  <a:pt x="49855" y="4781"/>
                </a:cubicBezTo>
                <a:cubicBezTo>
                  <a:pt x="49855" y="4599"/>
                  <a:pt x="49946" y="4052"/>
                  <a:pt x="50129" y="3142"/>
                </a:cubicBezTo>
                <a:cubicBezTo>
                  <a:pt x="50220" y="2777"/>
                  <a:pt x="50311" y="2368"/>
                  <a:pt x="50402" y="1912"/>
                </a:cubicBezTo>
                <a:cubicBezTo>
                  <a:pt x="50493" y="1457"/>
                  <a:pt x="50538" y="1138"/>
                  <a:pt x="50538" y="956"/>
                </a:cubicBezTo>
                <a:cubicBezTo>
                  <a:pt x="50538" y="774"/>
                  <a:pt x="50675" y="592"/>
                  <a:pt x="50948" y="410"/>
                </a:cubicBezTo>
                <a:cubicBezTo>
                  <a:pt x="51221" y="228"/>
                  <a:pt x="51403" y="137"/>
                  <a:pt x="51495" y="137"/>
                </a:cubicBezTo>
                <a:cubicBezTo>
                  <a:pt x="51586" y="137"/>
                  <a:pt x="51950" y="91"/>
                  <a:pt x="5258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4530D-D2EE-4902-AC62-BF00A450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2" y="5551744"/>
            <a:ext cx="136180" cy="96296"/>
          </a:xfrm>
          <a:custGeom xmlns:a="http://schemas.openxmlformats.org/drawingml/2006/main">
            <a:pathLst>
              <a:path w="136180" h="96296" fill="none">
                <a:moveTo>
                  <a:pt x="52587" y="0"/>
                </a:moveTo>
                <a:cubicBezTo>
                  <a:pt x="53862" y="0"/>
                  <a:pt x="56139" y="46"/>
                  <a:pt x="59417" y="137"/>
                </a:cubicBezTo>
                <a:cubicBezTo>
                  <a:pt x="62695" y="228"/>
                  <a:pt x="65745" y="319"/>
                  <a:pt x="68568" y="410"/>
                </a:cubicBezTo>
                <a:cubicBezTo>
                  <a:pt x="73212" y="410"/>
                  <a:pt x="77082" y="364"/>
                  <a:pt x="80178" y="273"/>
                </a:cubicBezTo>
                <a:cubicBezTo>
                  <a:pt x="83275" y="182"/>
                  <a:pt x="85050" y="137"/>
                  <a:pt x="85505" y="137"/>
                </a:cubicBezTo>
                <a:cubicBezTo>
                  <a:pt x="87145" y="137"/>
                  <a:pt x="87964" y="501"/>
                  <a:pt x="87964" y="1229"/>
                </a:cubicBezTo>
                <a:cubicBezTo>
                  <a:pt x="87964" y="1594"/>
                  <a:pt x="87828" y="2277"/>
                  <a:pt x="87554" y="3278"/>
                </a:cubicBezTo>
                <a:cubicBezTo>
                  <a:pt x="87099" y="4917"/>
                  <a:pt x="86689" y="5828"/>
                  <a:pt x="86325" y="6010"/>
                </a:cubicBezTo>
                <a:cubicBezTo>
                  <a:pt x="85961" y="6192"/>
                  <a:pt x="84959" y="6283"/>
                  <a:pt x="83320" y="6283"/>
                </a:cubicBezTo>
                <a:cubicBezTo>
                  <a:pt x="81044" y="6374"/>
                  <a:pt x="79222" y="6602"/>
                  <a:pt x="77856" y="6966"/>
                </a:cubicBezTo>
                <a:cubicBezTo>
                  <a:pt x="76491" y="7330"/>
                  <a:pt x="75534" y="7695"/>
                  <a:pt x="74988" y="8059"/>
                </a:cubicBezTo>
                <a:cubicBezTo>
                  <a:pt x="74442" y="8423"/>
                  <a:pt x="74305" y="8833"/>
                  <a:pt x="74578" y="9288"/>
                </a:cubicBezTo>
                <a:cubicBezTo>
                  <a:pt x="74578" y="10381"/>
                  <a:pt x="75307" y="21217"/>
                  <a:pt x="76764" y="41797"/>
                </a:cubicBezTo>
                <a:cubicBezTo>
                  <a:pt x="78221" y="62376"/>
                  <a:pt x="78949" y="73258"/>
                  <a:pt x="78949" y="74442"/>
                </a:cubicBezTo>
                <a:lnTo>
                  <a:pt x="79222" y="74032"/>
                </a:lnTo>
                <a:cubicBezTo>
                  <a:pt x="79404" y="73759"/>
                  <a:pt x="79678" y="73303"/>
                  <a:pt x="80042" y="72666"/>
                </a:cubicBezTo>
                <a:cubicBezTo>
                  <a:pt x="80406" y="72029"/>
                  <a:pt x="80952" y="71164"/>
                  <a:pt x="81681" y="70071"/>
                </a:cubicBezTo>
                <a:cubicBezTo>
                  <a:pt x="82409" y="68978"/>
                  <a:pt x="83183" y="67612"/>
                  <a:pt x="84003" y="65973"/>
                </a:cubicBezTo>
                <a:cubicBezTo>
                  <a:pt x="84823" y="64334"/>
                  <a:pt x="85915" y="62467"/>
                  <a:pt x="87281" y="60373"/>
                </a:cubicBezTo>
                <a:cubicBezTo>
                  <a:pt x="88647" y="58278"/>
                  <a:pt x="90013" y="55820"/>
                  <a:pt x="91379" y="52997"/>
                </a:cubicBezTo>
                <a:cubicBezTo>
                  <a:pt x="92745" y="50174"/>
                  <a:pt x="94520" y="47124"/>
                  <a:pt x="96706" y="43845"/>
                </a:cubicBezTo>
                <a:cubicBezTo>
                  <a:pt x="106176" y="27090"/>
                  <a:pt x="111549" y="17529"/>
                  <a:pt x="112824" y="15162"/>
                </a:cubicBezTo>
                <a:cubicBezTo>
                  <a:pt x="114098" y="12794"/>
                  <a:pt x="114781" y="11337"/>
                  <a:pt x="114872" y="10791"/>
                </a:cubicBezTo>
                <a:cubicBezTo>
                  <a:pt x="114872" y="9425"/>
                  <a:pt x="114007" y="8332"/>
                  <a:pt x="112277" y="7512"/>
                </a:cubicBezTo>
                <a:cubicBezTo>
                  <a:pt x="110547" y="6693"/>
                  <a:pt x="108635" y="6283"/>
                  <a:pt x="106540" y="6283"/>
                </a:cubicBezTo>
                <a:cubicBezTo>
                  <a:pt x="105266" y="6283"/>
                  <a:pt x="104628" y="5828"/>
                  <a:pt x="104628" y="4917"/>
                </a:cubicBezTo>
                <a:cubicBezTo>
                  <a:pt x="104628" y="4644"/>
                  <a:pt x="104719" y="4052"/>
                  <a:pt x="104901" y="3142"/>
                </a:cubicBezTo>
                <a:cubicBezTo>
                  <a:pt x="105266" y="1685"/>
                  <a:pt x="105539" y="820"/>
                  <a:pt x="105721" y="546"/>
                </a:cubicBezTo>
                <a:cubicBezTo>
                  <a:pt x="105903" y="273"/>
                  <a:pt x="106540" y="137"/>
                  <a:pt x="107633" y="137"/>
                </a:cubicBezTo>
                <a:cubicBezTo>
                  <a:pt x="107906" y="137"/>
                  <a:pt x="108680" y="137"/>
                  <a:pt x="109955" y="137"/>
                </a:cubicBezTo>
                <a:cubicBezTo>
                  <a:pt x="111230" y="137"/>
                  <a:pt x="113006" y="137"/>
                  <a:pt x="115282" y="137"/>
                </a:cubicBezTo>
                <a:cubicBezTo>
                  <a:pt x="117559" y="137"/>
                  <a:pt x="120017" y="182"/>
                  <a:pt x="122658" y="273"/>
                </a:cubicBezTo>
                <a:cubicBezTo>
                  <a:pt x="128668" y="273"/>
                  <a:pt x="132538" y="182"/>
                  <a:pt x="134268" y="0"/>
                </a:cubicBezTo>
                <a:cubicBezTo>
                  <a:pt x="135543" y="0"/>
                  <a:pt x="136180" y="501"/>
                  <a:pt x="136180" y="1502"/>
                </a:cubicBezTo>
                <a:cubicBezTo>
                  <a:pt x="136180" y="2049"/>
                  <a:pt x="136044" y="2823"/>
                  <a:pt x="135771" y="3825"/>
                </a:cubicBezTo>
                <a:cubicBezTo>
                  <a:pt x="135498" y="4826"/>
                  <a:pt x="135179" y="5509"/>
                  <a:pt x="134815" y="5873"/>
                </a:cubicBezTo>
                <a:cubicBezTo>
                  <a:pt x="134450" y="6238"/>
                  <a:pt x="133995" y="6374"/>
                  <a:pt x="133449" y="6283"/>
                </a:cubicBezTo>
                <a:cubicBezTo>
                  <a:pt x="131445" y="6283"/>
                  <a:pt x="129624" y="6556"/>
                  <a:pt x="127985" y="7103"/>
                </a:cubicBezTo>
                <a:cubicBezTo>
                  <a:pt x="126346" y="7649"/>
                  <a:pt x="124980" y="8286"/>
                  <a:pt x="123887" y="9015"/>
                </a:cubicBezTo>
                <a:cubicBezTo>
                  <a:pt x="122795" y="9743"/>
                  <a:pt x="121930" y="10517"/>
                  <a:pt x="121292" y="11337"/>
                </a:cubicBezTo>
                <a:cubicBezTo>
                  <a:pt x="120655" y="12157"/>
                  <a:pt x="120108" y="12885"/>
                  <a:pt x="119653" y="13522"/>
                </a:cubicBezTo>
                <a:lnTo>
                  <a:pt x="119107" y="14342"/>
                </a:lnTo>
                <a:lnTo>
                  <a:pt x="96023" y="54773"/>
                </a:lnTo>
                <a:cubicBezTo>
                  <a:pt x="80725" y="81726"/>
                  <a:pt x="73030" y="95249"/>
                  <a:pt x="72939" y="95340"/>
                </a:cubicBezTo>
                <a:cubicBezTo>
                  <a:pt x="72393" y="95977"/>
                  <a:pt x="71300" y="96296"/>
                  <a:pt x="69661" y="96296"/>
                </a:cubicBezTo>
                <a:cubicBezTo>
                  <a:pt x="68295" y="96296"/>
                  <a:pt x="67430" y="96068"/>
                  <a:pt x="67066" y="95613"/>
                </a:cubicBezTo>
                <a:cubicBezTo>
                  <a:pt x="66793" y="95340"/>
                  <a:pt x="65928" y="84140"/>
                  <a:pt x="64471" y="62012"/>
                </a:cubicBezTo>
                <a:cubicBezTo>
                  <a:pt x="63014" y="39884"/>
                  <a:pt x="62240" y="28456"/>
                  <a:pt x="62149" y="27728"/>
                </a:cubicBezTo>
                <a:lnTo>
                  <a:pt x="60509" y="30186"/>
                </a:lnTo>
                <a:cubicBezTo>
                  <a:pt x="58506" y="33556"/>
                  <a:pt x="52678" y="43709"/>
                  <a:pt x="43026" y="60646"/>
                </a:cubicBezTo>
                <a:cubicBezTo>
                  <a:pt x="29913" y="83593"/>
                  <a:pt x="23266" y="95158"/>
                  <a:pt x="23084" y="95340"/>
                </a:cubicBezTo>
                <a:cubicBezTo>
                  <a:pt x="22902" y="95522"/>
                  <a:pt x="22674" y="95704"/>
                  <a:pt x="22401" y="95886"/>
                </a:cubicBezTo>
                <a:cubicBezTo>
                  <a:pt x="21945" y="96160"/>
                  <a:pt x="21126" y="96296"/>
                  <a:pt x="19942" y="96296"/>
                </a:cubicBezTo>
                <a:cubicBezTo>
                  <a:pt x="18212" y="96296"/>
                  <a:pt x="17256" y="95977"/>
                  <a:pt x="17074" y="95340"/>
                </a:cubicBezTo>
                <a:cubicBezTo>
                  <a:pt x="17074" y="95067"/>
                  <a:pt x="16072" y="80543"/>
                  <a:pt x="14069" y="51768"/>
                </a:cubicBezTo>
                <a:cubicBezTo>
                  <a:pt x="12065" y="22993"/>
                  <a:pt x="11018" y="8514"/>
                  <a:pt x="10927" y="8332"/>
                </a:cubicBezTo>
                <a:cubicBezTo>
                  <a:pt x="10745" y="7512"/>
                  <a:pt x="10290" y="7012"/>
                  <a:pt x="9561" y="6830"/>
                </a:cubicBezTo>
                <a:cubicBezTo>
                  <a:pt x="8833" y="6647"/>
                  <a:pt x="7057" y="6465"/>
                  <a:pt x="4234" y="6283"/>
                </a:cubicBezTo>
                <a:lnTo>
                  <a:pt x="956" y="6283"/>
                </a:lnTo>
                <a:cubicBezTo>
                  <a:pt x="319" y="5646"/>
                  <a:pt x="0" y="5145"/>
                  <a:pt x="0" y="4781"/>
                </a:cubicBezTo>
                <a:cubicBezTo>
                  <a:pt x="91" y="2686"/>
                  <a:pt x="683" y="1093"/>
                  <a:pt x="1776" y="0"/>
                </a:cubicBezTo>
                <a:lnTo>
                  <a:pt x="3415" y="0"/>
                </a:lnTo>
                <a:cubicBezTo>
                  <a:pt x="7239" y="273"/>
                  <a:pt x="11792" y="410"/>
                  <a:pt x="17074" y="410"/>
                </a:cubicBezTo>
                <a:cubicBezTo>
                  <a:pt x="28456" y="410"/>
                  <a:pt x="34694" y="273"/>
                  <a:pt x="35787" y="0"/>
                </a:cubicBezTo>
                <a:lnTo>
                  <a:pt x="37153" y="0"/>
                </a:lnTo>
                <a:cubicBezTo>
                  <a:pt x="37699" y="546"/>
                  <a:pt x="37972" y="956"/>
                  <a:pt x="37972" y="1229"/>
                </a:cubicBezTo>
                <a:cubicBezTo>
                  <a:pt x="37972" y="1502"/>
                  <a:pt x="37881" y="2322"/>
                  <a:pt x="37699" y="3688"/>
                </a:cubicBezTo>
                <a:cubicBezTo>
                  <a:pt x="37244" y="5054"/>
                  <a:pt x="36834" y="5919"/>
                  <a:pt x="36470" y="6283"/>
                </a:cubicBezTo>
                <a:lnTo>
                  <a:pt x="33601" y="6283"/>
                </a:lnTo>
                <a:cubicBezTo>
                  <a:pt x="28047" y="6556"/>
                  <a:pt x="25087" y="7330"/>
                  <a:pt x="24723" y="8605"/>
                </a:cubicBezTo>
                <a:cubicBezTo>
                  <a:pt x="27455" y="50493"/>
                  <a:pt x="29003" y="72529"/>
                  <a:pt x="29367" y="74715"/>
                </a:cubicBezTo>
                <a:lnTo>
                  <a:pt x="61466" y="18167"/>
                </a:lnTo>
                <a:lnTo>
                  <a:pt x="61192" y="13113"/>
                </a:lnTo>
                <a:cubicBezTo>
                  <a:pt x="60919" y="9288"/>
                  <a:pt x="60464" y="7239"/>
                  <a:pt x="59827" y="6966"/>
                </a:cubicBezTo>
                <a:cubicBezTo>
                  <a:pt x="59280" y="6602"/>
                  <a:pt x="57368" y="6374"/>
                  <a:pt x="54090" y="6283"/>
                </a:cubicBezTo>
                <a:cubicBezTo>
                  <a:pt x="52360" y="6283"/>
                  <a:pt x="51221" y="6192"/>
                  <a:pt x="50675" y="6010"/>
                </a:cubicBezTo>
                <a:cubicBezTo>
                  <a:pt x="50129" y="5828"/>
                  <a:pt x="49855" y="5418"/>
                  <a:pt x="49855" y="4781"/>
                </a:cubicBezTo>
                <a:cubicBezTo>
                  <a:pt x="49855" y="4599"/>
                  <a:pt x="49946" y="4052"/>
                  <a:pt x="50129" y="3142"/>
                </a:cubicBezTo>
                <a:cubicBezTo>
                  <a:pt x="50220" y="2777"/>
                  <a:pt x="50311" y="2368"/>
                  <a:pt x="50402" y="1912"/>
                </a:cubicBezTo>
                <a:cubicBezTo>
                  <a:pt x="50493" y="1457"/>
                  <a:pt x="50538" y="1138"/>
                  <a:pt x="50538" y="956"/>
                </a:cubicBezTo>
                <a:cubicBezTo>
                  <a:pt x="50538" y="774"/>
                  <a:pt x="50675" y="592"/>
                  <a:pt x="50948" y="410"/>
                </a:cubicBezTo>
                <a:cubicBezTo>
                  <a:pt x="51221" y="228"/>
                  <a:pt x="51403" y="137"/>
                  <a:pt x="51495" y="137"/>
                </a:cubicBezTo>
                <a:cubicBezTo>
                  <a:pt x="51586" y="137"/>
                  <a:pt x="51950" y="91"/>
                  <a:pt x="5258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44DE8-A754-4EE0-98CA-14CC5562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31" y="5571185"/>
            <a:ext cx="68159" cy="79450"/>
          </a:xfrm>
          <a:custGeom xmlns:a="http://schemas.openxmlformats.org/drawingml/2006/main">
            <a:pathLst>
              <a:path w="68159" h="79450">
                <a:moveTo>
                  <a:pt x="0" y="39702"/>
                </a:moveTo>
                <a:cubicBezTo>
                  <a:pt x="0" y="28593"/>
                  <a:pt x="3733" y="19487"/>
                  <a:pt x="11200" y="12384"/>
                </a:cubicBezTo>
                <a:cubicBezTo>
                  <a:pt x="18667" y="5281"/>
                  <a:pt x="27500" y="1229"/>
                  <a:pt x="37699" y="228"/>
                </a:cubicBezTo>
                <a:cubicBezTo>
                  <a:pt x="37790" y="228"/>
                  <a:pt x="38564" y="228"/>
                  <a:pt x="40021" y="228"/>
                </a:cubicBezTo>
                <a:cubicBezTo>
                  <a:pt x="41478" y="228"/>
                  <a:pt x="43390" y="182"/>
                  <a:pt x="45758" y="91"/>
                </a:cubicBezTo>
                <a:cubicBezTo>
                  <a:pt x="48125" y="0"/>
                  <a:pt x="50402" y="0"/>
                  <a:pt x="52587" y="91"/>
                </a:cubicBezTo>
                <a:lnTo>
                  <a:pt x="66110" y="91"/>
                </a:lnTo>
                <a:cubicBezTo>
                  <a:pt x="67476" y="820"/>
                  <a:pt x="68159" y="1730"/>
                  <a:pt x="68159" y="2823"/>
                </a:cubicBezTo>
                <a:cubicBezTo>
                  <a:pt x="68159" y="3642"/>
                  <a:pt x="67567" y="4507"/>
                  <a:pt x="66383" y="5418"/>
                </a:cubicBezTo>
                <a:lnTo>
                  <a:pt x="52177" y="5555"/>
                </a:lnTo>
                <a:cubicBezTo>
                  <a:pt x="42070" y="5646"/>
                  <a:pt x="35832" y="5919"/>
                  <a:pt x="33465" y="6374"/>
                </a:cubicBezTo>
                <a:cubicBezTo>
                  <a:pt x="29003" y="7467"/>
                  <a:pt x="25042" y="9106"/>
                  <a:pt x="21581" y="11291"/>
                </a:cubicBezTo>
                <a:cubicBezTo>
                  <a:pt x="18121" y="13477"/>
                  <a:pt x="15435" y="15708"/>
                  <a:pt x="13522" y="17984"/>
                </a:cubicBezTo>
                <a:cubicBezTo>
                  <a:pt x="11610" y="20261"/>
                  <a:pt x="9971" y="22765"/>
                  <a:pt x="8605" y="25497"/>
                </a:cubicBezTo>
                <a:cubicBezTo>
                  <a:pt x="7239" y="28229"/>
                  <a:pt x="6420" y="30414"/>
                  <a:pt x="6147" y="32053"/>
                </a:cubicBezTo>
                <a:cubicBezTo>
                  <a:pt x="5873" y="33692"/>
                  <a:pt x="5646" y="35240"/>
                  <a:pt x="5464" y="36697"/>
                </a:cubicBezTo>
                <a:lnTo>
                  <a:pt x="5464" y="36970"/>
                </a:lnTo>
                <a:lnTo>
                  <a:pt x="66110" y="36970"/>
                </a:lnTo>
                <a:cubicBezTo>
                  <a:pt x="67476" y="37699"/>
                  <a:pt x="68159" y="38610"/>
                  <a:pt x="68159" y="39702"/>
                </a:cubicBezTo>
                <a:cubicBezTo>
                  <a:pt x="68159" y="40795"/>
                  <a:pt x="67476" y="41706"/>
                  <a:pt x="66110" y="42434"/>
                </a:cubicBezTo>
                <a:lnTo>
                  <a:pt x="5464" y="42434"/>
                </a:lnTo>
                <a:lnTo>
                  <a:pt x="5464" y="42707"/>
                </a:lnTo>
                <a:cubicBezTo>
                  <a:pt x="5464" y="44619"/>
                  <a:pt x="5919" y="46942"/>
                  <a:pt x="6830" y="49673"/>
                </a:cubicBezTo>
                <a:cubicBezTo>
                  <a:pt x="7740" y="52405"/>
                  <a:pt x="9243" y="55365"/>
                  <a:pt x="11337" y="58552"/>
                </a:cubicBezTo>
                <a:cubicBezTo>
                  <a:pt x="13431" y="61739"/>
                  <a:pt x="16345" y="64653"/>
                  <a:pt x="20079" y="67293"/>
                </a:cubicBezTo>
                <a:cubicBezTo>
                  <a:pt x="23812" y="69934"/>
                  <a:pt x="28229" y="71801"/>
                  <a:pt x="33328" y="72894"/>
                </a:cubicBezTo>
                <a:cubicBezTo>
                  <a:pt x="35787" y="73440"/>
                  <a:pt x="42070" y="73759"/>
                  <a:pt x="52177" y="73850"/>
                </a:cubicBezTo>
                <a:lnTo>
                  <a:pt x="66383" y="73850"/>
                </a:lnTo>
                <a:cubicBezTo>
                  <a:pt x="67567" y="74760"/>
                  <a:pt x="68159" y="75671"/>
                  <a:pt x="68159" y="76582"/>
                </a:cubicBezTo>
                <a:cubicBezTo>
                  <a:pt x="68159" y="77674"/>
                  <a:pt x="67476" y="78585"/>
                  <a:pt x="66110" y="79313"/>
                </a:cubicBezTo>
                <a:lnTo>
                  <a:pt x="52860" y="79313"/>
                </a:lnTo>
                <a:cubicBezTo>
                  <a:pt x="52223" y="79313"/>
                  <a:pt x="51085" y="79313"/>
                  <a:pt x="49446" y="79313"/>
                </a:cubicBezTo>
                <a:cubicBezTo>
                  <a:pt x="47807" y="79313"/>
                  <a:pt x="46486" y="79359"/>
                  <a:pt x="45485" y="79450"/>
                </a:cubicBezTo>
                <a:cubicBezTo>
                  <a:pt x="31370" y="79450"/>
                  <a:pt x="20215" y="75534"/>
                  <a:pt x="12020" y="67703"/>
                </a:cubicBezTo>
                <a:cubicBezTo>
                  <a:pt x="4007" y="60236"/>
                  <a:pt x="0" y="50903"/>
                  <a:pt x="0" y="3970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EB3DC-01DE-48B8-8B0C-09F8FF88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31" y="5571185"/>
            <a:ext cx="68159" cy="79450"/>
          </a:xfrm>
          <a:custGeom xmlns:a="http://schemas.openxmlformats.org/drawingml/2006/main">
            <a:pathLst>
              <a:path w="68159" h="79450" fill="none">
                <a:moveTo>
                  <a:pt x="0" y="39702"/>
                </a:moveTo>
                <a:cubicBezTo>
                  <a:pt x="0" y="28593"/>
                  <a:pt x="3733" y="19487"/>
                  <a:pt x="11200" y="12384"/>
                </a:cubicBezTo>
                <a:cubicBezTo>
                  <a:pt x="18667" y="5281"/>
                  <a:pt x="27500" y="1229"/>
                  <a:pt x="37699" y="228"/>
                </a:cubicBezTo>
                <a:cubicBezTo>
                  <a:pt x="37790" y="228"/>
                  <a:pt x="38564" y="228"/>
                  <a:pt x="40021" y="228"/>
                </a:cubicBezTo>
                <a:cubicBezTo>
                  <a:pt x="41478" y="228"/>
                  <a:pt x="43390" y="182"/>
                  <a:pt x="45758" y="91"/>
                </a:cubicBezTo>
                <a:cubicBezTo>
                  <a:pt x="48125" y="0"/>
                  <a:pt x="50402" y="0"/>
                  <a:pt x="52587" y="91"/>
                </a:cubicBezTo>
                <a:lnTo>
                  <a:pt x="66110" y="91"/>
                </a:lnTo>
                <a:cubicBezTo>
                  <a:pt x="67476" y="820"/>
                  <a:pt x="68159" y="1730"/>
                  <a:pt x="68159" y="2823"/>
                </a:cubicBezTo>
                <a:cubicBezTo>
                  <a:pt x="68159" y="3642"/>
                  <a:pt x="67567" y="4507"/>
                  <a:pt x="66383" y="5418"/>
                </a:cubicBezTo>
                <a:lnTo>
                  <a:pt x="52177" y="5555"/>
                </a:lnTo>
                <a:cubicBezTo>
                  <a:pt x="42070" y="5646"/>
                  <a:pt x="35832" y="5919"/>
                  <a:pt x="33465" y="6374"/>
                </a:cubicBezTo>
                <a:cubicBezTo>
                  <a:pt x="29003" y="7467"/>
                  <a:pt x="25042" y="9106"/>
                  <a:pt x="21581" y="11291"/>
                </a:cubicBezTo>
                <a:cubicBezTo>
                  <a:pt x="18121" y="13477"/>
                  <a:pt x="15435" y="15708"/>
                  <a:pt x="13522" y="17984"/>
                </a:cubicBezTo>
                <a:cubicBezTo>
                  <a:pt x="11610" y="20261"/>
                  <a:pt x="9971" y="22765"/>
                  <a:pt x="8605" y="25497"/>
                </a:cubicBezTo>
                <a:cubicBezTo>
                  <a:pt x="7239" y="28229"/>
                  <a:pt x="6420" y="30414"/>
                  <a:pt x="6147" y="32053"/>
                </a:cubicBezTo>
                <a:cubicBezTo>
                  <a:pt x="5873" y="33692"/>
                  <a:pt x="5646" y="35240"/>
                  <a:pt x="5464" y="36697"/>
                </a:cubicBezTo>
                <a:lnTo>
                  <a:pt x="5464" y="36970"/>
                </a:lnTo>
                <a:lnTo>
                  <a:pt x="66110" y="36970"/>
                </a:lnTo>
                <a:cubicBezTo>
                  <a:pt x="67476" y="37699"/>
                  <a:pt x="68159" y="38610"/>
                  <a:pt x="68159" y="39702"/>
                </a:cubicBezTo>
                <a:cubicBezTo>
                  <a:pt x="68159" y="40795"/>
                  <a:pt x="67476" y="41706"/>
                  <a:pt x="66110" y="42434"/>
                </a:cubicBezTo>
                <a:lnTo>
                  <a:pt x="5464" y="42434"/>
                </a:lnTo>
                <a:lnTo>
                  <a:pt x="5464" y="42707"/>
                </a:lnTo>
                <a:cubicBezTo>
                  <a:pt x="5464" y="44619"/>
                  <a:pt x="5919" y="46942"/>
                  <a:pt x="6830" y="49673"/>
                </a:cubicBezTo>
                <a:cubicBezTo>
                  <a:pt x="7740" y="52405"/>
                  <a:pt x="9243" y="55365"/>
                  <a:pt x="11337" y="58552"/>
                </a:cubicBezTo>
                <a:cubicBezTo>
                  <a:pt x="13431" y="61739"/>
                  <a:pt x="16345" y="64653"/>
                  <a:pt x="20079" y="67293"/>
                </a:cubicBezTo>
                <a:cubicBezTo>
                  <a:pt x="23812" y="69934"/>
                  <a:pt x="28229" y="71801"/>
                  <a:pt x="33328" y="72894"/>
                </a:cubicBezTo>
                <a:cubicBezTo>
                  <a:pt x="35787" y="73440"/>
                  <a:pt x="42070" y="73759"/>
                  <a:pt x="52177" y="73850"/>
                </a:cubicBezTo>
                <a:lnTo>
                  <a:pt x="66383" y="73850"/>
                </a:lnTo>
                <a:cubicBezTo>
                  <a:pt x="67567" y="74760"/>
                  <a:pt x="68159" y="75671"/>
                  <a:pt x="68159" y="76582"/>
                </a:cubicBezTo>
                <a:cubicBezTo>
                  <a:pt x="68159" y="77674"/>
                  <a:pt x="67476" y="78585"/>
                  <a:pt x="66110" y="79313"/>
                </a:cubicBezTo>
                <a:lnTo>
                  <a:pt x="52860" y="79313"/>
                </a:lnTo>
                <a:cubicBezTo>
                  <a:pt x="52223" y="79313"/>
                  <a:pt x="51085" y="79313"/>
                  <a:pt x="49446" y="79313"/>
                </a:cubicBezTo>
                <a:cubicBezTo>
                  <a:pt x="47807" y="79313"/>
                  <a:pt x="46486" y="79359"/>
                  <a:pt x="45485" y="79450"/>
                </a:cubicBezTo>
                <a:cubicBezTo>
                  <a:pt x="31370" y="79450"/>
                  <a:pt x="20215" y="75534"/>
                  <a:pt x="12020" y="67703"/>
                </a:cubicBezTo>
                <a:cubicBezTo>
                  <a:pt x="4007" y="60236"/>
                  <a:pt x="0" y="50903"/>
                  <a:pt x="0" y="397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ED7F2-67DF-4E32-BAF0-7893EFBC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15" y="5551744"/>
            <a:ext cx="98618" cy="96160"/>
          </a:xfrm>
          <a:custGeom xmlns:a="http://schemas.openxmlformats.org/drawingml/2006/main">
            <a:pathLst>
              <a:path w="98618" h="96160">
                <a:moveTo>
                  <a:pt x="26908" y="6283"/>
                </a:moveTo>
                <a:cubicBezTo>
                  <a:pt x="24450" y="6283"/>
                  <a:pt x="22993" y="6238"/>
                  <a:pt x="22537" y="6147"/>
                </a:cubicBezTo>
                <a:cubicBezTo>
                  <a:pt x="22082" y="6055"/>
                  <a:pt x="21854" y="5555"/>
                  <a:pt x="21854" y="4644"/>
                </a:cubicBezTo>
                <a:cubicBezTo>
                  <a:pt x="21854" y="2185"/>
                  <a:pt x="22355" y="683"/>
                  <a:pt x="23357" y="137"/>
                </a:cubicBezTo>
                <a:cubicBezTo>
                  <a:pt x="23539" y="46"/>
                  <a:pt x="31461" y="0"/>
                  <a:pt x="47124" y="0"/>
                </a:cubicBezTo>
                <a:cubicBezTo>
                  <a:pt x="62786" y="91"/>
                  <a:pt x="71255" y="228"/>
                  <a:pt x="72529" y="410"/>
                </a:cubicBezTo>
                <a:cubicBezTo>
                  <a:pt x="77629" y="1138"/>
                  <a:pt x="81909" y="2413"/>
                  <a:pt x="85369" y="4234"/>
                </a:cubicBezTo>
                <a:cubicBezTo>
                  <a:pt x="88829" y="6055"/>
                  <a:pt x="91288" y="8150"/>
                  <a:pt x="92745" y="10517"/>
                </a:cubicBezTo>
                <a:cubicBezTo>
                  <a:pt x="94202" y="12885"/>
                  <a:pt x="95158" y="14843"/>
                  <a:pt x="95613" y="16391"/>
                </a:cubicBezTo>
                <a:cubicBezTo>
                  <a:pt x="96068" y="17939"/>
                  <a:pt x="96342" y="19487"/>
                  <a:pt x="96433" y="21035"/>
                </a:cubicBezTo>
                <a:cubicBezTo>
                  <a:pt x="96433" y="25133"/>
                  <a:pt x="95112" y="28957"/>
                  <a:pt x="92472" y="32508"/>
                </a:cubicBezTo>
                <a:cubicBezTo>
                  <a:pt x="89831" y="36060"/>
                  <a:pt x="86780" y="38792"/>
                  <a:pt x="83320" y="40704"/>
                </a:cubicBezTo>
                <a:cubicBezTo>
                  <a:pt x="79860" y="42616"/>
                  <a:pt x="76809" y="44164"/>
                  <a:pt x="74168" y="45348"/>
                </a:cubicBezTo>
                <a:cubicBezTo>
                  <a:pt x="71528" y="46532"/>
                  <a:pt x="69798" y="47124"/>
                  <a:pt x="68978" y="47124"/>
                </a:cubicBezTo>
                <a:lnTo>
                  <a:pt x="69934" y="47807"/>
                </a:lnTo>
                <a:cubicBezTo>
                  <a:pt x="76035" y="51267"/>
                  <a:pt x="79086" y="56275"/>
                  <a:pt x="79086" y="62832"/>
                </a:cubicBezTo>
                <a:cubicBezTo>
                  <a:pt x="79086" y="63833"/>
                  <a:pt x="78858" y="66611"/>
                  <a:pt x="78403" y="71164"/>
                </a:cubicBezTo>
                <a:cubicBezTo>
                  <a:pt x="77948" y="75717"/>
                  <a:pt x="77720" y="79450"/>
                  <a:pt x="77720" y="82364"/>
                </a:cubicBezTo>
                <a:lnTo>
                  <a:pt x="77720" y="83593"/>
                </a:lnTo>
                <a:cubicBezTo>
                  <a:pt x="77720" y="85232"/>
                  <a:pt x="77765" y="86507"/>
                  <a:pt x="77856" y="87418"/>
                </a:cubicBezTo>
                <a:cubicBezTo>
                  <a:pt x="77948" y="88328"/>
                  <a:pt x="78448" y="89148"/>
                  <a:pt x="79359" y="89876"/>
                </a:cubicBezTo>
                <a:cubicBezTo>
                  <a:pt x="80270" y="90605"/>
                  <a:pt x="81453" y="91015"/>
                  <a:pt x="82910" y="91106"/>
                </a:cubicBezTo>
                <a:cubicBezTo>
                  <a:pt x="85460" y="91106"/>
                  <a:pt x="87554" y="90104"/>
                  <a:pt x="89193" y="88101"/>
                </a:cubicBezTo>
                <a:cubicBezTo>
                  <a:pt x="90833" y="86097"/>
                  <a:pt x="92016" y="83957"/>
                  <a:pt x="92745" y="81681"/>
                </a:cubicBezTo>
                <a:cubicBezTo>
                  <a:pt x="93200" y="80406"/>
                  <a:pt x="93564" y="79632"/>
                  <a:pt x="93837" y="79359"/>
                </a:cubicBezTo>
                <a:cubicBezTo>
                  <a:pt x="94111" y="79086"/>
                  <a:pt x="94794" y="78949"/>
                  <a:pt x="95886" y="78949"/>
                </a:cubicBezTo>
                <a:cubicBezTo>
                  <a:pt x="97708" y="78949"/>
                  <a:pt x="98618" y="79496"/>
                  <a:pt x="98618" y="80588"/>
                </a:cubicBezTo>
                <a:cubicBezTo>
                  <a:pt x="98618" y="82227"/>
                  <a:pt x="97525" y="84823"/>
                  <a:pt x="95340" y="88374"/>
                </a:cubicBezTo>
                <a:cubicBezTo>
                  <a:pt x="91880" y="93564"/>
                  <a:pt x="87782" y="96160"/>
                  <a:pt x="83047" y="96160"/>
                </a:cubicBezTo>
                <a:lnTo>
                  <a:pt x="81818" y="96160"/>
                </a:lnTo>
                <a:cubicBezTo>
                  <a:pt x="76263" y="96160"/>
                  <a:pt x="71664" y="95021"/>
                  <a:pt x="68022" y="92745"/>
                </a:cubicBezTo>
                <a:cubicBezTo>
                  <a:pt x="64380" y="90468"/>
                  <a:pt x="62376" y="86917"/>
                  <a:pt x="62012" y="82091"/>
                </a:cubicBezTo>
                <a:cubicBezTo>
                  <a:pt x="62012" y="79632"/>
                  <a:pt x="62695" y="75808"/>
                  <a:pt x="64061" y="70617"/>
                </a:cubicBezTo>
                <a:cubicBezTo>
                  <a:pt x="65427" y="65427"/>
                  <a:pt x="66110" y="62103"/>
                  <a:pt x="66110" y="60646"/>
                </a:cubicBezTo>
                <a:cubicBezTo>
                  <a:pt x="66110" y="56002"/>
                  <a:pt x="64152" y="52633"/>
                  <a:pt x="60236" y="50538"/>
                </a:cubicBezTo>
                <a:cubicBezTo>
                  <a:pt x="58870" y="49901"/>
                  <a:pt x="57732" y="49537"/>
                  <a:pt x="56822" y="49446"/>
                </a:cubicBezTo>
                <a:cubicBezTo>
                  <a:pt x="55911" y="49355"/>
                  <a:pt x="52678" y="49264"/>
                  <a:pt x="47124" y="49172"/>
                </a:cubicBezTo>
                <a:lnTo>
                  <a:pt x="37699" y="49172"/>
                </a:lnTo>
                <a:lnTo>
                  <a:pt x="33328" y="66929"/>
                </a:lnTo>
                <a:cubicBezTo>
                  <a:pt x="30323" y="78949"/>
                  <a:pt x="28821" y="85050"/>
                  <a:pt x="28821" y="85232"/>
                </a:cubicBezTo>
                <a:cubicBezTo>
                  <a:pt x="28821" y="85597"/>
                  <a:pt x="28866" y="85824"/>
                  <a:pt x="28957" y="85915"/>
                </a:cubicBezTo>
                <a:cubicBezTo>
                  <a:pt x="29048" y="86006"/>
                  <a:pt x="29367" y="86188"/>
                  <a:pt x="29913" y="86462"/>
                </a:cubicBezTo>
                <a:cubicBezTo>
                  <a:pt x="30460" y="86735"/>
                  <a:pt x="31234" y="86826"/>
                  <a:pt x="32235" y="86735"/>
                </a:cubicBezTo>
                <a:cubicBezTo>
                  <a:pt x="33237" y="86644"/>
                  <a:pt x="34739" y="86735"/>
                  <a:pt x="36743" y="87008"/>
                </a:cubicBezTo>
                <a:lnTo>
                  <a:pt x="40977" y="87008"/>
                </a:lnTo>
                <a:cubicBezTo>
                  <a:pt x="41523" y="87736"/>
                  <a:pt x="41797" y="88146"/>
                  <a:pt x="41797" y="88237"/>
                </a:cubicBezTo>
                <a:cubicBezTo>
                  <a:pt x="41797" y="88328"/>
                  <a:pt x="41660" y="89148"/>
                  <a:pt x="41387" y="90696"/>
                </a:cubicBezTo>
                <a:cubicBezTo>
                  <a:pt x="41023" y="91880"/>
                  <a:pt x="40567" y="92745"/>
                  <a:pt x="40021" y="93291"/>
                </a:cubicBezTo>
                <a:lnTo>
                  <a:pt x="37972" y="93291"/>
                </a:lnTo>
                <a:cubicBezTo>
                  <a:pt x="34694" y="93109"/>
                  <a:pt x="28729" y="93018"/>
                  <a:pt x="20079" y="93018"/>
                </a:cubicBezTo>
                <a:cubicBezTo>
                  <a:pt x="16983" y="93018"/>
                  <a:pt x="14114" y="93018"/>
                  <a:pt x="11474" y="93018"/>
                </a:cubicBezTo>
                <a:cubicBezTo>
                  <a:pt x="8833" y="93018"/>
                  <a:pt x="6738" y="93018"/>
                  <a:pt x="5190" y="93018"/>
                </a:cubicBezTo>
                <a:cubicBezTo>
                  <a:pt x="3642" y="93018"/>
                  <a:pt x="2686" y="93063"/>
                  <a:pt x="2322" y="93155"/>
                </a:cubicBezTo>
                <a:cubicBezTo>
                  <a:pt x="774" y="93155"/>
                  <a:pt x="0" y="92745"/>
                  <a:pt x="0" y="91925"/>
                </a:cubicBezTo>
                <a:cubicBezTo>
                  <a:pt x="0" y="91743"/>
                  <a:pt x="137" y="91106"/>
                  <a:pt x="410" y="90013"/>
                </a:cubicBezTo>
                <a:cubicBezTo>
                  <a:pt x="865" y="88283"/>
                  <a:pt x="1320" y="87327"/>
                  <a:pt x="1776" y="87145"/>
                </a:cubicBezTo>
                <a:cubicBezTo>
                  <a:pt x="2140" y="87054"/>
                  <a:pt x="2823" y="87008"/>
                  <a:pt x="3825" y="87008"/>
                </a:cubicBezTo>
                <a:lnTo>
                  <a:pt x="4644" y="87008"/>
                </a:lnTo>
                <a:cubicBezTo>
                  <a:pt x="7103" y="87008"/>
                  <a:pt x="9834" y="86871"/>
                  <a:pt x="12839" y="86598"/>
                </a:cubicBezTo>
                <a:cubicBezTo>
                  <a:pt x="14114" y="86325"/>
                  <a:pt x="14979" y="85779"/>
                  <a:pt x="15435" y="84959"/>
                </a:cubicBezTo>
                <a:cubicBezTo>
                  <a:pt x="15708" y="84595"/>
                  <a:pt x="18986" y="71938"/>
                  <a:pt x="25269" y="46987"/>
                </a:cubicBezTo>
                <a:cubicBezTo>
                  <a:pt x="31552" y="22037"/>
                  <a:pt x="34694" y="8878"/>
                  <a:pt x="34694" y="7512"/>
                </a:cubicBezTo>
                <a:cubicBezTo>
                  <a:pt x="34694" y="6875"/>
                  <a:pt x="32099" y="6465"/>
                  <a:pt x="26908" y="6283"/>
                </a:cubicBezTo>
                <a:close/>
                <a:moveTo>
                  <a:pt x="81544" y="17620"/>
                </a:moveTo>
                <a:cubicBezTo>
                  <a:pt x="81544" y="14706"/>
                  <a:pt x="80588" y="12248"/>
                  <a:pt x="78676" y="10244"/>
                </a:cubicBezTo>
                <a:cubicBezTo>
                  <a:pt x="76764" y="8241"/>
                  <a:pt x="72848" y="6966"/>
                  <a:pt x="66929" y="6420"/>
                </a:cubicBezTo>
                <a:cubicBezTo>
                  <a:pt x="66747" y="6420"/>
                  <a:pt x="65700" y="6420"/>
                  <a:pt x="63788" y="6420"/>
                </a:cubicBezTo>
                <a:cubicBezTo>
                  <a:pt x="61875" y="6420"/>
                  <a:pt x="60145" y="6374"/>
                  <a:pt x="58597" y="6283"/>
                </a:cubicBezTo>
                <a:lnTo>
                  <a:pt x="55592" y="6283"/>
                </a:lnTo>
                <a:cubicBezTo>
                  <a:pt x="51312" y="6283"/>
                  <a:pt x="48854" y="6738"/>
                  <a:pt x="48216" y="7649"/>
                </a:cubicBezTo>
                <a:cubicBezTo>
                  <a:pt x="48125" y="7922"/>
                  <a:pt x="46577" y="13978"/>
                  <a:pt x="43572" y="25816"/>
                </a:cubicBezTo>
                <a:cubicBezTo>
                  <a:pt x="40567" y="37653"/>
                  <a:pt x="39065" y="43709"/>
                  <a:pt x="39065" y="43982"/>
                </a:cubicBezTo>
                <a:cubicBezTo>
                  <a:pt x="39065" y="44073"/>
                  <a:pt x="42206" y="44119"/>
                  <a:pt x="48490" y="44119"/>
                </a:cubicBezTo>
                <a:cubicBezTo>
                  <a:pt x="55592" y="44028"/>
                  <a:pt x="60327" y="43709"/>
                  <a:pt x="62695" y="43163"/>
                </a:cubicBezTo>
                <a:cubicBezTo>
                  <a:pt x="68523" y="42252"/>
                  <a:pt x="73076" y="39566"/>
                  <a:pt x="76354" y="35104"/>
                </a:cubicBezTo>
                <a:cubicBezTo>
                  <a:pt x="77811" y="33009"/>
                  <a:pt x="79040" y="30278"/>
                  <a:pt x="80042" y="26908"/>
                </a:cubicBezTo>
                <a:cubicBezTo>
                  <a:pt x="81044" y="23539"/>
                  <a:pt x="81544" y="20443"/>
                  <a:pt x="81544" y="1762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C2E10-C708-4140-A65F-50868D93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15" y="5551744"/>
            <a:ext cx="98618" cy="96160"/>
          </a:xfrm>
          <a:custGeom xmlns:a="http://schemas.openxmlformats.org/drawingml/2006/main">
            <a:pathLst>
              <a:path w="98618" h="96160" fill="none">
                <a:moveTo>
                  <a:pt x="26908" y="6283"/>
                </a:moveTo>
                <a:cubicBezTo>
                  <a:pt x="24450" y="6283"/>
                  <a:pt x="22993" y="6238"/>
                  <a:pt x="22537" y="6147"/>
                </a:cubicBezTo>
                <a:cubicBezTo>
                  <a:pt x="22082" y="6055"/>
                  <a:pt x="21854" y="5555"/>
                  <a:pt x="21854" y="4644"/>
                </a:cubicBezTo>
                <a:cubicBezTo>
                  <a:pt x="21854" y="2185"/>
                  <a:pt x="22355" y="683"/>
                  <a:pt x="23357" y="137"/>
                </a:cubicBezTo>
                <a:cubicBezTo>
                  <a:pt x="23539" y="46"/>
                  <a:pt x="31461" y="0"/>
                  <a:pt x="47124" y="0"/>
                </a:cubicBezTo>
                <a:cubicBezTo>
                  <a:pt x="62786" y="91"/>
                  <a:pt x="71255" y="228"/>
                  <a:pt x="72529" y="410"/>
                </a:cubicBezTo>
                <a:cubicBezTo>
                  <a:pt x="77629" y="1138"/>
                  <a:pt x="81909" y="2413"/>
                  <a:pt x="85369" y="4234"/>
                </a:cubicBezTo>
                <a:cubicBezTo>
                  <a:pt x="88829" y="6055"/>
                  <a:pt x="91288" y="8150"/>
                  <a:pt x="92745" y="10517"/>
                </a:cubicBezTo>
                <a:cubicBezTo>
                  <a:pt x="94202" y="12885"/>
                  <a:pt x="95158" y="14843"/>
                  <a:pt x="95613" y="16391"/>
                </a:cubicBezTo>
                <a:cubicBezTo>
                  <a:pt x="96068" y="17939"/>
                  <a:pt x="96342" y="19487"/>
                  <a:pt x="96433" y="21035"/>
                </a:cubicBezTo>
                <a:cubicBezTo>
                  <a:pt x="96433" y="25133"/>
                  <a:pt x="95112" y="28957"/>
                  <a:pt x="92472" y="32508"/>
                </a:cubicBezTo>
                <a:cubicBezTo>
                  <a:pt x="89831" y="36060"/>
                  <a:pt x="86780" y="38792"/>
                  <a:pt x="83320" y="40704"/>
                </a:cubicBezTo>
                <a:cubicBezTo>
                  <a:pt x="79860" y="42616"/>
                  <a:pt x="76809" y="44164"/>
                  <a:pt x="74168" y="45348"/>
                </a:cubicBezTo>
                <a:cubicBezTo>
                  <a:pt x="71528" y="46532"/>
                  <a:pt x="69798" y="47124"/>
                  <a:pt x="68978" y="47124"/>
                </a:cubicBezTo>
                <a:lnTo>
                  <a:pt x="69934" y="47807"/>
                </a:lnTo>
                <a:cubicBezTo>
                  <a:pt x="76035" y="51267"/>
                  <a:pt x="79086" y="56275"/>
                  <a:pt x="79086" y="62832"/>
                </a:cubicBezTo>
                <a:cubicBezTo>
                  <a:pt x="79086" y="63833"/>
                  <a:pt x="78858" y="66611"/>
                  <a:pt x="78403" y="71164"/>
                </a:cubicBezTo>
                <a:cubicBezTo>
                  <a:pt x="77948" y="75717"/>
                  <a:pt x="77720" y="79450"/>
                  <a:pt x="77720" y="82364"/>
                </a:cubicBezTo>
                <a:lnTo>
                  <a:pt x="77720" y="83593"/>
                </a:lnTo>
                <a:cubicBezTo>
                  <a:pt x="77720" y="85232"/>
                  <a:pt x="77765" y="86507"/>
                  <a:pt x="77856" y="87418"/>
                </a:cubicBezTo>
                <a:cubicBezTo>
                  <a:pt x="77948" y="88328"/>
                  <a:pt x="78448" y="89148"/>
                  <a:pt x="79359" y="89876"/>
                </a:cubicBezTo>
                <a:cubicBezTo>
                  <a:pt x="80270" y="90605"/>
                  <a:pt x="81453" y="91015"/>
                  <a:pt x="82910" y="91106"/>
                </a:cubicBezTo>
                <a:cubicBezTo>
                  <a:pt x="85460" y="91106"/>
                  <a:pt x="87554" y="90104"/>
                  <a:pt x="89193" y="88101"/>
                </a:cubicBezTo>
                <a:cubicBezTo>
                  <a:pt x="90833" y="86097"/>
                  <a:pt x="92016" y="83957"/>
                  <a:pt x="92745" y="81681"/>
                </a:cubicBezTo>
                <a:cubicBezTo>
                  <a:pt x="93200" y="80406"/>
                  <a:pt x="93564" y="79632"/>
                  <a:pt x="93837" y="79359"/>
                </a:cubicBezTo>
                <a:cubicBezTo>
                  <a:pt x="94111" y="79086"/>
                  <a:pt x="94794" y="78949"/>
                  <a:pt x="95886" y="78949"/>
                </a:cubicBezTo>
                <a:cubicBezTo>
                  <a:pt x="97708" y="78949"/>
                  <a:pt x="98618" y="79496"/>
                  <a:pt x="98618" y="80588"/>
                </a:cubicBezTo>
                <a:cubicBezTo>
                  <a:pt x="98618" y="82227"/>
                  <a:pt x="97525" y="84823"/>
                  <a:pt x="95340" y="88374"/>
                </a:cubicBezTo>
                <a:cubicBezTo>
                  <a:pt x="91880" y="93564"/>
                  <a:pt x="87782" y="96160"/>
                  <a:pt x="83047" y="96160"/>
                </a:cubicBezTo>
                <a:lnTo>
                  <a:pt x="81818" y="96160"/>
                </a:lnTo>
                <a:cubicBezTo>
                  <a:pt x="76263" y="96160"/>
                  <a:pt x="71664" y="95021"/>
                  <a:pt x="68022" y="92745"/>
                </a:cubicBezTo>
                <a:cubicBezTo>
                  <a:pt x="64380" y="90468"/>
                  <a:pt x="62376" y="86917"/>
                  <a:pt x="62012" y="82091"/>
                </a:cubicBezTo>
                <a:cubicBezTo>
                  <a:pt x="62012" y="79632"/>
                  <a:pt x="62695" y="75808"/>
                  <a:pt x="64061" y="70617"/>
                </a:cubicBezTo>
                <a:cubicBezTo>
                  <a:pt x="65427" y="65427"/>
                  <a:pt x="66110" y="62103"/>
                  <a:pt x="66110" y="60646"/>
                </a:cubicBezTo>
                <a:cubicBezTo>
                  <a:pt x="66110" y="56002"/>
                  <a:pt x="64152" y="52633"/>
                  <a:pt x="60236" y="50538"/>
                </a:cubicBezTo>
                <a:cubicBezTo>
                  <a:pt x="58870" y="49901"/>
                  <a:pt x="57732" y="49537"/>
                  <a:pt x="56822" y="49446"/>
                </a:cubicBezTo>
                <a:cubicBezTo>
                  <a:pt x="55911" y="49355"/>
                  <a:pt x="52678" y="49264"/>
                  <a:pt x="47124" y="49172"/>
                </a:cubicBezTo>
                <a:lnTo>
                  <a:pt x="37699" y="49172"/>
                </a:lnTo>
                <a:lnTo>
                  <a:pt x="33328" y="66929"/>
                </a:lnTo>
                <a:cubicBezTo>
                  <a:pt x="30323" y="78949"/>
                  <a:pt x="28821" y="85050"/>
                  <a:pt x="28821" y="85232"/>
                </a:cubicBezTo>
                <a:cubicBezTo>
                  <a:pt x="28821" y="85597"/>
                  <a:pt x="28866" y="85824"/>
                  <a:pt x="28957" y="85915"/>
                </a:cubicBezTo>
                <a:cubicBezTo>
                  <a:pt x="29048" y="86006"/>
                  <a:pt x="29367" y="86188"/>
                  <a:pt x="29913" y="86462"/>
                </a:cubicBezTo>
                <a:cubicBezTo>
                  <a:pt x="30460" y="86735"/>
                  <a:pt x="31234" y="86826"/>
                  <a:pt x="32235" y="86735"/>
                </a:cubicBezTo>
                <a:cubicBezTo>
                  <a:pt x="33237" y="86644"/>
                  <a:pt x="34739" y="86735"/>
                  <a:pt x="36743" y="87008"/>
                </a:cubicBezTo>
                <a:lnTo>
                  <a:pt x="40977" y="87008"/>
                </a:lnTo>
                <a:cubicBezTo>
                  <a:pt x="41523" y="87736"/>
                  <a:pt x="41797" y="88146"/>
                  <a:pt x="41797" y="88237"/>
                </a:cubicBezTo>
                <a:cubicBezTo>
                  <a:pt x="41797" y="88328"/>
                  <a:pt x="41660" y="89148"/>
                  <a:pt x="41387" y="90696"/>
                </a:cubicBezTo>
                <a:cubicBezTo>
                  <a:pt x="41023" y="91880"/>
                  <a:pt x="40567" y="92745"/>
                  <a:pt x="40021" y="93291"/>
                </a:cubicBezTo>
                <a:lnTo>
                  <a:pt x="37972" y="93291"/>
                </a:lnTo>
                <a:cubicBezTo>
                  <a:pt x="34694" y="93109"/>
                  <a:pt x="28729" y="93018"/>
                  <a:pt x="20079" y="93018"/>
                </a:cubicBezTo>
                <a:cubicBezTo>
                  <a:pt x="16983" y="93018"/>
                  <a:pt x="14114" y="93018"/>
                  <a:pt x="11474" y="93018"/>
                </a:cubicBezTo>
                <a:cubicBezTo>
                  <a:pt x="8833" y="93018"/>
                  <a:pt x="6738" y="93018"/>
                  <a:pt x="5190" y="93018"/>
                </a:cubicBezTo>
                <a:cubicBezTo>
                  <a:pt x="3642" y="93018"/>
                  <a:pt x="2686" y="93063"/>
                  <a:pt x="2322" y="93155"/>
                </a:cubicBezTo>
                <a:cubicBezTo>
                  <a:pt x="774" y="93155"/>
                  <a:pt x="0" y="92745"/>
                  <a:pt x="0" y="91925"/>
                </a:cubicBezTo>
                <a:cubicBezTo>
                  <a:pt x="0" y="91743"/>
                  <a:pt x="137" y="91106"/>
                  <a:pt x="410" y="90013"/>
                </a:cubicBezTo>
                <a:cubicBezTo>
                  <a:pt x="865" y="88283"/>
                  <a:pt x="1320" y="87327"/>
                  <a:pt x="1776" y="87145"/>
                </a:cubicBezTo>
                <a:cubicBezTo>
                  <a:pt x="2140" y="87054"/>
                  <a:pt x="2823" y="87008"/>
                  <a:pt x="3825" y="87008"/>
                </a:cubicBezTo>
                <a:lnTo>
                  <a:pt x="4644" y="87008"/>
                </a:lnTo>
                <a:cubicBezTo>
                  <a:pt x="7103" y="87008"/>
                  <a:pt x="9834" y="86871"/>
                  <a:pt x="12839" y="86598"/>
                </a:cubicBezTo>
                <a:cubicBezTo>
                  <a:pt x="14114" y="86325"/>
                  <a:pt x="14979" y="85779"/>
                  <a:pt x="15435" y="84959"/>
                </a:cubicBezTo>
                <a:cubicBezTo>
                  <a:pt x="15708" y="84595"/>
                  <a:pt x="18986" y="71938"/>
                  <a:pt x="25269" y="46987"/>
                </a:cubicBezTo>
                <a:cubicBezTo>
                  <a:pt x="31552" y="22037"/>
                  <a:pt x="34694" y="8878"/>
                  <a:pt x="34694" y="7512"/>
                </a:cubicBezTo>
                <a:cubicBezTo>
                  <a:pt x="34694" y="6875"/>
                  <a:pt x="32099" y="6465"/>
                  <a:pt x="26908" y="6283"/>
                </a:cubicBezTo>
                <a:close/>
                <a:moveTo>
                  <a:pt x="81544" y="17620"/>
                </a:moveTo>
                <a:cubicBezTo>
                  <a:pt x="81544" y="14706"/>
                  <a:pt x="80588" y="12248"/>
                  <a:pt x="78676" y="10244"/>
                </a:cubicBezTo>
                <a:cubicBezTo>
                  <a:pt x="76764" y="8241"/>
                  <a:pt x="72848" y="6966"/>
                  <a:pt x="66929" y="6420"/>
                </a:cubicBezTo>
                <a:cubicBezTo>
                  <a:pt x="66747" y="6420"/>
                  <a:pt x="65700" y="6420"/>
                  <a:pt x="63788" y="6420"/>
                </a:cubicBezTo>
                <a:cubicBezTo>
                  <a:pt x="61875" y="6420"/>
                  <a:pt x="60145" y="6374"/>
                  <a:pt x="58597" y="6283"/>
                </a:cubicBezTo>
                <a:lnTo>
                  <a:pt x="55592" y="6283"/>
                </a:lnTo>
                <a:cubicBezTo>
                  <a:pt x="51312" y="6283"/>
                  <a:pt x="48854" y="6738"/>
                  <a:pt x="48216" y="7649"/>
                </a:cubicBezTo>
                <a:cubicBezTo>
                  <a:pt x="48125" y="7922"/>
                  <a:pt x="46577" y="13978"/>
                  <a:pt x="43572" y="25816"/>
                </a:cubicBezTo>
                <a:cubicBezTo>
                  <a:pt x="40567" y="37653"/>
                  <a:pt x="39065" y="43709"/>
                  <a:pt x="39065" y="43982"/>
                </a:cubicBezTo>
                <a:cubicBezTo>
                  <a:pt x="39065" y="44073"/>
                  <a:pt x="42206" y="44119"/>
                  <a:pt x="48490" y="44119"/>
                </a:cubicBezTo>
                <a:cubicBezTo>
                  <a:pt x="55592" y="44028"/>
                  <a:pt x="60327" y="43709"/>
                  <a:pt x="62695" y="43163"/>
                </a:cubicBezTo>
                <a:cubicBezTo>
                  <a:pt x="68523" y="42252"/>
                  <a:pt x="73076" y="39566"/>
                  <a:pt x="76354" y="35104"/>
                </a:cubicBezTo>
                <a:cubicBezTo>
                  <a:pt x="77811" y="33009"/>
                  <a:pt x="79040" y="30278"/>
                  <a:pt x="80042" y="26908"/>
                </a:cubicBezTo>
                <a:cubicBezTo>
                  <a:pt x="81044" y="23539"/>
                  <a:pt x="81544" y="20443"/>
                  <a:pt x="81544" y="176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4CE9F-AAB0-4E96-B00A-9684C7C2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474" y="5521604"/>
            <a:ext cx="47319" cy="67985"/>
          </a:xfrm>
          <a:custGeom xmlns:a="http://schemas.openxmlformats.org/drawingml/2006/main">
            <a:pathLst>
              <a:path w="47319" h="67985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16CC1-2FE3-474A-84CB-AD8544DD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474" y="5521604"/>
            <a:ext cx="47319" cy="67985"/>
          </a:xfrm>
          <a:custGeom xmlns:a="http://schemas.openxmlformats.org/drawingml/2006/main">
            <a:pathLst>
              <a:path w="47319" h="67985" fill="none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5BE93-69C6-45BD-9BA6-AC4A3994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160" y="5554465"/>
            <a:ext cx="30961" cy="59942"/>
          </a:xfrm>
          <a:custGeom xmlns:a="http://schemas.openxmlformats.org/drawingml/2006/main">
            <a:pathLst>
              <a:path w="30961" h="59942">
                <a:moveTo>
                  <a:pt x="11700" y="7920"/>
                </a:moveTo>
                <a:lnTo>
                  <a:pt x="10530" y="8370"/>
                </a:lnTo>
                <a:cubicBezTo>
                  <a:pt x="9690" y="8670"/>
                  <a:pt x="8490" y="8970"/>
                  <a:pt x="6930" y="9270"/>
                </a:cubicBezTo>
                <a:cubicBezTo>
                  <a:pt x="5370" y="9570"/>
                  <a:pt x="3630" y="9780"/>
                  <a:pt x="1710" y="9900"/>
                </a:cubicBezTo>
                <a:lnTo>
                  <a:pt x="0" y="9900"/>
                </a:lnTo>
                <a:lnTo>
                  <a:pt x="0" y="5760"/>
                </a:lnTo>
                <a:lnTo>
                  <a:pt x="1710" y="5760"/>
                </a:lnTo>
                <a:cubicBezTo>
                  <a:pt x="4530" y="5640"/>
                  <a:pt x="7140" y="5190"/>
                  <a:pt x="9540" y="4410"/>
                </a:cubicBezTo>
                <a:cubicBezTo>
                  <a:pt x="11940" y="3630"/>
                  <a:pt x="13620" y="2910"/>
                  <a:pt x="14580" y="2250"/>
                </a:cubicBezTo>
                <a:cubicBezTo>
                  <a:pt x="15540" y="1590"/>
                  <a:pt x="16380" y="930"/>
                  <a:pt x="17100" y="270"/>
                </a:cubicBezTo>
                <a:cubicBezTo>
                  <a:pt x="17220" y="90"/>
                  <a:pt x="17581" y="0"/>
                  <a:pt x="18181" y="0"/>
                </a:cubicBezTo>
                <a:cubicBezTo>
                  <a:pt x="18721" y="0"/>
                  <a:pt x="19231" y="180"/>
                  <a:pt x="19711" y="540"/>
                </a:cubicBezTo>
                <a:lnTo>
                  <a:pt x="19711" y="27451"/>
                </a:lnTo>
                <a:lnTo>
                  <a:pt x="19801" y="54452"/>
                </a:lnTo>
                <a:cubicBezTo>
                  <a:pt x="20221" y="54872"/>
                  <a:pt x="20581" y="55142"/>
                  <a:pt x="20881" y="55262"/>
                </a:cubicBezTo>
                <a:cubicBezTo>
                  <a:pt x="21181" y="55382"/>
                  <a:pt x="21901" y="55502"/>
                  <a:pt x="23041" y="55622"/>
                </a:cubicBezTo>
                <a:cubicBezTo>
                  <a:pt x="24181" y="55742"/>
                  <a:pt x="26041" y="55802"/>
                  <a:pt x="28621" y="55802"/>
                </a:cubicBezTo>
                <a:lnTo>
                  <a:pt x="30961" y="55802"/>
                </a:lnTo>
                <a:lnTo>
                  <a:pt x="30961" y="59942"/>
                </a:lnTo>
                <a:lnTo>
                  <a:pt x="29971" y="59942"/>
                </a:lnTo>
                <a:cubicBezTo>
                  <a:pt x="28711" y="59762"/>
                  <a:pt x="23941" y="59672"/>
                  <a:pt x="15660" y="59672"/>
                </a:cubicBezTo>
                <a:cubicBezTo>
                  <a:pt x="7500" y="59672"/>
                  <a:pt x="2790" y="59762"/>
                  <a:pt x="1530" y="59942"/>
                </a:cubicBezTo>
                <a:lnTo>
                  <a:pt x="450" y="59942"/>
                </a:lnTo>
                <a:lnTo>
                  <a:pt x="450" y="55802"/>
                </a:lnTo>
                <a:lnTo>
                  <a:pt x="2790" y="55802"/>
                </a:lnTo>
                <a:cubicBezTo>
                  <a:pt x="4110" y="55802"/>
                  <a:pt x="5250" y="55802"/>
                  <a:pt x="6210" y="55802"/>
                </a:cubicBezTo>
                <a:cubicBezTo>
                  <a:pt x="7170" y="55802"/>
                  <a:pt x="7920" y="55772"/>
                  <a:pt x="8460" y="55712"/>
                </a:cubicBezTo>
                <a:cubicBezTo>
                  <a:pt x="9000" y="55652"/>
                  <a:pt x="9480" y="55562"/>
                  <a:pt x="9900" y="55442"/>
                </a:cubicBezTo>
                <a:cubicBezTo>
                  <a:pt x="10320" y="55322"/>
                  <a:pt x="10560" y="55262"/>
                  <a:pt x="10620" y="55262"/>
                </a:cubicBezTo>
                <a:cubicBezTo>
                  <a:pt x="10680" y="55262"/>
                  <a:pt x="10860" y="55112"/>
                  <a:pt x="11160" y="54812"/>
                </a:cubicBezTo>
                <a:cubicBezTo>
                  <a:pt x="11460" y="54512"/>
                  <a:pt x="11640" y="54392"/>
                  <a:pt x="11700" y="54452"/>
                </a:cubicBezTo>
                <a:lnTo>
                  <a:pt x="11700" y="79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F6CA6-691E-4FA2-B6EE-CCBF9370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160" y="5554465"/>
            <a:ext cx="30961" cy="59942"/>
          </a:xfrm>
          <a:custGeom xmlns:a="http://schemas.openxmlformats.org/drawingml/2006/main">
            <a:pathLst>
              <a:path w="30961" h="59942" fill="none">
                <a:moveTo>
                  <a:pt x="11700" y="7920"/>
                </a:moveTo>
                <a:lnTo>
                  <a:pt x="10530" y="8370"/>
                </a:lnTo>
                <a:cubicBezTo>
                  <a:pt x="9690" y="8670"/>
                  <a:pt x="8490" y="8970"/>
                  <a:pt x="6930" y="9270"/>
                </a:cubicBezTo>
                <a:cubicBezTo>
                  <a:pt x="5370" y="9570"/>
                  <a:pt x="3630" y="9780"/>
                  <a:pt x="1710" y="9900"/>
                </a:cubicBezTo>
                <a:lnTo>
                  <a:pt x="0" y="9900"/>
                </a:lnTo>
                <a:lnTo>
                  <a:pt x="0" y="5760"/>
                </a:lnTo>
                <a:lnTo>
                  <a:pt x="1710" y="5760"/>
                </a:lnTo>
                <a:cubicBezTo>
                  <a:pt x="4530" y="5640"/>
                  <a:pt x="7140" y="5190"/>
                  <a:pt x="9540" y="4410"/>
                </a:cubicBezTo>
                <a:cubicBezTo>
                  <a:pt x="11940" y="3630"/>
                  <a:pt x="13620" y="2910"/>
                  <a:pt x="14580" y="2250"/>
                </a:cubicBezTo>
                <a:cubicBezTo>
                  <a:pt x="15540" y="1590"/>
                  <a:pt x="16380" y="930"/>
                  <a:pt x="17100" y="270"/>
                </a:cubicBezTo>
                <a:cubicBezTo>
                  <a:pt x="17220" y="90"/>
                  <a:pt x="17581" y="0"/>
                  <a:pt x="18181" y="0"/>
                </a:cubicBezTo>
                <a:cubicBezTo>
                  <a:pt x="18721" y="0"/>
                  <a:pt x="19231" y="180"/>
                  <a:pt x="19711" y="540"/>
                </a:cubicBezTo>
                <a:lnTo>
                  <a:pt x="19711" y="27451"/>
                </a:lnTo>
                <a:lnTo>
                  <a:pt x="19801" y="54452"/>
                </a:lnTo>
                <a:cubicBezTo>
                  <a:pt x="20221" y="54872"/>
                  <a:pt x="20581" y="55142"/>
                  <a:pt x="20881" y="55262"/>
                </a:cubicBezTo>
                <a:cubicBezTo>
                  <a:pt x="21181" y="55382"/>
                  <a:pt x="21901" y="55502"/>
                  <a:pt x="23041" y="55622"/>
                </a:cubicBezTo>
                <a:cubicBezTo>
                  <a:pt x="24181" y="55742"/>
                  <a:pt x="26041" y="55802"/>
                  <a:pt x="28621" y="55802"/>
                </a:cubicBezTo>
                <a:lnTo>
                  <a:pt x="30961" y="55802"/>
                </a:lnTo>
                <a:lnTo>
                  <a:pt x="30961" y="59942"/>
                </a:lnTo>
                <a:lnTo>
                  <a:pt x="29971" y="59942"/>
                </a:lnTo>
                <a:cubicBezTo>
                  <a:pt x="28711" y="59762"/>
                  <a:pt x="23941" y="59672"/>
                  <a:pt x="15660" y="59672"/>
                </a:cubicBezTo>
                <a:cubicBezTo>
                  <a:pt x="7500" y="59672"/>
                  <a:pt x="2790" y="59762"/>
                  <a:pt x="1530" y="59942"/>
                </a:cubicBezTo>
                <a:lnTo>
                  <a:pt x="450" y="59942"/>
                </a:lnTo>
                <a:lnTo>
                  <a:pt x="450" y="55802"/>
                </a:lnTo>
                <a:lnTo>
                  <a:pt x="2790" y="55802"/>
                </a:lnTo>
                <a:cubicBezTo>
                  <a:pt x="4110" y="55802"/>
                  <a:pt x="5250" y="55802"/>
                  <a:pt x="6210" y="55802"/>
                </a:cubicBezTo>
                <a:cubicBezTo>
                  <a:pt x="7170" y="55802"/>
                  <a:pt x="7920" y="55772"/>
                  <a:pt x="8460" y="55712"/>
                </a:cubicBezTo>
                <a:cubicBezTo>
                  <a:pt x="9000" y="55652"/>
                  <a:pt x="9480" y="55562"/>
                  <a:pt x="9900" y="55442"/>
                </a:cubicBezTo>
                <a:cubicBezTo>
                  <a:pt x="10320" y="55322"/>
                  <a:pt x="10560" y="55262"/>
                  <a:pt x="10620" y="55262"/>
                </a:cubicBezTo>
                <a:cubicBezTo>
                  <a:pt x="10680" y="55262"/>
                  <a:pt x="10860" y="55112"/>
                  <a:pt x="11160" y="54812"/>
                </a:cubicBezTo>
                <a:cubicBezTo>
                  <a:pt x="11460" y="54512"/>
                  <a:pt x="11640" y="54392"/>
                  <a:pt x="11700" y="54452"/>
                </a:cubicBezTo>
                <a:lnTo>
                  <a:pt x="11700" y="79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" cap="flat">
            <a:solidFill>
              <a:srgbClr val="FFFFFF">
                <a:alpha val="1730"/>
              </a:srgbClr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6943B-8BDF-4129-B16B-6004976B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706" y="5541207"/>
            <a:ext cx="46643" cy="46546"/>
          </a:xfrm>
          <a:custGeom xmlns:a="http://schemas.openxmlformats.org/drawingml/2006/main">
            <a:pathLst>
              <a:path w="46643" h="46546">
                <a:moveTo>
                  <a:pt x="46643" y="44615"/>
                </a:moveTo>
                <a:cubicBezTo>
                  <a:pt x="46643" y="45903"/>
                  <a:pt x="45967" y="46546"/>
                  <a:pt x="44615" y="46546"/>
                </a:cubicBezTo>
                <a:cubicBezTo>
                  <a:pt x="44293" y="46546"/>
                  <a:pt x="43585" y="46031"/>
                  <a:pt x="42490" y="45001"/>
                </a:cubicBezTo>
                <a:cubicBezTo>
                  <a:pt x="41396" y="43971"/>
                  <a:pt x="38370" y="40978"/>
                  <a:pt x="33413" y="36020"/>
                </a:cubicBezTo>
                <a:lnTo>
                  <a:pt x="23370" y="25977"/>
                </a:lnTo>
                <a:lnTo>
                  <a:pt x="13230" y="36117"/>
                </a:lnTo>
                <a:cubicBezTo>
                  <a:pt x="6406" y="42812"/>
                  <a:pt x="2897" y="46225"/>
                  <a:pt x="2704" y="46353"/>
                </a:cubicBezTo>
                <a:cubicBezTo>
                  <a:pt x="2446" y="46482"/>
                  <a:pt x="2221" y="46546"/>
                  <a:pt x="2028" y="46546"/>
                </a:cubicBezTo>
                <a:cubicBezTo>
                  <a:pt x="1513" y="46546"/>
                  <a:pt x="1062" y="46353"/>
                  <a:pt x="676" y="45967"/>
                </a:cubicBezTo>
                <a:cubicBezTo>
                  <a:pt x="290" y="45581"/>
                  <a:pt x="64" y="45130"/>
                  <a:pt x="0" y="44615"/>
                </a:cubicBezTo>
                <a:cubicBezTo>
                  <a:pt x="0" y="44164"/>
                  <a:pt x="451" y="43456"/>
                  <a:pt x="1352" y="42490"/>
                </a:cubicBezTo>
                <a:cubicBezTo>
                  <a:pt x="2253" y="41525"/>
                  <a:pt x="5279" y="38467"/>
                  <a:pt x="10429" y="33316"/>
                </a:cubicBezTo>
                <a:lnTo>
                  <a:pt x="20473" y="23273"/>
                </a:lnTo>
                <a:lnTo>
                  <a:pt x="10429" y="13230"/>
                </a:lnTo>
                <a:cubicBezTo>
                  <a:pt x="5215" y="8015"/>
                  <a:pt x="2189" y="4957"/>
                  <a:pt x="1352" y="4056"/>
                </a:cubicBezTo>
                <a:cubicBezTo>
                  <a:pt x="515" y="3155"/>
                  <a:pt x="64" y="2446"/>
                  <a:pt x="0" y="1931"/>
                </a:cubicBezTo>
                <a:cubicBezTo>
                  <a:pt x="0" y="1352"/>
                  <a:pt x="193" y="901"/>
                  <a:pt x="579" y="579"/>
                </a:cubicBezTo>
                <a:cubicBezTo>
                  <a:pt x="966" y="258"/>
                  <a:pt x="1449" y="97"/>
                  <a:pt x="2028" y="97"/>
                </a:cubicBezTo>
                <a:cubicBezTo>
                  <a:pt x="2350" y="97"/>
                  <a:pt x="2575" y="129"/>
                  <a:pt x="2704" y="193"/>
                </a:cubicBezTo>
                <a:cubicBezTo>
                  <a:pt x="2897" y="322"/>
                  <a:pt x="6406" y="3734"/>
                  <a:pt x="13230" y="10429"/>
                </a:cubicBezTo>
                <a:lnTo>
                  <a:pt x="23370" y="20569"/>
                </a:lnTo>
                <a:lnTo>
                  <a:pt x="33413" y="10526"/>
                </a:lnTo>
                <a:cubicBezTo>
                  <a:pt x="38370" y="5569"/>
                  <a:pt x="41396" y="2575"/>
                  <a:pt x="42490" y="1545"/>
                </a:cubicBezTo>
                <a:cubicBezTo>
                  <a:pt x="43585" y="515"/>
                  <a:pt x="44293" y="0"/>
                  <a:pt x="44615" y="0"/>
                </a:cubicBezTo>
                <a:cubicBezTo>
                  <a:pt x="45967" y="0"/>
                  <a:pt x="46643" y="644"/>
                  <a:pt x="46643" y="1931"/>
                </a:cubicBezTo>
                <a:cubicBezTo>
                  <a:pt x="46643" y="2382"/>
                  <a:pt x="46321" y="2961"/>
                  <a:pt x="45677" y="3670"/>
                </a:cubicBezTo>
                <a:cubicBezTo>
                  <a:pt x="45033" y="4378"/>
                  <a:pt x="41879" y="7532"/>
                  <a:pt x="36213" y="13133"/>
                </a:cubicBezTo>
                <a:lnTo>
                  <a:pt x="26170" y="23273"/>
                </a:lnTo>
                <a:lnTo>
                  <a:pt x="36213" y="33413"/>
                </a:lnTo>
                <a:cubicBezTo>
                  <a:pt x="41621" y="38821"/>
                  <a:pt x="44712" y="41943"/>
                  <a:pt x="45484" y="42780"/>
                </a:cubicBezTo>
                <a:cubicBezTo>
                  <a:pt x="46257" y="43617"/>
                  <a:pt x="46643" y="44229"/>
                  <a:pt x="46643" y="446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964AC-1F67-40FA-8B15-7462F5C0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706" y="5541207"/>
            <a:ext cx="46643" cy="46546"/>
          </a:xfrm>
          <a:custGeom xmlns:a="http://schemas.openxmlformats.org/drawingml/2006/main">
            <a:pathLst>
              <a:path w="46643" h="46546" fill="none">
                <a:moveTo>
                  <a:pt x="46643" y="44615"/>
                </a:moveTo>
                <a:cubicBezTo>
                  <a:pt x="46643" y="45903"/>
                  <a:pt x="45967" y="46546"/>
                  <a:pt x="44615" y="46546"/>
                </a:cubicBezTo>
                <a:cubicBezTo>
                  <a:pt x="44293" y="46546"/>
                  <a:pt x="43585" y="46031"/>
                  <a:pt x="42490" y="45001"/>
                </a:cubicBezTo>
                <a:cubicBezTo>
                  <a:pt x="41396" y="43971"/>
                  <a:pt x="38370" y="40978"/>
                  <a:pt x="33413" y="36020"/>
                </a:cubicBezTo>
                <a:lnTo>
                  <a:pt x="23370" y="25977"/>
                </a:lnTo>
                <a:lnTo>
                  <a:pt x="13230" y="36117"/>
                </a:lnTo>
                <a:cubicBezTo>
                  <a:pt x="6406" y="42812"/>
                  <a:pt x="2897" y="46225"/>
                  <a:pt x="2704" y="46353"/>
                </a:cubicBezTo>
                <a:cubicBezTo>
                  <a:pt x="2446" y="46482"/>
                  <a:pt x="2221" y="46546"/>
                  <a:pt x="2028" y="46546"/>
                </a:cubicBezTo>
                <a:cubicBezTo>
                  <a:pt x="1513" y="46546"/>
                  <a:pt x="1062" y="46353"/>
                  <a:pt x="676" y="45967"/>
                </a:cubicBezTo>
                <a:cubicBezTo>
                  <a:pt x="290" y="45581"/>
                  <a:pt x="64" y="45130"/>
                  <a:pt x="0" y="44615"/>
                </a:cubicBezTo>
                <a:cubicBezTo>
                  <a:pt x="0" y="44164"/>
                  <a:pt x="451" y="43456"/>
                  <a:pt x="1352" y="42490"/>
                </a:cubicBezTo>
                <a:cubicBezTo>
                  <a:pt x="2253" y="41525"/>
                  <a:pt x="5279" y="38467"/>
                  <a:pt x="10429" y="33316"/>
                </a:cubicBezTo>
                <a:lnTo>
                  <a:pt x="20473" y="23273"/>
                </a:lnTo>
                <a:lnTo>
                  <a:pt x="10429" y="13230"/>
                </a:lnTo>
                <a:cubicBezTo>
                  <a:pt x="5215" y="8015"/>
                  <a:pt x="2189" y="4957"/>
                  <a:pt x="1352" y="4056"/>
                </a:cubicBezTo>
                <a:cubicBezTo>
                  <a:pt x="515" y="3155"/>
                  <a:pt x="64" y="2446"/>
                  <a:pt x="0" y="1931"/>
                </a:cubicBezTo>
                <a:cubicBezTo>
                  <a:pt x="0" y="1352"/>
                  <a:pt x="193" y="901"/>
                  <a:pt x="579" y="579"/>
                </a:cubicBezTo>
                <a:cubicBezTo>
                  <a:pt x="966" y="258"/>
                  <a:pt x="1449" y="97"/>
                  <a:pt x="2028" y="97"/>
                </a:cubicBezTo>
                <a:cubicBezTo>
                  <a:pt x="2350" y="97"/>
                  <a:pt x="2575" y="129"/>
                  <a:pt x="2704" y="193"/>
                </a:cubicBezTo>
                <a:cubicBezTo>
                  <a:pt x="2897" y="322"/>
                  <a:pt x="6406" y="3734"/>
                  <a:pt x="13230" y="10429"/>
                </a:cubicBezTo>
                <a:lnTo>
                  <a:pt x="23370" y="20569"/>
                </a:lnTo>
                <a:lnTo>
                  <a:pt x="33413" y="10526"/>
                </a:lnTo>
                <a:cubicBezTo>
                  <a:pt x="38370" y="5569"/>
                  <a:pt x="41396" y="2575"/>
                  <a:pt x="42490" y="1545"/>
                </a:cubicBezTo>
                <a:cubicBezTo>
                  <a:pt x="43585" y="515"/>
                  <a:pt x="44293" y="0"/>
                  <a:pt x="44615" y="0"/>
                </a:cubicBezTo>
                <a:cubicBezTo>
                  <a:pt x="45967" y="0"/>
                  <a:pt x="46643" y="644"/>
                  <a:pt x="46643" y="1931"/>
                </a:cubicBezTo>
                <a:cubicBezTo>
                  <a:pt x="46643" y="2382"/>
                  <a:pt x="46321" y="2961"/>
                  <a:pt x="45677" y="3670"/>
                </a:cubicBezTo>
                <a:cubicBezTo>
                  <a:pt x="45033" y="4378"/>
                  <a:pt x="41879" y="7532"/>
                  <a:pt x="36213" y="13133"/>
                </a:cubicBezTo>
                <a:lnTo>
                  <a:pt x="26170" y="23273"/>
                </a:lnTo>
                <a:lnTo>
                  <a:pt x="36213" y="33413"/>
                </a:lnTo>
                <a:cubicBezTo>
                  <a:pt x="41621" y="38821"/>
                  <a:pt x="44712" y="41943"/>
                  <a:pt x="45484" y="42780"/>
                </a:cubicBezTo>
                <a:cubicBezTo>
                  <a:pt x="46257" y="43617"/>
                  <a:pt x="46643" y="44229"/>
                  <a:pt x="46643" y="446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D6C49-E9C5-4875-BB0A-58A96A90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8" y="5521604"/>
            <a:ext cx="47319" cy="67985"/>
          </a:xfrm>
          <a:custGeom xmlns:a="http://schemas.openxmlformats.org/drawingml/2006/main">
            <a:pathLst>
              <a:path w="47319" h="67985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7CA99-4D20-42FD-86FD-D11E9379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8" y="5521604"/>
            <a:ext cx="47319" cy="67985"/>
          </a:xfrm>
          <a:custGeom xmlns:a="http://schemas.openxmlformats.org/drawingml/2006/main">
            <a:pathLst>
              <a:path w="47319" h="67985" fill="none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2A77F-2673-4741-A36F-9009A233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544" y="5554465"/>
            <a:ext cx="35911" cy="59942"/>
          </a:xfrm>
          <a:custGeom xmlns:a="http://schemas.openxmlformats.org/drawingml/2006/main">
            <a:pathLst>
              <a:path w="35911" h="59942">
                <a:moveTo>
                  <a:pt x="5310" y="21331"/>
                </a:moveTo>
                <a:cubicBezTo>
                  <a:pt x="3690" y="21331"/>
                  <a:pt x="2400" y="20791"/>
                  <a:pt x="1440" y="19711"/>
                </a:cubicBezTo>
                <a:cubicBezTo>
                  <a:pt x="480" y="18631"/>
                  <a:pt x="0" y="17310"/>
                  <a:pt x="0" y="15750"/>
                </a:cubicBezTo>
                <a:cubicBezTo>
                  <a:pt x="0" y="11490"/>
                  <a:pt x="1590" y="7800"/>
                  <a:pt x="4770" y="4680"/>
                </a:cubicBezTo>
                <a:cubicBezTo>
                  <a:pt x="7950" y="1560"/>
                  <a:pt x="11910" y="0"/>
                  <a:pt x="16650" y="0"/>
                </a:cubicBezTo>
                <a:cubicBezTo>
                  <a:pt x="22111" y="0"/>
                  <a:pt x="26671" y="1680"/>
                  <a:pt x="30331" y="5040"/>
                </a:cubicBezTo>
                <a:cubicBezTo>
                  <a:pt x="33991" y="8400"/>
                  <a:pt x="35851" y="12750"/>
                  <a:pt x="35911" y="18091"/>
                </a:cubicBezTo>
                <a:cubicBezTo>
                  <a:pt x="35911" y="20671"/>
                  <a:pt x="35311" y="23131"/>
                  <a:pt x="34111" y="25471"/>
                </a:cubicBezTo>
                <a:cubicBezTo>
                  <a:pt x="32911" y="27811"/>
                  <a:pt x="31471" y="29851"/>
                  <a:pt x="29791" y="31591"/>
                </a:cubicBezTo>
                <a:cubicBezTo>
                  <a:pt x="28111" y="33331"/>
                  <a:pt x="25711" y="35551"/>
                  <a:pt x="22591" y="38251"/>
                </a:cubicBezTo>
                <a:cubicBezTo>
                  <a:pt x="20431" y="40111"/>
                  <a:pt x="17431" y="42871"/>
                  <a:pt x="13590" y="46531"/>
                </a:cubicBezTo>
                <a:lnTo>
                  <a:pt x="8280" y="51571"/>
                </a:lnTo>
                <a:lnTo>
                  <a:pt x="15120" y="51661"/>
                </a:lnTo>
                <a:cubicBezTo>
                  <a:pt x="24541" y="51661"/>
                  <a:pt x="29551" y="51511"/>
                  <a:pt x="30151" y="51211"/>
                </a:cubicBezTo>
                <a:cubicBezTo>
                  <a:pt x="30571" y="51091"/>
                  <a:pt x="31291" y="48421"/>
                  <a:pt x="32311" y="43201"/>
                </a:cubicBezTo>
                <a:lnTo>
                  <a:pt x="32311" y="42931"/>
                </a:lnTo>
                <a:lnTo>
                  <a:pt x="35911" y="42931"/>
                </a:lnTo>
                <a:lnTo>
                  <a:pt x="35911" y="43201"/>
                </a:lnTo>
                <a:cubicBezTo>
                  <a:pt x="35851" y="43381"/>
                  <a:pt x="35461" y="46111"/>
                  <a:pt x="34741" y="51391"/>
                </a:cubicBezTo>
                <a:cubicBezTo>
                  <a:pt x="34021" y="56672"/>
                  <a:pt x="33571" y="59432"/>
                  <a:pt x="33391" y="59672"/>
                </a:cubicBezTo>
                <a:lnTo>
                  <a:pt x="33391" y="59942"/>
                </a:lnTo>
                <a:lnTo>
                  <a:pt x="0" y="59942"/>
                </a:lnTo>
                <a:lnTo>
                  <a:pt x="0" y="58232"/>
                </a:lnTo>
                <a:lnTo>
                  <a:pt x="0" y="57152"/>
                </a:lnTo>
                <a:cubicBezTo>
                  <a:pt x="0" y="56732"/>
                  <a:pt x="180" y="56282"/>
                  <a:pt x="540" y="55802"/>
                </a:cubicBezTo>
                <a:cubicBezTo>
                  <a:pt x="900" y="55322"/>
                  <a:pt x="1800" y="54272"/>
                  <a:pt x="3240" y="52652"/>
                </a:cubicBezTo>
                <a:cubicBezTo>
                  <a:pt x="4980" y="50731"/>
                  <a:pt x="6480" y="49051"/>
                  <a:pt x="7740" y="47611"/>
                </a:cubicBezTo>
                <a:cubicBezTo>
                  <a:pt x="8280" y="47011"/>
                  <a:pt x="9300" y="45901"/>
                  <a:pt x="10800" y="44281"/>
                </a:cubicBezTo>
                <a:cubicBezTo>
                  <a:pt x="12300" y="42661"/>
                  <a:pt x="13320" y="41551"/>
                  <a:pt x="13860" y="40951"/>
                </a:cubicBezTo>
                <a:cubicBezTo>
                  <a:pt x="14400" y="40351"/>
                  <a:pt x="15270" y="39361"/>
                  <a:pt x="16470" y="37981"/>
                </a:cubicBezTo>
                <a:cubicBezTo>
                  <a:pt x="17671" y="36601"/>
                  <a:pt x="18511" y="35581"/>
                  <a:pt x="18991" y="34921"/>
                </a:cubicBezTo>
                <a:cubicBezTo>
                  <a:pt x="19471" y="34261"/>
                  <a:pt x="20161" y="33361"/>
                  <a:pt x="21061" y="32221"/>
                </a:cubicBezTo>
                <a:cubicBezTo>
                  <a:pt x="21961" y="31081"/>
                  <a:pt x="22591" y="30121"/>
                  <a:pt x="22951" y="29341"/>
                </a:cubicBezTo>
                <a:cubicBezTo>
                  <a:pt x="23311" y="28561"/>
                  <a:pt x="23761" y="27691"/>
                  <a:pt x="24301" y="26731"/>
                </a:cubicBezTo>
                <a:cubicBezTo>
                  <a:pt x="24841" y="25771"/>
                  <a:pt x="25231" y="24811"/>
                  <a:pt x="25471" y="23851"/>
                </a:cubicBezTo>
                <a:cubicBezTo>
                  <a:pt x="25711" y="22891"/>
                  <a:pt x="25921" y="21991"/>
                  <a:pt x="26101" y="21151"/>
                </a:cubicBezTo>
                <a:cubicBezTo>
                  <a:pt x="26281" y="20311"/>
                  <a:pt x="26371" y="19321"/>
                  <a:pt x="26371" y="18181"/>
                </a:cubicBezTo>
                <a:cubicBezTo>
                  <a:pt x="26371" y="14400"/>
                  <a:pt x="25351" y="11130"/>
                  <a:pt x="23311" y="8370"/>
                </a:cubicBezTo>
                <a:cubicBezTo>
                  <a:pt x="21271" y="5610"/>
                  <a:pt x="18361" y="4230"/>
                  <a:pt x="14580" y="4230"/>
                </a:cubicBezTo>
                <a:cubicBezTo>
                  <a:pt x="12600" y="4230"/>
                  <a:pt x="10860" y="4740"/>
                  <a:pt x="9360" y="5760"/>
                </a:cubicBezTo>
                <a:cubicBezTo>
                  <a:pt x="7860" y="6780"/>
                  <a:pt x="6810" y="7770"/>
                  <a:pt x="6210" y="8730"/>
                </a:cubicBezTo>
                <a:cubicBezTo>
                  <a:pt x="5610" y="9690"/>
                  <a:pt x="5310" y="10260"/>
                  <a:pt x="5310" y="10440"/>
                </a:cubicBezTo>
                <a:cubicBezTo>
                  <a:pt x="5310" y="10500"/>
                  <a:pt x="5460" y="10530"/>
                  <a:pt x="5760" y="10530"/>
                </a:cubicBezTo>
                <a:cubicBezTo>
                  <a:pt x="6840" y="10530"/>
                  <a:pt x="7950" y="10950"/>
                  <a:pt x="9090" y="11790"/>
                </a:cubicBezTo>
                <a:cubicBezTo>
                  <a:pt x="10230" y="12630"/>
                  <a:pt x="10800" y="14010"/>
                  <a:pt x="10800" y="15930"/>
                </a:cubicBezTo>
                <a:cubicBezTo>
                  <a:pt x="10800" y="17430"/>
                  <a:pt x="10320" y="18691"/>
                  <a:pt x="9360" y="19711"/>
                </a:cubicBezTo>
                <a:cubicBezTo>
                  <a:pt x="8400" y="20731"/>
                  <a:pt x="7050" y="21271"/>
                  <a:pt x="5310" y="213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AEDB6-E37D-4121-AE5E-41576A3C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544" y="5554465"/>
            <a:ext cx="35911" cy="59942"/>
          </a:xfrm>
          <a:custGeom xmlns:a="http://schemas.openxmlformats.org/drawingml/2006/main">
            <a:pathLst>
              <a:path w="35911" h="59942" fill="none">
                <a:moveTo>
                  <a:pt x="5310" y="21331"/>
                </a:moveTo>
                <a:cubicBezTo>
                  <a:pt x="3690" y="21331"/>
                  <a:pt x="2400" y="20791"/>
                  <a:pt x="1440" y="19711"/>
                </a:cubicBezTo>
                <a:cubicBezTo>
                  <a:pt x="480" y="18631"/>
                  <a:pt x="0" y="17310"/>
                  <a:pt x="0" y="15750"/>
                </a:cubicBezTo>
                <a:cubicBezTo>
                  <a:pt x="0" y="11490"/>
                  <a:pt x="1590" y="7800"/>
                  <a:pt x="4770" y="4680"/>
                </a:cubicBezTo>
                <a:cubicBezTo>
                  <a:pt x="7950" y="1560"/>
                  <a:pt x="11910" y="0"/>
                  <a:pt x="16650" y="0"/>
                </a:cubicBezTo>
                <a:cubicBezTo>
                  <a:pt x="22111" y="0"/>
                  <a:pt x="26671" y="1680"/>
                  <a:pt x="30331" y="5040"/>
                </a:cubicBezTo>
                <a:cubicBezTo>
                  <a:pt x="33991" y="8400"/>
                  <a:pt x="35851" y="12750"/>
                  <a:pt x="35911" y="18091"/>
                </a:cubicBezTo>
                <a:cubicBezTo>
                  <a:pt x="35911" y="20671"/>
                  <a:pt x="35311" y="23131"/>
                  <a:pt x="34111" y="25471"/>
                </a:cubicBezTo>
                <a:cubicBezTo>
                  <a:pt x="32911" y="27811"/>
                  <a:pt x="31471" y="29851"/>
                  <a:pt x="29791" y="31591"/>
                </a:cubicBezTo>
                <a:cubicBezTo>
                  <a:pt x="28111" y="33331"/>
                  <a:pt x="25711" y="35551"/>
                  <a:pt x="22591" y="38251"/>
                </a:cubicBezTo>
                <a:cubicBezTo>
                  <a:pt x="20431" y="40111"/>
                  <a:pt x="17431" y="42871"/>
                  <a:pt x="13590" y="46531"/>
                </a:cubicBezTo>
                <a:lnTo>
                  <a:pt x="8280" y="51571"/>
                </a:lnTo>
                <a:lnTo>
                  <a:pt x="15120" y="51661"/>
                </a:lnTo>
                <a:cubicBezTo>
                  <a:pt x="24541" y="51661"/>
                  <a:pt x="29551" y="51511"/>
                  <a:pt x="30151" y="51211"/>
                </a:cubicBezTo>
                <a:cubicBezTo>
                  <a:pt x="30571" y="51091"/>
                  <a:pt x="31291" y="48421"/>
                  <a:pt x="32311" y="43201"/>
                </a:cubicBezTo>
                <a:lnTo>
                  <a:pt x="32311" y="42931"/>
                </a:lnTo>
                <a:lnTo>
                  <a:pt x="35911" y="42931"/>
                </a:lnTo>
                <a:lnTo>
                  <a:pt x="35911" y="43201"/>
                </a:lnTo>
                <a:cubicBezTo>
                  <a:pt x="35851" y="43381"/>
                  <a:pt x="35461" y="46111"/>
                  <a:pt x="34741" y="51391"/>
                </a:cubicBezTo>
                <a:cubicBezTo>
                  <a:pt x="34021" y="56672"/>
                  <a:pt x="33571" y="59432"/>
                  <a:pt x="33391" y="59672"/>
                </a:cubicBezTo>
                <a:lnTo>
                  <a:pt x="33391" y="59942"/>
                </a:lnTo>
                <a:lnTo>
                  <a:pt x="0" y="59942"/>
                </a:lnTo>
                <a:lnTo>
                  <a:pt x="0" y="58232"/>
                </a:lnTo>
                <a:lnTo>
                  <a:pt x="0" y="57152"/>
                </a:lnTo>
                <a:cubicBezTo>
                  <a:pt x="0" y="56732"/>
                  <a:pt x="180" y="56282"/>
                  <a:pt x="540" y="55802"/>
                </a:cubicBezTo>
                <a:cubicBezTo>
                  <a:pt x="900" y="55322"/>
                  <a:pt x="1800" y="54272"/>
                  <a:pt x="3240" y="52652"/>
                </a:cubicBezTo>
                <a:cubicBezTo>
                  <a:pt x="4980" y="50731"/>
                  <a:pt x="6480" y="49051"/>
                  <a:pt x="7740" y="47611"/>
                </a:cubicBezTo>
                <a:cubicBezTo>
                  <a:pt x="8280" y="47011"/>
                  <a:pt x="9300" y="45901"/>
                  <a:pt x="10800" y="44281"/>
                </a:cubicBezTo>
                <a:cubicBezTo>
                  <a:pt x="12300" y="42661"/>
                  <a:pt x="13320" y="41551"/>
                  <a:pt x="13860" y="40951"/>
                </a:cubicBezTo>
                <a:cubicBezTo>
                  <a:pt x="14400" y="40351"/>
                  <a:pt x="15270" y="39361"/>
                  <a:pt x="16470" y="37981"/>
                </a:cubicBezTo>
                <a:cubicBezTo>
                  <a:pt x="17671" y="36601"/>
                  <a:pt x="18511" y="35581"/>
                  <a:pt x="18991" y="34921"/>
                </a:cubicBezTo>
                <a:cubicBezTo>
                  <a:pt x="19471" y="34261"/>
                  <a:pt x="20161" y="33361"/>
                  <a:pt x="21061" y="32221"/>
                </a:cubicBezTo>
                <a:cubicBezTo>
                  <a:pt x="21961" y="31081"/>
                  <a:pt x="22591" y="30121"/>
                  <a:pt x="22951" y="29341"/>
                </a:cubicBezTo>
                <a:cubicBezTo>
                  <a:pt x="23311" y="28561"/>
                  <a:pt x="23761" y="27691"/>
                  <a:pt x="24301" y="26731"/>
                </a:cubicBezTo>
                <a:cubicBezTo>
                  <a:pt x="24841" y="25771"/>
                  <a:pt x="25231" y="24811"/>
                  <a:pt x="25471" y="23851"/>
                </a:cubicBezTo>
                <a:cubicBezTo>
                  <a:pt x="25711" y="22891"/>
                  <a:pt x="25921" y="21991"/>
                  <a:pt x="26101" y="21151"/>
                </a:cubicBezTo>
                <a:cubicBezTo>
                  <a:pt x="26281" y="20311"/>
                  <a:pt x="26371" y="19321"/>
                  <a:pt x="26371" y="18181"/>
                </a:cubicBezTo>
                <a:cubicBezTo>
                  <a:pt x="26371" y="14400"/>
                  <a:pt x="25351" y="11130"/>
                  <a:pt x="23311" y="8370"/>
                </a:cubicBezTo>
                <a:cubicBezTo>
                  <a:pt x="21271" y="5610"/>
                  <a:pt x="18361" y="4230"/>
                  <a:pt x="14580" y="4230"/>
                </a:cubicBezTo>
                <a:cubicBezTo>
                  <a:pt x="12600" y="4230"/>
                  <a:pt x="10860" y="4740"/>
                  <a:pt x="9360" y="5760"/>
                </a:cubicBezTo>
                <a:cubicBezTo>
                  <a:pt x="7860" y="6780"/>
                  <a:pt x="6810" y="7770"/>
                  <a:pt x="6210" y="8730"/>
                </a:cubicBezTo>
                <a:cubicBezTo>
                  <a:pt x="5610" y="9690"/>
                  <a:pt x="5310" y="10260"/>
                  <a:pt x="5310" y="10440"/>
                </a:cubicBezTo>
                <a:cubicBezTo>
                  <a:pt x="5310" y="10500"/>
                  <a:pt x="5460" y="10530"/>
                  <a:pt x="5760" y="10530"/>
                </a:cubicBezTo>
                <a:cubicBezTo>
                  <a:pt x="6840" y="10530"/>
                  <a:pt x="7950" y="10950"/>
                  <a:pt x="9090" y="11790"/>
                </a:cubicBezTo>
                <a:cubicBezTo>
                  <a:pt x="10230" y="12630"/>
                  <a:pt x="10800" y="14010"/>
                  <a:pt x="10800" y="15930"/>
                </a:cubicBezTo>
                <a:cubicBezTo>
                  <a:pt x="10800" y="17430"/>
                  <a:pt x="10320" y="18691"/>
                  <a:pt x="9360" y="19711"/>
                </a:cubicBezTo>
                <a:cubicBezTo>
                  <a:pt x="8400" y="20731"/>
                  <a:pt x="7050" y="21271"/>
                  <a:pt x="5310" y="21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" cap="flat">
            <a:solidFill>
              <a:srgbClr val="FFFFFF">
                <a:alpha val="1730"/>
              </a:srgbClr>
            </a:solidFill>
            <a:miter/>
          </a:ln>
        </p:spPr>
      </p:sp>
      <p:sp>
        <p:nvSpPr>
          <p:cNvPr id="92" name="Text PretrainedWeights">
            <a:extLst xmlns:a="http://schemas.openxmlformats.org/drawingml/2006/main">
              <a:ext uri="{FF2B5EF4-FFF2-40B4-BE49-F238E27FC236}">
                <a16:creationId xmlns:a16="http://schemas.microsoft.com/office/drawing/2014/main" id="{88AC2398-D17C-422A-BAA7-C149B1E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95" y="5123951"/>
            <a:ext cx="1018650" cy="122921"/>
          </a:xfrm>
          <a:custGeom xmlns:a="http://schemas.openxmlformats.org/drawingml/2006/main">
            <a:pathLst>
              <a:path w="1018650" h="122921">
                <a:moveTo>
                  <a:pt x="25455" y="51833"/>
                </a:moveTo>
                <a:lnTo>
                  <a:pt x="25455" y="77924"/>
                </a:lnTo>
                <a:cubicBezTo>
                  <a:pt x="25455" y="83561"/>
                  <a:pt x="26070" y="87062"/>
                  <a:pt x="27301" y="88428"/>
                </a:cubicBezTo>
                <a:cubicBezTo>
                  <a:pt x="28972" y="90365"/>
                  <a:pt x="31500" y="91334"/>
                  <a:pt x="34885" y="91334"/>
                </a:cubicBezTo>
                <a:lnTo>
                  <a:pt x="38314" y="91334"/>
                </a:lnTo>
                <a:lnTo>
                  <a:pt x="38314" y="93774"/>
                </a:lnTo>
                <a:lnTo>
                  <a:pt x="0" y="93774"/>
                </a:lnTo>
                <a:lnTo>
                  <a:pt x="0" y="91334"/>
                </a:lnTo>
                <a:lnTo>
                  <a:pt x="3363" y="91334"/>
                </a:lnTo>
                <a:cubicBezTo>
                  <a:pt x="7144" y="91334"/>
                  <a:pt x="9848" y="90103"/>
                  <a:pt x="11474" y="87641"/>
                </a:cubicBezTo>
                <a:cubicBezTo>
                  <a:pt x="12354" y="86278"/>
                  <a:pt x="12793" y="83047"/>
                  <a:pt x="12793" y="77947"/>
                </a:cubicBezTo>
                <a:lnTo>
                  <a:pt x="12793" y="20179"/>
                </a:lnTo>
                <a:cubicBezTo>
                  <a:pt x="12793" y="14552"/>
                  <a:pt x="12200" y="11057"/>
                  <a:pt x="11013" y="9694"/>
                </a:cubicBezTo>
                <a:cubicBezTo>
                  <a:pt x="9298" y="7760"/>
                  <a:pt x="6748" y="6792"/>
                  <a:pt x="3363" y="6792"/>
                </a:cubicBezTo>
                <a:lnTo>
                  <a:pt x="0" y="6792"/>
                </a:lnTo>
                <a:lnTo>
                  <a:pt x="0" y="4352"/>
                </a:lnTo>
                <a:lnTo>
                  <a:pt x="32775" y="4352"/>
                </a:lnTo>
                <a:cubicBezTo>
                  <a:pt x="40776" y="4352"/>
                  <a:pt x="47085" y="5176"/>
                  <a:pt x="51701" y="6823"/>
                </a:cubicBezTo>
                <a:cubicBezTo>
                  <a:pt x="56317" y="8469"/>
                  <a:pt x="60208" y="11246"/>
                  <a:pt x="63373" y="15153"/>
                </a:cubicBezTo>
                <a:cubicBezTo>
                  <a:pt x="66538" y="19060"/>
                  <a:pt x="68121" y="23692"/>
                  <a:pt x="68121" y="29049"/>
                </a:cubicBezTo>
                <a:cubicBezTo>
                  <a:pt x="68121" y="36337"/>
                  <a:pt x="65714" y="42264"/>
                  <a:pt x="60900" y="46831"/>
                </a:cubicBezTo>
                <a:cubicBezTo>
                  <a:pt x="56086" y="51396"/>
                  <a:pt x="49283" y="53679"/>
                  <a:pt x="40490" y="53679"/>
                </a:cubicBezTo>
                <a:cubicBezTo>
                  <a:pt x="38336" y="53679"/>
                  <a:pt x="36006" y="53525"/>
                  <a:pt x="33500" y="53218"/>
                </a:cubicBezTo>
                <a:cubicBezTo>
                  <a:pt x="30994" y="52910"/>
                  <a:pt x="28312" y="52448"/>
                  <a:pt x="25455" y="51833"/>
                </a:cubicBezTo>
                <a:moveTo>
                  <a:pt x="25455" y="48008"/>
                </a:moveTo>
                <a:cubicBezTo>
                  <a:pt x="27785" y="48447"/>
                  <a:pt x="29851" y="48777"/>
                  <a:pt x="31654" y="48997"/>
                </a:cubicBezTo>
                <a:cubicBezTo>
                  <a:pt x="33456" y="49217"/>
                  <a:pt x="34995" y="49327"/>
                  <a:pt x="36270" y="49327"/>
                </a:cubicBezTo>
                <a:cubicBezTo>
                  <a:pt x="40842" y="49327"/>
                  <a:pt x="44788" y="47557"/>
                  <a:pt x="48107" y="44018"/>
                </a:cubicBezTo>
                <a:cubicBezTo>
                  <a:pt x="51426" y="40479"/>
                  <a:pt x="53086" y="35896"/>
                  <a:pt x="53086" y="30269"/>
                </a:cubicBezTo>
                <a:cubicBezTo>
                  <a:pt x="53086" y="26400"/>
                  <a:pt x="52294" y="22806"/>
                  <a:pt x="50712" y="19487"/>
                </a:cubicBezTo>
                <a:cubicBezTo>
                  <a:pt x="49129" y="16167"/>
                  <a:pt x="46887" y="13684"/>
                  <a:pt x="43985" y="12035"/>
                </a:cubicBezTo>
                <a:cubicBezTo>
                  <a:pt x="41084" y="10386"/>
                  <a:pt x="37786" y="9562"/>
                  <a:pt x="34093" y="9562"/>
                </a:cubicBezTo>
                <a:cubicBezTo>
                  <a:pt x="31851" y="9562"/>
                  <a:pt x="28972" y="9980"/>
                  <a:pt x="25455" y="10815"/>
                </a:cubicBezTo>
                <a:lnTo>
                  <a:pt x="25455" y="48008"/>
                </a:lnTo>
                <a:close/>
                <a:moveTo>
                  <a:pt x="94742" y="31654"/>
                </a:moveTo>
                <a:lnTo>
                  <a:pt x="94742" y="45238"/>
                </a:lnTo>
                <a:cubicBezTo>
                  <a:pt x="99798" y="36182"/>
                  <a:pt x="104985" y="31654"/>
                  <a:pt x="110305" y="31654"/>
                </a:cubicBezTo>
                <a:cubicBezTo>
                  <a:pt x="112723" y="31654"/>
                  <a:pt x="114723" y="32390"/>
                  <a:pt x="116306" y="33863"/>
                </a:cubicBezTo>
                <a:cubicBezTo>
                  <a:pt x="117889" y="35335"/>
                  <a:pt x="118680" y="37039"/>
                  <a:pt x="118680" y="38973"/>
                </a:cubicBezTo>
                <a:cubicBezTo>
                  <a:pt x="118680" y="40688"/>
                  <a:pt x="118108" y="42139"/>
                  <a:pt x="116965" y="43326"/>
                </a:cubicBezTo>
                <a:cubicBezTo>
                  <a:pt x="115822" y="44513"/>
                  <a:pt x="114460" y="45106"/>
                  <a:pt x="112877" y="45106"/>
                </a:cubicBezTo>
                <a:cubicBezTo>
                  <a:pt x="111338" y="45106"/>
                  <a:pt x="109613" y="44348"/>
                  <a:pt x="107700" y="42831"/>
                </a:cubicBezTo>
                <a:cubicBezTo>
                  <a:pt x="105788" y="41314"/>
                  <a:pt x="104370" y="40556"/>
                  <a:pt x="103447" y="40556"/>
                </a:cubicBezTo>
                <a:cubicBezTo>
                  <a:pt x="102655" y="40556"/>
                  <a:pt x="101798" y="40994"/>
                  <a:pt x="100875" y="41871"/>
                </a:cubicBezTo>
                <a:cubicBezTo>
                  <a:pt x="98897" y="43669"/>
                  <a:pt x="96852" y="46629"/>
                  <a:pt x="94742" y="50751"/>
                </a:cubicBezTo>
                <a:lnTo>
                  <a:pt x="94742" y="79626"/>
                </a:lnTo>
                <a:cubicBezTo>
                  <a:pt x="94742" y="82958"/>
                  <a:pt x="95160" y="85479"/>
                  <a:pt x="95995" y="87189"/>
                </a:cubicBezTo>
                <a:cubicBezTo>
                  <a:pt x="96566" y="88374"/>
                  <a:pt x="97578" y="89361"/>
                  <a:pt x="99028" y="90151"/>
                </a:cubicBezTo>
                <a:cubicBezTo>
                  <a:pt x="100479" y="90939"/>
                  <a:pt x="102567" y="91334"/>
                  <a:pt x="105293" y="91334"/>
                </a:cubicBezTo>
                <a:lnTo>
                  <a:pt x="105293" y="93774"/>
                </a:lnTo>
                <a:lnTo>
                  <a:pt x="74365" y="93774"/>
                </a:lnTo>
                <a:lnTo>
                  <a:pt x="74365" y="91334"/>
                </a:lnTo>
                <a:cubicBezTo>
                  <a:pt x="77442" y="91334"/>
                  <a:pt x="79729" y="90851"/>
                  <a:pt x="81223" y="89887"/>
                </a:cubicBezTo>
                <a:cubicBezTo>
                  <a:pt x="82322" y="89185"/>
                  <a:pt x="83092" y="88066"/>
                  <a:pt x="83531" y="86530"/>
                </a:cubicBezTo>
                <a:cubicBezTo>
                  <a:pt x="83751" y="85784"/>
                  <a:pt x="83861" y="83657"/>
                  <a:pt x="83861" y="80148"/>
                </a:cubicBezTo>
                <a:lnTo>
                  <a:pt x="83861" y="56789"/>
                </a:lnTo>
                <a:cubicBezTo>
                  <a:pt x="83861" y="49770"/>
                  <a:pt x="83718" y="45592"/>
                  <a:pt x="83432" y="44255"/>
                </a:cubicBezTo>
                <a:cubicBezTo>
                  <a:pt x="83147" y="42917"/>
                  <a:pt x="82619" y="41941"/>
                  <a:pt x="81850" y="41327"/>
                </a:cubicBezTo>
                <a:cubicBezTo>
                  <a:pt x="81080" y="40713"/>
                  <a:pt x="80124" y="40406"/>
                  <a:pt x="78981" y="40406"/>
                </a:cubicBezTo>
                <a:cubicBezTo>
                  <a:pt x="77618" y="40406"/>
                  <a:pt x="76080" y="40735"/>
                  <a:pt x="74365" y="41393"/>
                </a:cubicBezTo>
                <a:lnTo>
                  <a:pt x="73706" y="39023"/>
                </a:lnTo>
                <a:lnTo>
                  <a:pt x="91972" y="31654"/>
                </a:lnTo>
                <a:lnTo>
                  <a:pt x="94742" y="31654"/>
                </a:lnTo>
                <a:close/>
                <a:moveTo>
                  <a:pt x="132198" y="56185"/>
                </a:moveTo>
                <a:cubicBezTo>
                  <a:pt x="132154" y="65133"/>
                  <a:pt x="134330" y="72151"/>
                  <a:pt x="138726" y="77240"/>
                </a:cubicBezTo>
                <a:cubicBezTo>
                  <a:pt x="143122" y="82327"/>
                  <a:pt x="148288" y="84871"/>
                  <a:pt x="154223" y="84871"/>
                </a:cubicBezTo>
                <a:cubicBezTo>
                  <a:pt x="158180" y="84871"/>
                  <a:pt x="161620" y="83783"/>
                  <a:pt x="164544" y="81607"/>
                </a:cubicBezTo>
                <a:cubicBezTo>
                  <a:pt x="167467" y="79431"/>
                  <a:pt x="169918" y="75705"/>
                  <a:pt x="171896" y="70429"/>
                </a:cubicBezTo>
                <a:lnTo>
                  <a:pt x="173941" y="71748"/>
                </a:lnTo>
                <a:cubicBezTo>
                  <a:pt x="173017" y="77771"/>
                  <a:pt x="170336" y="83255"/>
                  <a:pt x="165895" y="88201"/>
                </a:cubicBezTo>
                <a:cubicBezTo>
                  <a:pt x="161455" y="93147"/>
                  <a:pt x="155894" y="95620"/>
                  <a:pt x="149211" y="95620"/>
                </a:cubicBezTo>
                <a:cubicBezTo>
                  <a:pt x="141957" y="95620"/>
                  <a:pt x="135748" y="92802"/>
                  <a:pt x="130582" y="87165"/>
                </a:cubicBezTo>
                <a:cubicBezTo>
                  <a:pt x="125416" y="81526"/>
                  <a:pt x="122833" y="73947"/>
                  <a:pt x="122833" y="64426"/>
                </a:cubicBezTo>
                <a:cubicBezTo>
                  <a:pt x="122833" y="54117"/>
                  <a:pt x="125482" y="46078"/>
                  <a:pt x="130780" y="40309"/>
                </a:cubicBezTo>
                <a:cubicBezTo>
                  <a:pt x="136077" y="34539"/>
                  <a:pt x="142727" y="31654"/>
                  <a:pt x="150728" y="31654"/>
                </a:cubicBezTo>
                <a:cubicBezTo>
                  <a:pt x="157498" y="31654"/>
                  <a:pt x="163060" y="33879"/>
                  <a:pt x="167412" y="38330"/>
                </a:cubicBezTo>
                <a:cubicBezTo>
                  <a:pt x="171765" y="42780"/>
                  <a:pt x="173941" y="48732"/>
                  <a:pt x="173941" y="56185"/>
                </a:cubicBezTo>
                <a:lnTo>
                  <a:pt x="132198" y="56185"/>
                </a:lnTo>
                <a:moveTo>
                  <a:pt x="132198" y="52360"/>
                </a:moveTo>
                <a:lnTo>
                  <a:pt x="160158" y="52360"/>
                </a:lnTo>
                <a:cubicBezTo>
                  <a:pt x="159938" y="48491"/>
                  <a:pt x="159477" y="45766"/>
                  <a:pt x="158773" y="44183"/>
                </a:cubicBezTo>
                <a:cubicBezTo>
                  <a:pt x="157674" y="41721"/>
                  <a:pt x="156037" y="39787"/>
                  <a:pt x="153860" y="38380"/>
                </a:cubicBezTo>
                <a:cubicBezTo>
                  <a:pt x="151684" y="36973"/>
                  <a:pt x="149409" y="36270"/>
                  <a:pt x="147035" y="36270"/>
                </a:cubicBezTo>
                <a:cubicBezTo>
                  <a:pt x="143386" y="36270"/>
                  <a:pt x="140122" y="37687"/>
                  <a:pt x="137242" y="40523"/>
                </a:cubicBezTo>
                <a:cubicBezTo>
                  <a:pt x="134363" y="43359"/>
                  <a:pt x="132681" y="47304"/>
                  <a:pt x="132198" y="52360"/>
                </a:cubicBezTo>
                <a:close/>
                <a:moveTo>
                  <a:pt x="199548" y="13453"/>
                </a:moveTo>
                <a:lnTo>
                  <a:pt x="199548" y="33368"/>
                </a:lnTo>
                <a:lnTo>
                  <a:pt x="213660" y="33368"/>
                </a:lnTo>
                <a:lnTo>
                  <a:pt x="213660" y="37984"/>
                </a:lnTo>
                <a:lnTo>
                  <a:pt x="199548" y="37984"/>
                </a:lnTo>
                <a:lnTo>
                  <a:pt x="199548" y="77102"/>
                </a:lnTo>
                <a:cubicBezTo>
                  <a:pt x="199548" y="81011"/>
                  <a:pt x="200108" y="83646"/>
                  <a:pt x="201230" y="85007"/>
                </a:cubicBezTo>
                <a:cubicBezTo>
                  <a:pt x="202351" y="86367"/>
                  <a:pt x="203790" y="87047"/>
                  <a:pt x="205549" y="87047"/>
                </a:cubicBezTo>
                <a:cubicBezTo>
                  <a:pt x="207000" y="87047"/>
                  <a:pt x="208407" y="86597"/>
                  <a:pt x="209769" y="85695"/>
                </a:cubicBezTo>
                <a:cubicBezTo>
                  <a:pt x="211132" y="84794"/>
                  <a:pt x="212187" y="83464"/>
                  <a:pt x="212935" y="81706"/>
                </a:cubicBezTo>
                <a:lnTo>
                  <a:pt x="215507" y="81706"/>
                </a:lnTo>
                <a:cubicBezTo>
                  <a:pt x="213968" y="86026"/>
                  <a:pt x="211792" y="89294"/>
                  <a:pt x="208978" y="91509"/>
                </a:cubicBezTo>
                <a:cubicBezTo>
                  <a:pt x="206164" y="93722"/>
                  <a:pt x="203263" y="94829"/>
                  <a:pt x="200273" y="94829"/>
                </a:cubicBezTo>
                <a:cubicBezTo>
                  <a:pt x="198251" y="94829"/>
                  <a:pt x="196273" y="94267"/>
                  <a:pt x="194338" y="93145"/>
                </a:cubicBezTo>
                <a:cubicBezTo>
                  <a:pt x="192404" y="92023"/>
                  <a:pt x="190975" y="90417"/>
                  <a:pt x="190052" y="88327"/>
                </a:cubicBezTo>
                <a:cubicBezTo>
                  <a:pt x="189129" y="86236"/>
                  <a:pt x="188667" y="83012"/>
                  <a:pt x="188667" y="78654"/>
                </a:cubicBezTo>
                <a:lnTo>
                  <a:pt x="188667" y="37984"/>
                </a:lnTo>
                <a:lnTo>
                  <a:pt x="179105" y="37984"/>
                </a:lnTo>
                <a:lnTo>
                  <a:pt x="179105" y="35808"/>
                </a:lnTo>
                <a:cubicBezTo>
                  <a:pt x="181523" y="34838"/>
                  <a:pt x="183996" y="33196"/>
                  <a:pt x="186524" y="30881"/>
                </a:cubicBezTo>
                <a:cubicBezTo>
                  <a:pt x="189052" y="28566"/>
                  <a:pt x="191305" y="25821"/>
                  <a:pt x="193283" y="22646"/>
                </a:cubicBezTo>
                <a:cubicBezTo>
                  <a:pt x="194294" y="20971"/>
                  <a:pt x="195701" y="17907"/>
                  <a:pt x="197504" y="13453"/>
                </a:cubicBezTo>
                <a:lnTo>
                  <a:pt x="199548" y="13453"/>
                </a:lnTo>
                <a:close/>
                <a:moveTo>
                  <a:pt x="237225" y="31654"/>
                </a:moveTo>
                <a:lnTo>
                  <a:pt x="237225" y="45238"/>
                </a:lnTo>
                <a:cubicBezTo>
                  <a:pt x="242281" y="36182"/>
                  <a:pt x="247468" y="31654"/>
                  <a:pt x="252788" y="31654"/>
                </a:cubicBezTo>
                <a:cubicBezTo>
                  <a:pt x="255206" y="31654"/>
                  <a:pt x="257206" y="32390"/>
                  <a:pt x="258789" y="33863"/>
                </a:cubicBezTo>
                <a:cubicBezTo>
                  <a:pt x="260372" y="35335"/>
                  <a:pt x="261163" y="37039"/>
                  <a:pt x="261163" y="38973"/>
                </a:cubicBezTo>
                <a:cubicBezTo>
                  <a:pt x="261163" y="40688"/>
                  <a:pt x="260592" y="42139"/>
                  <a:pt x="259448" y="43326"/>
                </a:cubicBezTo>
                <a:cubicBezTo>
                  <a:pt x="258305" y="44513"/>
                  <a:pt x="256943" y="45106"/>
                  <a:pt x="255360" y="45106"/>
                </a:cubicBezTo>
                <a:cubicBezTo>
                  <a:pt x="253821" y="45106"/>
                  <a:pt x="252096" y="44348"/>
                  <a:pt x="250183" y="42831"/>
                </a:cubicBezTo>
                <a:cubicBezTo>
                  <a:pt x="248271" y="41314"/>
                  <a:pt x="246853" y="40556"/>
                  <a:pt x="245930" y="40556"/>
                </a:cubicBezTo>
                <a:cubicBezTo>
                  <a:pt x="245138" y="40556"/>
                  <a:pt x="244281" y="40994"/>
                  <a:pt x="243358" y="41871"/>
                </a:cubicBezTo>
                <a:cubicBezTo>
                  <a:pt x="241380" y="43669"/>
                  <a:pt x="239335" y="46629"/>
                  <a:pt x="237225" y="50751"/>
                </a:cubicBezTo>
                <a:lnTo>
                  <a:pt x="237225" y="79626"/>
                </a:lnTo>
                <a:cubicBezTo>
                  <a:pt x="237225" y="82958"/>
                  <a:pt x="237643" y="85479"/>
                  <a:pt x="238478" y="87189"/>
                </a:cubicBezTo>
                <a:cubicBezTo>
                  <a:pt x="239050" y="88374"/>
                  <a:pt x="240061" y="89361"/>
                  <a:pt x="241511" y="90151"/>
                </a:cubicBezTo>
                <a:cubicBezTo>
                  <a:pt x="242962" y="90939"/>
                  <a:pt x="245051" y="91334"/>
                  <a:pt x="247776" y="91334"/>
                </a:cubicBezTo>
                <a:lnTo>
                  <a:pt x="247776" y="93774"/>
                </a:lnTo>
                <a:lnTo>
                  <a:pt x="216848" y="93774"/>
                </a:lnTo>
                <a:lnTo>
                  <a:pt x="216848" y="91334"/>
                </a:lnTo>
                <a:cubicBezTo>
                  <a:pt x="219926" y="91334"/>
                  <a:pt x="222212" y="90851"/>
                  <a:pt x="223706" y="89887"/>
                </a:cubicBezTo>
                <a:cubicBezTo>
                  <a:pt x="224805" y="89185"/>
                  <a:pt x="225575" y="88066"/>
                  <a:pt x="226014" y="86530"/>
                </a:cubicBezTo>
                <a:cubicBezTo>
                  <a:pt x="226234" y="85784"/>
                  <a:pt x="226344" y="83657"/>
                  <a:pt x="226344" y="80148"/>
                </a:cubicBezTo>
                <a:lnTo>
                  <a:pt x="226344" y="56789"/>
                </a:lnTo>
                <a:cubicBezTo>
                  <a:pt x="226344" y="49770"/>
                  <a:pt x="226201" y="45592"/>
                  <a:pt x="225916" y="44255"/>
                </a:cubicBezTo>
                <a:cubicBezTo>
                  <a:pt x="225630" y="42917"/>
                  <a:pt x="225102" y="41941"/>
                  <a:pt x="224333" y="41327"/>
                </a:cubicBezTo>
                <a:cubicBezTo>
                  <a:pt x="223563" y="40713"/>
                  <a:pt x="222607" y="40406"/>
                  <a:pt x="221464" y="40406"/>
                </a:cubicBezTo>
                <a:cubicBezTo>
                  <a:pt x="220101" y="40406"/>
                  <a:pt x="218563" y="40735"/>
                  <a:pt x="216848" y="41393"/>
                </a:cubicBezTo>
                <a:lnTo>
                  <a:pt x="216189" y="39023"/>
                </a:lnTo>
                <a:lnTo>
                  <a:pt x="234455" y="31654"/>
                </a:lnTo>
                <a:lnTo>
                  <a:pt x="237225" y="31654"/>
                </a:lnTo>
                <a:close/>
                <a:moveTo>
                  <a:pt x="298751" y="85069"/>
                </a:moveTo>
                <a:cubicBezTo>
                  <a:pt x="292552" y="89861"/>
                  <a:pt x="288661" y="92631"/>
                  <a:pt x="287079" y="93378"/>
                </a:cubicBezTo>
                <a:cubicBezTo>
                  <a:pt x="284705" y="94521"/>
                  <a:pt x="282177" y="95092"/>
                  <a:pt x="279495" y="95092"/>
                </a:cubicBezTo>
                <a:cubicBezTo>
                  <a:pt x="275319" y="95092"/>
                  <a:pt x="271878" y="93664"/>
                  <a:pt x="269175" y="90806"/>
                </a:cubicBezTo>
                <a:cubicBezTo>
                  <a:pt x="266471" y="87948"/>
                  <a:pt x="265119" y="84190"/>
                  <a:pt x="265119" y="79530"/>
                </a:cubicBezTo>
                <a:cubicBezTo>
                  <a:pt x="265119" y="76584"/>
                  <a:pt x="265778" y="74034"/>
                  <a:pt x="267097" y="71880"/>
                </a:cubicBezTo>
                <a:cubicBezTo>
                  <a:pt x="268900" y="68890"/>
                  <a:pt x="272032" y="66077"/>
                  <a:pt x="276495" y="63439"/>
                </a:cubicBezTo>
                <a:cubicBezTo>
                  <a:pt x="280957" y="60801"/>
                  <a:pt x="288376" y="57592"/>
                  <a:pt x="298751" y="53811"/>
                </a:cubicBezTo>
                <a:lnTo>
                  <a:pt x="298751" y="51437"/>
                </a:lnTo>
                <a:cubicBezTo>
                  <a:pt x="298751" y="45414"/>
                  <a:pt x="297795" y="41281"/>
                  <a:pt x="295882" y="39039"/>
                </a:cubicBezTo>
                <a:cubicBezTo>
                  <a:pt x="293970" y="36797"/>
                  <a:pt x="291189" y="35676"/>
                  <a:pt x="287540" y="35676"/>
                </a:cubicBezTo>
                <a:cubicBezTo>
                  <a:pt x="284771" y="35676"/>
                  <a:pt x="282572" y="36421"/>
                  <a:pt x="280946" y="37910"/>
                </a:cubicBezTo>
                <a:cubicBezTo>
                  <a:pt x="279275" y="39399"/>
                  <a:pt x="278440" y="41108"/>
                  <a:pt x="278440" y="43035"/>
                </a:cubicBezTo>
                <a:lnTo>
                  <a:pt x="278572" y="46846"/>
                </a:lnTo>
                <a:cubicBezTo>
                  <a:pt x="278572" y="48860"/>
                  <a:pt x="278055" y="50414"/>
                  <a:pt x="277022" y="51509"/>
                </a:cubicBezTo>
                <a:cubicBezTo>
                  <a:pt x="275989" y="52604"/>
                  <a:pt x="274637" y="53152"/>
                  <a:pt x="272966" y="53152"/>
                </a:cubicBezTo>
                <a:cubicBezTo>
                  <a:pt x="271340" y="53152"/>
                  <a:pt x="270010" y="52582"/>
                  <a:pt x="268977" y="51443"/>
                </a:cubicBezTo>
                <a:cubicBezTo>
                  <a:pt x="267944" y="50303"/>
                  <a:pt x="267427" y="48746"/>
                  <a:pt x="267427" y="46773"/>
                </a:cubicBezTo>
                <a:cubicBezTo>
                  <a:pt x="267427" y="43005"/>
                  <a:pt x="269361" y="39543"/>
                  <a:pt x="273230" y="36387"/>
                </a:cubicBezTo>
                <a:cubicBezTo>
                  <a:pt x="277099" y="33231"/>
                  <a:pt x="282528" y="31654"/>
                  <a:pt x="289519" y="31654"/>
                </a:cubicBezTo>
                <a:cubicBezTo>
                  <a:pt x="294882" y="31654"/>
                  <a:pt x="299278" y="32553"/>
                  <a:pt x="302708" y="34353"/>
                </a:cubicBezTo>
                <a:cubicBezTo>
                  <a:pt x="305301" y="35715"/>
                  <a:pt x="307214" y="37845"/>
                  <a:pt x="308445" y="40744"/>
                </a:cubicBezTo>
                <a:cubicBezTo>
                  <a:pt x="309236" y="42631"/>
                  <a:pt x="309632" y="46495"/>
                  <a:pt x="309632" y="52335"/>
                </a:cubicBezTo>
                <a:lnTo>
                  <a:pt x="309632" y="72820"/>
                </a:lnTo>
                <a:cubicBezTo>
                  <a:pt x="309632" y="78572"/>
                  <a:pt x="309742" y="82096"/>
                  <a:pt x="309962" y="83391"/>
                </a:cubicBezTo>
                <a:cubicBezTo>
                  <a:pt x="310181" y="84687"/>
                  <a:pt x="310544" y="85555"/>
                  <a:pt x="311050" y="85994"/>
                </a:cubicBezTo>
                <a:cubicBezTo>
                  <a:pt x="311555" y="86432"/>
                  <a:pt x="312138" y="86652"/>
                  <a:pt x="312797" y="86652"/>
                </a:cubicBezTo>
                <a:cubicBezTo>
                  <a:pt x="313501" y="86652"/>
                  <a:pt x="314116" y="86498"/>
                  <a:pt x="314644" y="86190"/>
                </a:cubicBezTo>
                <a:cubicBezTo>
                  <a:pt x="315567" y="85618"/>
                  <a:pt x="317347" y="84014"/>
                  <a:pt x="319985" y="81376"/>
                </a:cubicBezTo>
                <a:lnTo>
                  <a:pt x="319985" y="85069"/>
                </a:lnTo>
                <a:cubicBezTo>
                  <a:pt x="315061" y="91663"/>
                  <a:pt x="310357" y="94961"/>
                  <a:pt x="305873" y="94961"/>
                </a:cubicBezTo>
                <a:cubicBezTo>
                  <a:pt x="303719" y="94961"/>
                  <a:pt x="302004" y="94213"/>
                  <a:pt x="300729" y="92718"/>
                </a:cubicBezTo>
                <a:cubicBezTo>
                  <a:pt x="299454" y="91224"/>
                  <a:pt x="298795" y="88674"/>
                  <a:pt x="298751" y="85069"/>
                </a:cubicBezTo>
                <a:moveTo>
                  <a:pt x="298751" y="80745"/>
                </a:moveTo>
                <a:lnTo>
                  <a:pt x="298751" y="57834"/>
                </a:lnTo>
                <a:cubicBezTo>
                  <a:pt x="292112" y="60459"/>
                  <a:pt x="287826" y="62319"/>
                  <a:pt x="285892" y="63414"/>
                </a:cubicBezTo>
                <a:cubicBezTo>
                  <a:pt x="282419" y="65340"/>
                  <a:pt x="279935" y="67354"/>
                  <a:pt x="278440" y="69454"/>
                </a:cubicBezTo>
                <a:cubicBezTo>
                  <a:pt x="276945" y="71555"/>
                  <a:pt x="276198" y="73853"/>
                  <a:pt x="276198" y="76348"/>
                </a:cubicBezTo>
                <a:cubicBezTo>
                  <a:pt x="276198" y="79499"/>
                  <a:pt x="277143" y="82114"/>
                  <a:pt x="279033" y="84193"/>
                </a:cubicBezTo>
                <a:cubicBezTo>
                  <a:pt x="280924" y="86272"/>
                  <a:pt x="283100" y="87311"/>
                  <a:pt x="285562" y="87311"/>
                </a:cubicBezTo>
                <a:cubicBezTo>
                  <a:pt x="288903" y="87311"/>
                  <a:pt x="293299" y="85122"/>
                  <a:pt x="298751" y="80745"/>
                </a:cubicBezTo>
                <a:close/>
                <a:moveTo>
                  <a:pt x="339855" y="0"/>
                </a:moveTo>
                <a:cubicBezTo>
                  <a:pt x="341702" y="0"/>
                  <a:pt x="343273" y="652"/>
                  <a:pt x="344570" y="1956"/>
                </a:cubicBezTo>
                <a:cubicBezTo>
                  <a:pt x="345867" y="3258"/>
                  <a:pt x="346516" y="4837"/>
                  <a:pt x="346516" y="6693"/>
                </a:cubicBezTo>
                <a:cubicBezTo>
                  <a:pt x="346516" y="8549"/>
                  <a:pt x="345867" y="10140"/>
                  <a:pt x="344570" y="11466"/>
                </a:cubicBezTo>
                <a:cubicBezTo>
                  <a:pt x="343273" y="12791"/>
                  <a:pt x="341702" y="13453"/>
                  <a:pt x="339855" y="13453"/>
                </a:cubicBezTo>
                <a:cubicBezTo>
                  <a:pt x="338009" y="13453"/>
                  <a:pt x="336426" y="12791"/>
                  <a:pt x="335107" y="11466"/>
                </a:cubicBezTo>
                <a:cubicBezTo>
                  <a:pt x="333788" y="10140"/>
                  <a:pt x="333129" y="8549"/>
                  <a:pt x="333129" y="6693"/>
                </a:cubicBezTo>
                <a:cubicBezTo>
                  <a:pt x="333129" y="4837"/>
                  <a:pt x="333777" y="3258"/>
                  <a:pt x="335074" y="1956"/>
                </a:cubicBezTo>
                <a:cubicBezTo>
                  <a:pt x="336371" y="652"/>
                  <a:pt x="337965" y="0"/>
                  <a:pt x="339855" y="0"/>
                </a:cubicBezTo>
                <a:moveTo>
                  <a:pt x="345329" y="31654"/>
                </a:moveTo>
                <a:lnTo>
                  <a:pt x="345329" y="80082"/>
                </a:lnTo>
                <a:cubicBezTo>
                  <a:pt x="345329" y="83854"/>
                  <a:pt x="345603" y="86366"/>
                  <a:pt x="346153" y="87616"/>
                </a:cubicBezTo>
                <a:cubicBezTo>
                  <a:pt x="346702" y="88866"/>
                  <a:pt x="347516" y="89798"/>
                  <a:pt x="348593" y="90412"/>
                </a:cubicBezTo>
                <a:cubicBezTo>
                  <a:pt x="349670" y="91027"/>
                  <a:pt x="351637" y="91334"/>
                  <a:pt x="354495" y="91334"/>
                </a:cubicBezTo>
                <a:lnTo>
                  <a:pt x="354495" y="93774"/>
                </a:lnTo>
                <a:lnTo>
                  <a:pt x="325150" y="93774"/>
                </a:lnTo>
                <a:lnTo>
                  <a:pt x="325150" y="91334"/>
                </a:lnTo>
                <a:cubicBezTo>
                  <a:pt x="328095" y="91334"/>
                  <a:pt x="330073" y="91049"/>
                  <a:pt x="331085" y="90478"/>
                </a:cubicBezTo>
                <a:cubicBezTo>
                  <a:pt x="332096" y="89908"/>
                  <a:pt x="332898" y="88965"/>
                  <a:pt x="333492" y="87649"/>
                </a:cubicBezTo>
                <a:cubicBezTo>
                  <a:pt x="334085" y="86333"/>
                  <a:pt x="334382" y="83810"/>
                  <a:pt x="334382" y="80082"/>
                </a:cubicBezTo>
                <a:lnTo>
                  <a:pt x="334382" y="56855"/>
                </a:lnTo>
                <a:cubicBezTo>
                  <a:pt x="334382" y="50318"/>
                  <a:pt x="334184" y="46085"/>
                  <a:pt x="333788" y="44156"/>
                </a:cubicBezTo>
                <a:cubicBezTo>
                  <a:pt x="333481" y="42752"/>
                  <a:pt x="332997" y="41776"/>
                  <a:pt x="332337" y="41228"/>
                </a:cubicBezTo>
                <a:cubicBezTo>
                  <a:pt x="331678" y="40680"/>
                  <a:pt x="330777" y="40406"/>
                  <a:pt x="329634" y="40406"/>
                </a:cubicBezTo>
                <a:cubicBezTo>
                  <a:pt x="328403" y="40406"/>
                  <a:pt x="326908" y="40735"/>
                  <a:pt x="325150" y="41393"/>
                </a:cubicBezTo>
                <a:lnTo>
                  <a:pt x="324226" y="39023"/>
                </a:lnTo>
                <a:lnTo>
                  <a:pt x="342427" y="31654"/>
                </a:lnTo>
                <a:lnTo>
                  <a:pt x="345329" y="31654"/>
                </a:lnTo>
                <a:close/>
                <a:moveTo>
                  <a:pt x="379643" y="44447"/>
                </a:moveTo>
                <a:cubicBezTo>
                  <a:pt x="386721" y="35918"/>
                  <a:pt x="393469" y="31654"/>
                  <a:pt x="399888" y="31654"/>
                </a:cubicBezTo>
                <a:cubicBezTo>
                  <a:pt x="403185" y="31654"/>
                  <a:pt x="406020" y="32476"/>
                  <a:pt x="408394" y="34122"/>
                </a:cubicBezTo>
                <a:cubicBezTo>
                  <a:pt x="410769" y="35767"/>
                  <a:pt x="412659" y="38475"/>
                  <a:pt x="414066" y="42248"/>
                </a:cubicBezTo>
                <a:cubicBezTo>
                  <a:pt x="415033" y="44879"/>
                  <a:pt x="415517" y="48915"/>
                  <a:pt x="415517" y="54355"/>
                </a:cubicBezTo>
                <a:lnTo>
                  <a:pt x="415517" y="80082"/>
                </a:lnTo>
                <a:cubicBezTo>
                  <a:pt x="415517" y="83898"/>
                  <a:pt x="415824" y="86487"/>
                  <a:pt x="416440" y="87847"/>
                </a:cubicBezTo>
                <a:cubicBezTo>
                  <a:pt x="416923" y="88943"/>
                  <a:pt x="417704" y="89798"/>
                  <a:pt x="418781" y="90412"/>
                </a:cubicBezTo>
                <a:cubicBezTo>
                  <a:pt x="419858" y="91027"/>
                  <a:pt x="421847" y="91334"/>
                  <a:pt x="424749" y="91334"/>
                </a:cubicBezTo>
                <a:lnTo>
                  <a:pt x="424749" y="93774"/>
                </a:lnTo>
                <a:lnTo>
                  <a:pt x="394876" y="93774"/>
                </a:lnTo>
                <a:lnTo>
                  <a:pt x="394876" y="91334"/>
                </a:lnTo>
                <a:lnTo>
                  <a:pt x="396129" y="91334"/>
                </a:lnTo>
                <a:cubicBezTo>
                  <a:pt x="398942" y="91334"/>
                  <a:pt x="400910" y="90907"/>
                  <a:pt x="402031" y="90054"/>
                </a:cubicBezTo>
                <a:cubicBezTo>
                  <a:pt x="403152" y="89201"/>
                  <a:pt x="403932" y="87944"/>
                  <a:pt x="404372" y="86283"/>
                </a:cubicBezTo>
                <a:cubicBezTo>
                  <a:pt x="404548" y="85626"/>
                  <a:pt x="404636" y="83570"/>
                  <a:pt x="404636" y="80115"/>
                </a:cubicBezTo>
                <a:lnTo>
                  <a:pt x="404636" y="55511"/>
                </a:lnTo>
                <a:cubicBezTo>
                  <a:pt x="404636" y="50045"/>
                  <a:pt x="403921" y="46076"/>
                  <a:pt x="402492" y="43604"/>
                </a:cubicBezTo>
                <a:cubicBezTo>
                  <a:pt x="401064" y="41132"/>
                  <a:pt x="398657" y="39897"/>
                  <a:pt x="395271" y="39897"/>
                </a:cubicBezTo>
                <a:cubicBezTo>
                  <a:pt x="390040" y="39897"/>
                  <a:pt x="384830" y="42740"/>
                  <a:pt x="379643" y="48426"/>
                </a:cubicBezTo>
                <a:lnTo>
                  <a:pt x="379643" y="80115"/>
                </a:lnTo>
                <a:cubicBezTo>
                  <a:pt x="379643" y="84183"/>
                  <a:pt x="379884" y="86698"/>
                  <a:pt x="380368" y="87659"/>
                </a:cubicBezTo>
                <a:cubicBezTo>
                  <a:pt x="380983" y="88927"/>
                  <a:pt x="381830" y="89857"/>
                  <a:pt x="382907" y="90447"/>
                </a:cubicBezTo>
                <a:cubicBezTo>
                  <a:pt x="383984" y="91038"/>
                  <a:pt x="386171" y="91334"/>
                  <a:pt x="389468" y="91334"/>
                </a:cubicBezTo>
                <a:lnTo>
                  <a:pt x="389468" y="93774"/>
                </a:lnTo>
                <a:lnTo>
                  <a:pt x="359595" y="93774"/>
                </a:lnTo>
                <a:lnTo>
                  <a:pt x="359595" y="91334"/>
                </a:lnTo>
                <a:lnTo>
                  <a:pt x="360914" y="91334"/>
                </a:lnTo>
                <a:cubicBezTo>
                  <a:pt x="363992" y="91334"/>
                  <a:pt x="366069" y="90555"/>
                  <a:pt x="367146" y="88999"/>
                </a:cubicBezTo>
                <a:cubicBezTo>
                  <a:pt x="368223" y="87441"/>
                  <a:pt x="368762" y="84468"/>
                  <a:pt x="368762" y="80082"/>
                </a:cubicBezTo>
                <a:lnTo>
                  <a:pt x="368762" y="57710"/>
                </a:lnTo>
                <a:cubicBezTo>
                  <a:pt x="368762" y="50473"/>
                  <a:pt x="368597" y="46065"/>
                  <a:pt x="368267" y="44486"/>
                </a:cubicBezTo>
                <a:cubicBezTo>
                  <a:pt x="367937" y="42906"/>
                  <a:pt x="367432" y="41831"/>
                  <a:pt x="366750" y="41261"/>
                </a:cubicBezTo>
                <a:cubicBezTo>
                  <a:pt x="366069" y="40691"/>
                  <a:pt x="365157" y="40406"/>
                  <a:pt x="364014" y="40406"/>
                </a:cubicBezTo>
                <a:cubicBezTo>
                  <a:pt x="362783" y="40406"/>
                  <a:pt x="361310" y="40735"/>
                  <a:pt x="359595" y="41393"/>
                </a:cubicBezTo>
                <a:lnTo>
                  <a:pt x="358606" y="39023"/>
                </a:lnTo>
                <a:lnTo>
                  <a:pt x="376807" y="31654"/>
                </a:lnTo>
                <a:lnTo>
                  <a:pt x="379643" y="31654"/>
                </a:lnTo>
                <a:lnTo>
                  <a:pt x="379643" y="44447"/>
                </a:lnTo>
                <a:close/>
                <a:moveTo>
                  <a:pt x="439718" y="56185"/>
                </a:moveTo>
                <a:cubicBezTo>
                  <a:pt x="439674" y="65133"/>
                  <a:pt x="441850" y="72151"/>
                  <a:pt x="446247" y="77240"/>
                </a:cubicBezTo>
                <a:cubicBezTo>
                  <a:pt x="450643" y="82327"/>
                  <a:pt x="455809" y="84871"/>
                  <a:pt x="461744" y="84871"/>
                </a:cubicBezTo>
                <a:cubicBezTo>
                  <a:pt x="465700" y="84871"/>
                  <a:pt x="469140" y="83783"/>
                  <a:pt x="472064" y="81607"/>
                </a:cubicBezTo>
                <a:cubicBezTo>
                  <a:pt x="474988" y="79431"/>
                  <a:pt x="477439" y="75705"/>
                  <a:pt x="479417" y="70429"/>
                </a:cubicBezTo>
                <a:lnTo>
                  <a:pt x="481461" y="71748"/>
                </a:lnTo>
                <a:cubicBezTo>
                  <a:pt x="480538" y="77771"/>
                  <a:pt x="477856" y="83255"/>
                  <a:pt x="473416" y="88201"/>
                </a:cubicBezTo>
                <a:cubicBezTo>
                  <a:pt x="468976" y="93147"/>
                  <a:pt x="463414" y="95620"/>
                  <a:pt x="456732" y="95620"/>
                </a:cubicBezTo>
                <a:cubicBezTo>
                  <a:pt x="449478" y="95620"/>
                  <a:pt x="443268" y="92802"/>
                  <a:pt x="438102" y="87165"/>
                </a:cubicBezTo>
                <a:cubicBezTo>
                  <a:pt x="432937" y="81526"/>
                  <a:pt x="430354" y="73947"/>
                  <a:pt x="430354" y="64426"/>
                </a:cubicBezTo>
                <a:cubicBezTo>
                  <a:pt x="430354" y="54117"/>
                  <a:pt x="433003" y="46078"/>
                  <a:pt x="438300" y="40309"/>
                </a:cubicBezTo>
                <a:cubicBezTo>
                  <a:pt x="443598" y="34539"/>
                  <a:pt x="450247" y="31654"/>
                  <a:pt x="458249" y="31654"/>
                </a:cubicBezTo>
                <a:cubicBezTo>
                  <a:pt x="465019" y="31654"/>
                  <a:pt x="470580" y="33879"/>
                  <a:pt x="474933" y="38330"/>
                </a:cubicBezTo>
                <a:cubicBezTo>
                  <a:pt x="479285" y="42780"/>
                  <a:pt x="481461" y="48732"/>
                  <a:pt x="481461" y="56185"/>
                </a:cubicBezTo>
                <a:lnTo>
                  <a:pt x="439718" y="56185"/>
                </a:lnTo>
                <a:moveTo>
                  <a:pt x="439718" y="52360"/>
                </a:moveTo>
                <a:lnTo>
                  <a:pt x="467679" y="52360"/>
                </a:lnTo>
                <a:cubicBezTo>
                  <a:pt x="467459" y="48491"/>
                  <a:pt x="466997" y="45766"/>
                  <a:pt x="466294" y="44183"/>
                </a:cubicBezTo>
                <a:cubicBezTo>
                  <a:pt x="465195" y="41721"/>
                  <a:pt x="463557" y="39787"/>
                  <a:pt x="461381" y="38380"/>
                </a:cubicBezTo>
                <a:cubicBezTo>
                  <a:pt x="459205" y="36973"/>
                  <a:pt x="456930" y="36270"/>
                  <a:pt x="454556" y="36270"/>
                </a:cubicBezTo>
                <a:cubicBezTo>
                  <a:pt x="450907" y="36270"/>
                  <a:pt x="447642" y="37687"/>
                  <a:pt x="444763" y="40523"/>
                </a:cubicBezTo>
                <a:cubicBezTo>
                  <a:pt x="441883" y="43359"/>
                  <a:pt x="440202" y="47304"/>
                  <a:pt x="439718" y="52360"/>
                </a:cubicBezTo>
                <a:close/>
                <a:moveTo>
                  <a:pt x="532193" y="86981"/>
                </a:moveTo>
                <a:cubicBezTo>
                  <a:pt x="529248" y="90059"/>
                  <a:pt x="526368" y="92268"/>
                  <a:pt x="523555" y="93609"/>
                </a:cubicBezTo>
                <a:cubicBezTo>
                  <a:pt x="520741" y="94950"/>
                  <a:pt x="517708" y="95620"/>
                  <a:pt x="514454" y="95620"/>
                </a:cubicBezTo>
                <a:cubicBezTo>
                  <a:pt x="507860" y="95620"/>
                  <a:pt x="502101" y="92868"/>
                  <a:pt x="497177" y="87363"/>
                </a:cubicBezTo>
                <a:cubicBezTo>
                  <a:pt x="492253" y="81856"/>
                  <a:pt x="489791" y="74781"/>
                  <a:pt x="489791" y="66137"/>
                </a:cubicBezTo>
                <a:cubicBezTo>
                  <a:pt x="489791" y="57494"/>
                  <a:pt x="492517" y="49586"/>
                  <a:pt x="497968" y="42413"/>
                </a:cubicBezTo>
                <a:cubicBezTo>
                  <a:pt x="503419" y="35240"/>
                  <a:pt x="510432" y="31654"/>
                  <a:pt x="519004" y="31654"/>
                </a:cubicBezTo>
                <a:cubicBezTo>
                  <a:pt x="524324" y="31654"/>
                  <a:pt x="528720" y="33346"/>
                  <a:pt x="532193" y="36731"/>
                </a:cubicBezTo>
                <a:lnTo>
                  <a:pt x="532193" y="25562"/>
                </a:lnTo>
                <a:cubicBezTo>
                  <a:pt x="532193" y="18631"/>
                  <a:pt x="532029" y="14370"/>
                  <a:pt x="531699" y="12781"/>
                </a:cubicBezTo>
                <a:cubicBezTo>
                  <a:pt x="531369" y="11191"/>
                  <a:pt x="530853" y="10110"/>
                  <a:pt x="530149" y="9537"/>
                </a:cubicBezTo>
                <a:cubicBezTo>
                  <a:pt x="529446" y="8963"/>
                  <a:pt x="528566" y="8676"/>
                  <a:pt x="527511" y="8676"/>
                </a:cubicBezTo>
                <a:cubicBezTo>
                  <a:pt x="526368" y="8676"/>
                  <a:pt x="524852" y="9029"/>
                  <a:pt x="522961" y="9735"/>
                </a:cubicBezTo>
                <a:lnTo>
                  <a:pt x="522104" y="7417"/>
                </a:lnTo>
                <a:lnTo>
                  <a:pt x="540107" y="0"/>
                </a:lnTo>
                <a:lnTo>
                  <a:pt x="543074" y="0"/>
                </a:lnTo>
                <a:lnTo>
                  <a:pt x="543074" y="69836"/>
                </a:lnTo>
                <a:cubicBezTo>
                  <a:pt x="543074" y="76914"/>
                  <a:pt x="543239" y="81233"/>
                  <a:pt x="543569" y="82794"/>
                </a:cubicBezTo>
                <a:cubicBezTo>
                  <a:pt x="543899" y="84354"/>
                  <a:pt x="544426" y="85443"/>
                  <a:pt x="545152" y="86058"/>
                </a:cubicBezTo>
                <a:cubicBezTo>
                  <a:pt x="545877" y="86674"/>
                  <a:pt x="546723" y="86981"/>
                  <a:pt x="547690" y="86981"/>
                </a:cubicBezTo>
                <a:cubicBezTo>
                  <a:pt x="548877" y="86981"/>
                  <a:pt x="550460" y="86608"/>
                  <a:pt x="552439" y="85860"/>
                </a:cubicBezTo>
                <a:lnTo>
                  <a:pt x="553164" y="88168"/>
                </a:lnTo>
                <a:lnTo>
                  <a:pt x="535227" y="95620"/>
                </a:lnTo>
                <a:lnTo>
                  <a:pt x="532193" y="95620"/>
                </a:lnTo>
                <a:lnTo>
                  <a:pt x="532193" y="86981"/>
                </a:lnTo>
                <a:moveTo>
                  <a:pt x="532193" y="82380"/>
                </a:moveTo>
                <a:lnTo>
                  <a:pt x="532193" y="51332"/>
                </a:lnTo>
                <a:cubicBezTo>
                  <a:pt x="531930" y="48349"/>
                  <a:pt x="531138" y="45630"/>
                  <a:pt x="529819" y="43175"/>
                </a:cubicBezTo>
                <a:cubicBezTo>
                  <a:pt x="528501" y="40719"/>
                  <a:pt x="526753" y="38866"/>
                  <a:pt x="524577" y="37617"/>
                </a:cubicBezTo>
                <a:cubicBezTo>
                  <a:pt x="522401" y="36367"/>
                  <a:pt x="520279" y="35742"/>
                  <a:pt x="518213" y="35742"/>
                </a:cubicBezTo>
                <a:cubicBezTo>
                  <a:pt x="514344" y="35742"/>
                  <a:pt x="510893" y="37475"/>
                  <a:pt x="507860" y="40939"/>
                </a:cubicBezTo>
                <a:cubicBezTo>
                  <a:pt x="503859" y="45499"/>
                  <a:pt x="501859" y="52164"/>
                  <a:pt x="501859" y="60935"/>
                </a:cubicBezTo>
                <a:cubicBezTo>
                  <a:pt x="501859" y="69794"/>
                  <a:pt x="503793" y="76581"/>
                  <a:pt x="507662" y="81296"/>
                </a:cubicBezTo>
                <a:cubicBezTo>
                  <a:pt x="511531" y="86009"/>
                  <a:pt x="515839" y="88366"/>
                  <a:pt x="520587" y="88366"/>
                </a:cubicBezTo>
                <a:cubicBezTo>
                  <a:pt x="524588" y="88366"/>
                  <a:pt x="528457" y="86371"/>
                  <a:pt x="532193" y="82380"/>
                </a:cubicBezTo>
                <a:close/>
                <a:moveTo>
                  <a:pt x="710490" y="4352"/>
                </a:moveTo>
                <a:lnTo>
                  <a:pt x="710490" y="6792"/>
                </a:lnTo>
                <a:cubicBezTo>
                  <a:pt x="708160" y="6792"/>
                  <a:pt x="706269" y="7210"/>
                  <a:pt x="704818" y="8045"/>
                </a:cubicBezTo>
                <a:cubicBezTo>
                  <a:pt x="703368" y="8879"/>
                  <a:pt x="701983" y="10439"/>
                  <a:pt x="700664" y="12723"/>
                </a:cubicBezTo>
                <a:cubicBezTo>
                  <a:pt x="699785" y="14261"/>
                  <a:pt x="698400" y="17929"/>
                  <a:pt x="696509" y="23728"/>
                </a:cubicBezTo>
                <a:lnTo>
                  <a:pt x="671582" y="95752"/>
                </a:lnTo>
                <a:lnTo>
                  <a:pt x="668944" y="95752"/>
                </a:lnTo>
                <a:lnTo>
                  <a:pt x="648567" y="38619"/>
                </a:lnTo>
                <a:lnTo>
                  <a:pt x="628322" y="95752"/>
                </a:lnTo>
                <a:lnTo>
                  <a:pt x="625948" y="95752"/>
                </a:lnTo>
                <a:lnTo>
                  <a:pt x="599373" y="21554"/>
                </a:lnTo>
                <a:cubicBezTo>
                  <a:pt x="597394" y="16018"/>
                  <a:pt x="596141" y="12745"/>
                  <a:pt x="595614" y="11734"/>
                </a:cubicBezTo>
                <a:cubicBezTo>
                  <a:pt x="594734" y="10065"/>
                  <a:pt x="593536" y="8824"/>
                  <a:pt x="592020" y="8012"/>
                </a:cubicBezTo>
                <a:cubicBezTo>
                  <a:pt x="590503" y="7199"/>
                  <a:pt x="588448" y="6792"/>
                  <a:pt x="585854" y="6792"/>
                </a:cubicBezTo>
                <a:lnTo>
                  <a:pt x="585854" y="4352"/>
                </a:lnTo>
                <a:lnTo>
                  <a:pt x="618958" y="4352"/>
                </a:lnTo>
                <a:lnTo>
                  <a:pt x="618958" y="6792"/>
                </a:lnTo>
                <a:lnTo>
                  <a:pt x="617376" y="6792"/>
                </a:lnTo>
                <a:cubicBezTo>
                  <a:pt x="615045" y="6792"/>
                  <a:pt x="613265" y="7320"/>
                  <a:pt x="612034" y="8375"/>
                </a:cubicBezTo>
                <a:cubicBezTo>
                  <a:pt x="610803" y="9429"/>
                  <a:pt x="610188" y="10702"/>
                  <a:pt x="610188" y="12196"/>
                </a:cubicBezTo>
                <a:cubicBezTo>
                  <a:pt x="610188" y="13733"/>
                  <a:pt x="611155" y="17269"/>
                  <a:pt x="613089" y="22805"/>
                </a:cubicBezTo>
                <a:lnTo>
                  <a:pt x="630696" y="72952"/>
                </a:lnTo>
                <a:lnTo>
                  <a:pt x="645534" y="30316"/>
                </a:lnTo>
                <a:lnTo>
                  <a:pt x="642896" y="22805"/>
                </a:lnTo>
                <a:lnTo>
                  <a:pt x="640786" y="16808"/>
                </a:lnTo>
                <a:cubicBezTo>
                  <a:pt x="639863" y="14611"/>
                  <a:pt x="638830" y="12678"/>
                  <a:pt x="637687" y="11009"/>
                </a:cubicBezTo>
                <a:cubicBezTo>
                  <a:pt x="637115" y="10175"/>
                  <a:pt x="636412" y="9472"/>
                  <a:pt x="635576" y="8901"/>
                </a:cubicBezTo>
                <a:cubicBezTo>
                  <a:pt x="634477" y="8111"/>
                  <a:pt x="633378" y="7540"/>
                  <a:pt x="632279" y="7188"/>
                </a:cubicBezTo>
                <a:cubicBezTo>
                  <a:pt x="631444" y="6924"/>
                  <a:pt x="630125" y="6792"/>
                  <a:pt x="628322" y="6792"/>
                </a:cubicBezTo>
                <a:lnTo>
                  <a:pt x="628322" y="4352"/>
                </a:lnTo>
                <a:lnTo>
                  <a:pt x="663141" y="4352"/>
                </a:lnTo>
                <a:lnTo>
                  <a:pt x="663141" y="6792"/>
                </a:lnTo>
                <a:lnTo>
                  <a:pt x="660767" y="6792"/>
                </a:lnTo>
                <a:cubicBezTo>
                  <a:pt x="658305" y="6792"/>
                  <a:pt x="656503" y="7320"/>
                  <a:pt x="655360" y="8375"/>
                </a:cubicBezTo>
                <a:cubicBezTo>
                  <a:pt x="654217" y="9429"/>
                  <a:pt x="653645" y="10856"/>
                  <a:pt x="653645" y="12657"/>
                </a:cubicBezTo>
                <a:cubicBezTo>
                  <a:pt x="653645" y="14898"/>
                  <a:pt x="654634" y="18808"/>
                  <a:pt x="656613" y="24387"/>
                </a:cubicBezTo>
                <a:lnTo>
                  <a:pt x="673758" y="72952"/>
                </a:lnTo>
                <a:lnTo>
                  <a:pt x="690772" y="23728"/>
                </a:lnTo>
                <a:cubicBezTo>
                  <a:pt x="692707" y="18280"/>
                  <a:pt x="693674" y="14502"/>
                  <a:pt x="693674" y="12394"/>
                </a:cubicBezTo>
                <a:cubicBezTo>
                  <a:pt x="693674" y="11384"/>
                  <a:pt x="693355" y="10439"/>
                  <a:pt x="692718" y="9560"/>
                </a:cubicBezTo>
                <a:cubicBezTo>
                  <a:pt x="692080" y="8681"/>
                  <a:pt x="691278" y="8066"/>
                  <a:pt x="690311" y="7716"/>
                </a:cubicBezTo>
                <a:cubicBezTo>
                  <a:pt x="688640" y="7100"/>
                  <a:pt x="686464" y="6792"/>
                  <a:pt x="683782" y="6792"/>
                </a:cubicBezTo>
                <a:lnTo>
                  <a:pt x="683782" y="4352"/>
                </a:lnTo>
                <a:lnTo>
                  <a:pt x="710490" y="4352"/>
                </a:lnTo>
                <a:close/>
                <a:moveTo>
                  <a:pt x="715106" y="56185"/>
                </a:moveTo>
                <a:cubicBezTo>
                  <a:pt x="715062" y="65133"/>
                  <a:pt x="717238" y="72151"/>
                  <a:pt x="721635" y="77240"/>
                </a:cubicBezTo>
                <a:cubicBezTo>
                  <a:pt x="726031" y="82327"/>
                  <a:pt x="731197" y="84871"/>
                  <a:pt x="737132" y="84871"/>
                </a:cubicBezTo>
                <a:cubicBezTo>
                  <a:pt x="741088" y="84871"/>
                  <a:pt x="744528" y="83783"/>
                  <a:pt x="747452" y="81607"/>
                </a:cubicBezTo>
                <a:cubicBezTo>
                  <a:pt x="750376" y="79431"/>
                  <a:pt x="752827" y="75705"/>
                  <a:pt x="754805" y="70429"/>
                </a:cubicBezTo>
                <a:lnTo>
                  <a:pt x="756849" y="71748"/>
                </a:lnTo>
                <a:cubicBezTo>
                  <a:pt x="755926" y="77771"/>
                  <a:pt x="753244" y="83255"/>
                  <a:pt x="748804" y="88201"/>
                </a:cubicBezTo>
                <a:cubicBezTo>
                  <a:pt x="744364" y="93147"/>
                  <a:pt x="738802" y="95620"/>
                  <a:pt x="732120" y="95620"/>
                </a:cubicBezTo>
                <a:cubicBezTo>
                  <a:pt x="724866" y="95620"/>
                  <a:pt x="718656" y="92802"/>
                  <a:pt x="713490" y="87165"/>
                </a:cubicBezTo>
                <a:cubicBezTo>
                  <a:pt x="708325" y="81526"/>
                  <a:pt x="705742" y="73947"/>
                  <a:pt x="705742" y="64426"/>
                </a:cubicBezTo>
                <a:cubicBezTo>
                  <a:pt x="705742" y="54117"/>
                  <a:pt x="708391" y="46078"/>
                  <a:pt x="713688" y="40309"/>
                </a:cubicBezTo>
                <a:cubicBezTo>
                  <a:pt x="718986" y="34539"/>
                  <a:pt x="725635" y="31654"/>
                  <a:pt x="733637" y="31654"/>
                </a:cubicBezTo>
                <a:cubicBezTo>
                  <a:pt x="740407" y="31654"/>
                  <a:pt x="745968" y="33879"/>
                  <a:pt x="750321" y="38330"/>
                </a:cubicBezTo>
                <a:cubicBezTo>
                  <a:pt x="754673" y="42780"/>
                  <a:pt x="756849" y="48732"/>
                  <a:pt x="756849" y="56185"/>
                </a:cubicBezTo>
                <a:lnTo>
                  <a:pt x="715106" y="56185"/>
                </a:lnTo>
                <a:moveTo>
                  <a:pt x="715106" y="52360"/>
                </a:moveTo>
                <a:lnTo>
                  <a:pt x="743067" y="52360"/>
                </a:lnTo>
                <a:cubicBezTo>
                  <a:pt x="742847" y="48491"/>
                  <a:pt x="742385" y="45766"/>
                  <a:pt x="741682" y="44183"/>
                </a:cubicBezTo>
                <a:cubicBezTo>
                  <a:pt x="740583" y="41721"/>
                  <a:pt x="738945" y="39787"/>
                  <a:pt x="736769" y="38380"/>
                </a:cubicBezTo>
                <a:cubicBezTo>
                  <a:pt x="734593" y="36973"/>
                  <a:pt x="732318" y="36270"/>
                  <a:pt x="729944" y="36270"/>
                </a:cubicBezTo>
                <a:cubicBezTo>
                  <a:pt x="726295" y="36270"/>
                  <a:pt x="723030" y="37687"/>
                  <a:pt x="720151" y="40523"/>
                </a:cubicBezTo>
                <a:cubicBezTo>
                  <a:pt x="717271" y="43359"/>
                  <a:pt x="715590" y="47304"/>
                  <a:pt x="715106" y="52360"/>
                </a:cubicBezTo>
                <a:close/>
                <a:moveTo>
                  <a:pt x="780280" y="0"/>
                </a:moveTo>
                <a:cubicBezTo>
                  <a:pt x="782127" y="0"/>
                  <a:pt x="783698" y="652"/>
                  <a:pt x="784995" y="1956"/>
                </a:cubicBezTo>
                <a:cubicBezTo>
                  <a:pt x="786292" y="3258"/>
                  <a:pt x="786941" y="4837"/>
                  <a:pt x="786941" y="6693"/>
                </a:cubicBezTo>
                <a:cubicBezTo>
                  <a:pt x="786941" y="8549"/>
                  <a:pt x="786292" y="10140"/>
                  <a:pt x="784995" y="11466"/>
                </a:cubicBezTo>
                <a:cubicBezTo>
                  <a:pt x="783698" y="12791"/>
                  <a:pt x="782127" y="13453"/>
                  <a:pt x="780280" y="13453"/>
                </a:cubicBezTo>
                <a:cubicBezTo>
                  <a:pt x="778434" y="13453"/>
                  <a:pt x="776851" y="12791"/>
                  <a:pt x="775532" y="11466"/>
                </a:cubicBezTo>
                <a:cubicBezTo>
                  <a:pt x="774213" y="10140"/>
                  <a:pt x="773554" y="8549"/>
                  <a:pt x="773554" y="6693"/>
                </a:cubicBezTo>
                <a:cubicBezTo>
                  <a:pt x="773554" y="4837"/>
                  <a:pt x="774202" y="3258"/>
                  <a:pt x="775499" y="1956"/>
                </a:cubicBezTo>
                <a:cubicBezTo>
                  <a:pt x="776796" y="652"/>
                  <a:pt x="778390" y="0"/>
                  <a:pt x="780280" y="0"/>
                </a:cubicBezTo>
                <a:moveTo>
                  <a:pt x="785754" y="31654"/>
                </a:moveTo>
                <a:lnTo>
                  <a:pt x="785754" y="80082"/>
                </a:lnTo>
                <a:cubicBezTo>
                  <a:pt x="785754" y="83854"/>
                  <a:pt x="786028" y="86366"/>
                  <a:pt x="786578" y="87616"/>
                </a:cubicBezTo>
                <a:cubicBezTo>
                  <a:pt x="787127" y="88866"/>
                  <a:pt x="787941" y="89798"/>
                  <a:pt x="789018" y="90412"/>
                </a:cubicBezTo>
                <a:cubicBezTo>
                  <a:pt x="790095" y="91027"/>
                  <a:pt x="792062" y="91334"/>
                  <a:pt x="794920" y="91334"/>
                </a:cubicBezTo>
                <a:lnTo>
                  <a:pt x="794920" y="93774"/>
                </a:lnTo>
                <a:lnTo>
                  <a:pt x="765574" y="93774"/>
                </a:lnTo>
                <a:lnTo>
                  <a:pt x="765574" y="91334"/>
                </a:lnTo>
                <a:cubicBezTo>
                  <a:pt x="768520" y="91334"/>
                  <a:pt x="770498" y="91049"/>
                  <a:pt x="771510" y="90478"/>
                </a:cubicBezTo>
                <a:cubicBezTo>
                  <a:pt x="772521" y="89908"/>
                  <a:pt x="773323" y="88965"/>
                  <a:pt x="773917" y="87649"/>
                </a:cubicBezTo>
                <a:cubicBezTo>
                  <a:pt x="774510" y="86333"/>
                  <a:pt x="774807" y="83810"/>
                  <a:pt x="774807" y="80082"/>
                </a:cubicBezTo>
                <a:lnTo>
                  <a:pt x="774807" y="56855"/>
                </a:lnTo>
                <a:cubicBezTo>
                  <a:pt x="774807" y="50318"/>
                  <a:pt x="774609" y="46085"/>
                  <a:pt x="774213" y="44156"/>
                </a:cubicBezTo>
                <a:cubicBezTo>
                  <a:pt x="773906" y="42752"/>
                  <a:pt x="773422" y="41776"/>
                  <a:pt x="772762" y="41228"/>
                </a:cubicBezTo>
                <a:cubicBezTo>
                  <a:pt x="772103" y="40680"/>
                  <a:pt x="771202" y="40406"/>
                  <a:pt x="770059" y="40406"/>
                </a:cubicBezTo>
                <a:cubicBezTo>
                  <a:pt x="768828" y="40406"/>
                  <a:pt x="767333" y="40735"/>
                  <a:pt x="765574" y="41393"/>
                </a:cubicBezTo>
                <a:lnTo>
                  <a:pt x="764651" y="39023"/>
                </a:lnTo>
                <a:lnTo>
                  <a:pt x="782852" y="31654"/>
                </a:lnTo>
                <a:lnTo>
                  <a:pt x="785754" y="31654"/>
                </a:lnTo>
                <a:close/>
                <a:moveTo>
                  <a:pt x="818617" y="71762"/>
                </a:moveTo>
                <a:cubicBezTo>
                  <a:pt x="814924" y="69963"/>
                  <a:pt x="812088" y="67449"/>
                  <a:pt x="810110" y="64222"/>
                </a:cubicBezTo>
                <a:cubicBezTo>
                  <a:pt x="808132" y="60995"/>
                  <a:pt x="807142" y="57427"/>
                  <a:pt x="807142" y="53518"/>
                </a:cubicBezTo>
                <a:cubicBezTo>
                  <a:pt x="807142" y="47548"/>
                  <a:pt x="809396" y="42411"/>
                  <a:pt x="813902" y="38108"/>
                </a:cubicBezTo>
                <a:cubicBezTo>
                  <a:pt x="818408" y="33805"/>
                  <a:pt x="824178" y="31654"/>
                  <a:pt x="831212" y="31654"/>
                </a:cubicBezTo>
                <a:cubicBezTo>
                  <a:pt x="836971" y="31654"/>
                  <a:pt x="841961" y="33060"/>
                  <a:pt x="846182" y="35874"/>
                </a:cubicBezTo>
                <a:lnTo>
                  <a:pt x="858975" y="35874"/>
                </a:lnTo>
                <a:cubicBezTo>
                  <a:pt x="860865" y="35874"/>
                  <a:pt x="861965" y="35928"/>
                  <a:pt x="862272" y="36037"/>
                </a:cubicBezTo>
                <a:cubicBezTo>
                  <a:pt x="862580" y="36145"/>
                  <a:pt x="862800" y="36330"/>
                  <a:pt x="862932" y="36591"/>
                </a:cubicBezTo>
                <a:cubicBezTo>
                  <a:pt x="863196" y="36983"/>
                  <a:pt x="863327" y="37679"/>
                  <a:pt x="863327" y="38679"/>
                </a:cubicBezTo>
                <a:cubicBezTo>
                  <a:pt x="863327" y="39808"/>
                  <a:pt x="863218" y="40590"/>
                  <a:pt x="862998" y="41026"/>
                </a:cubicBezTo>
                <a:cubicBezTo>
                  <a:pt x="862866" y="41243"/>
                  <a:pt x="862635" y="41417"/>
                  <a:pt x="862305" y="41547"/>
                </a:cubicBezTo>
                <a:cubicBezTo>
                  <a:pt x="861976" y="41678"/>
                  <a:pt x="860865" y="41743"/>
                  <a:pt x="858975" y="41743"/>
                </a:cubicBezTo>
                <a:lnTo>
                  <a:pt x="851128" y="41743"/>
                </a:lnTo>
                <a:cubicBezTo>
                  <a:pt x="853590" y="44915"/>
                  <a:pt x="854821" y="48968"/>
                  <a:pt x="854821" y="53902"/>
                </a:cubicBezTo>
                <a:cubicBezTo>
                  <a:pt x="854821" y="59540"/>
                  <a:pt x="852666" y="64364"/>
                  <a:pt x="848358" y="68372"/>
                </a:cubicBezTo>
                <a:cubicBezTo>
                  <a:pt x="844050" y="72381"/>
                  <a:pt x="838268" y="74386"/>
                  <a:pt x="831014" y="74386"/>
                </a:cubicBezTo>
                <a:cubicBezTo>
                  <a:pt x="828025" y="74386"/>
                  <a:pt x="824969" y="73937"/>
                  <a:pt x="821848" y="73040"/>
                </a:cubicBezTo>
                <a:cubicBezTo>
                  <a:pt x="819914" y="74709"/>
                  <a:pt x="818606" y="76170"/>
                  <a:pt x="817924" y="77423"/>
                </a:cubicBezTo>
                <a:cubicBezTo>
                  <a:pt x="817243" y="78675"/>
                  <a:pt x="816902" y="79740"/>
                  <a:pt x="816902" y="80618"/>
                </a:cubicBezTo>
                <a:cubicBezTo>
                  <a:pt x="816902" y="81365"/>
                  <a:pt x="817265" y="82090"/>
                  <a:pt x="817990" y="82794"/>
                </a:cubicBezTo>
                <a:cubicBezTo>
                  <a:pt x="818716" y="83496"/>
                  <a:pt x="820134" y="84001"/>
                  <a:pt x="822244" y="84308"/>
                </a:cubicBezTo>
                <a:cubicBezTo>
                  <a:pt x="823475" y="84484"/>
                  <a:pt x="826552" y="84638"/>
                  <a:pt x="831476" y="84770"/>
                </a:cubicBezTo>
                <a:cubicBezTo>
                  <a:pt x="840532" y="84989"/>
                  <a:pt x="846402" y="85296"/>
                  <a:pt x="849083" y="85691"/>
                </a:cubicBezTo>
                <a:cubicBezTo>
                  <a:pt x="853172" y="86263"/>
                  <a:pt x="856436" y="87779"/>
                  <a:pt x="858876" y="90239"/>
                </a:cubicBezTo>
                <a:cubicBezTo>
                  <a:pt x="861316" y="92699"/>
                  <a:pt x="862536" y="95729"/>
                  <a:pt x="862536" y="99332"/>
                </a:cubicBezTo>
                <a:cubicBezTo>
                  <a:pt x="862536" y="104295"/>
                  <a:pt x="860206" y="108952"/>
                  <a:pt x="855546" y="113302"/>
                </a:cubicBezTo>
                <a:cubicBezTo>
                  <a:pt x="848688" y="119715"/>
                  <a:pt x="839741" y="122921"/>
                  <a:pt x="828706" y="122921"/>
                </a:cubicBezTo>
                <a:cubicBezTo>
                  <a:pt x="820221" y="122921"/>
                  <a:pt x="813055" y="121012"/>
                  <a:pt x="807208" y="117192"/>
                </a:cubicBezTo>
                <a:cubicBezTo>
                  <a:pt x="803911" y="114997"/>
                  <a:pt x="802262" y="112714"/>
                  <a:pt x="802262" y="110342"/>
                </a:cubicBezTo>
                <a:cubicBezTo>
                  <a:pt x="802262" y="109290"/>
                  <a:pt x="802504" y="108237"/>
                  <a:pt x="802988" y="107183"/>
                </a:cubicBezTo>
                <a:cubicBezTo>
                  <a:pt x="803735" y="105558"/>
                  <a:pt x="805274" y="103296"/>
                  <a:pt x="807604" y="100399"/>
                </a:cubicBezTo>
                <a:cubicBezTo>
                  <a:pt x="807912" y="100005"/>
                  <a:pt x="810154" y="97634"/>
                  <a:pt x="814330" y="93287"/>
                </a:cubicBezTo>
                <a:cubicBezTo>
                  <a:pt x="812044" y="91923"/>
                  <a:pt x="810429" y="90702"/>
                  <a:pt x="809483" y="89623"/>
                </a:cubicBezTo>
                <a:cubicBezTo>
                  <a:pt x="808538" y="88545"/>
                  <a:pt x="808066" y="87323"/>
                  <a:pt x="808066" y="85959"/>
                </a:cubicBezTo>
                <a:cubicBezTo>
                  <a:pt x="808066" y="84418"/>
                  <a:pt x="808692" y="82612"/>
                  <a:pt x="809945" y="80543"/>
                </a:cubicBezTo>
                <a:cubicBezTo>
                  <a:pt x="811198" y="78474"/>
                  <a:pt x="814089" y="75547"/>
                  <a:pt x="818617" y="71762"/>
                </a:cubicBezTo>
                <a:moveTo>
                  <a:pt x="830091" y="34951"/>
                </a:moveTo>
                <a:cubicBezTo>
                  <a:pt x="826838" y="34951"/>
                  <a:pt x="824112" y="36241"/>
                  <a:pt x="821914" y="38821"/>
                </a:cubicBezTo>
                <a:cubicBezTo>
                  <a:pt x="819716" y="41400"/>
                  <a:pt x="818617" y="45356"/>
                  <a:pt x="818617" y="50691"/>
                </a:cubicBezTo>
                <a:cubicBezTo>
                  <a:pt x="818617" y="57600"/>
                  <a:pt x="820112" y="62956"/>
                  <a:pt x="823101" y="66759"/>
                </a:cubicBezTo>
                <a:cubicBezTo>
                  <a:pt x="825387" y="69645"/>
                  <a:pt x="828289" y="71089"/>
                  <a:pt x="831806" y="71089"/>
                </a:cubicBezTo>
                <a:cubicBezTo>
                  <a:pt x="835147" y="71089"/>
                  <a:pt x="837895" y="69842"/>
                  <a:pt x="840049" y="67350"/>
                </a:cubicBezTo>
                <a:cubicBezTo>
                  <a:pt x="842203" y="64858"/>
                  <a:pt x="843280" y="60945"/>
                  <a:pt x="843280" y="55610"/>
                </a:cubicBezTo>
                <a:cubicBezTo>
                  <a:pt x="843280" y="48658"/>
                  <a:pt x="841763" y="43214"/>
                  <a:pt x="838730" y="39278"/>
                </a:cubicBezTo>
                <a:cubicBezTo>
                  <a:pt x="836488" y="36393"/>
                  <a:pt x="833608" y="34951"/>
                  <a:pt x="830091" y="34951"/>
                </a:cubicBezTo>
                <a:moveTo>
                  <a:pt x="817957" y="93813"/>
                </a:moveTo>
                <a:cubicBezTo>
                  <a:pt x="815891" y="96051"/>
                  <a:pt x="814330" y="98135"/>
                  <a:pt x="813275" y="100065"/>
                </a:cubicBezTo>
                <a:cubicBezTo>
                  <a:pt x="812220" y="101997"/>
                  <a:pt x="811693" y="103775"/>
                  <a:pt x="811693" y="105398"/>
                </a:cubicBezTo>
                <a:cubicBezTo>
                  <a:pt x="811693" y="107505"/>
                  <a:pt x="812968" y="109348"/>
                  <a:pt x="815517" y="110927"/>
                </a:cubicBezTo>
                <a:cubicBezTo>
                  <a:pt x="819914" y="113648"/>
                  <a:pt x="826266" y="115008"/>
                  <a:pt x="834575" y="115008"/>
                </a:cubicBezTo>
                <a:cubicBezTo>
                  <a:pt x="842489" y="115008"/>
                  <a:pt x="848325" y="113614"/>
                  <a:pt x="852084" y="110827"/>
                </a:cubicBezTo>
                <a:cubicBezTo>
                  <a:pt x="855843" y="108040"/>
                  <a:pt x="857722" y="105068"/>
                  <a:pt x="857722" y="101910"/>
                </a:cubicBezTo>
                <a:cubicBezTo>
                  <a:pt x="857722" y="99628"/>
                  <a:pt x="856601" y="98004"/>
                  <a:pt x="854359" y="97038"/>
                </a:cubicBezTo>
                <a:cubicBezTo>
                  <a:pt x="852073" y="96072"/>
                  <a:pt x="847545" y="95502"/>
                  <a:pt x="840774" y="95327"/>
                </a:cubicBezTo>
                <a:cubicBezTo>
                  <a:pt x="830883" y="95064"/>
                  <a:pt x="823277" y="94559"/>
                  <a:pt x="817957" y="93813"/>
                </a:cubicBezTo>
                <a:close/>
                <a:moveTo>
                  <a:pt x="887727" y="0"/>
                </a:moveTo>
                <a:lnTo>
                  <a:pt x="887727" y="44249"/>
                </a:lnTo>
                <a:cubicBezTo>
                  <a:pt x="892607" y="38885"/>
                  <a:pt x="896475" y="35445"/>
                  <a:pt x="899333" y="33929"/>
                </a:cubicBezTo>
                <a:cubicBezTo>
                  <a:pt x="902191" y="32412"/>
                  <a:pt x="905048" y="31654"/>
                  <a:pt x="907906" y="31654"/>
                </a:cubicBezTo>
                <a:cubicBezTo>
                  <a:pt x="911335" y="31654"/>
                  <a:pt x="914281" y="32597"/>
                  <a:pt x="916743" y="34483"/>
                </a:cubicBezTo>
                <a:cubicBezTo>
                  <a:pt x="919204" y="36369"/>
                  <a:pt x="921029" y="39330"/>
                  <a:pt x="922216" y="43365"/>
                </a:cubicBezTo>
                <a:cubicBezTo>
                  <a:pt x="923051" y="46173"/>
                  <a:pt x="923469" y="51306"/>
                  <a:pt x="923469" y="58763"/>
                </a:cubicBezTo>
                <a:lnTo>
                  <a:pt x="923469" y="80082"/>
                </a:lnTo>
                <a:cubicBezTo>
                  <a:pt x="923469" y="83898"/>
                  <a:pt x="923777" y="86509"/>
                  <a:pt x="924392" y="87913"/>
                </a:cubicBezTo>
                <a:cubicBezTo>
                  <a:pt x="924832" y="88965"/>
                  <a:pt x="925579" y="89798"/>
                  <a:pt x="926634" y="90412"/>
                </a:cubicBezTo>
                <a:cubicBezTo>
                  <a:pt x="927689" y="91027"/>
                  <a:pt x="929624" y="91334"/>
                  <a:pt x="932437" y="91334"/>
                </a:cubicBezTo>
                <a:lnTo>
                  <a:pt x="932437" y="93774"/>
                </a:lnTo>
                <a:lnTo>
                  <a:pt x="902762" y="93774"/>
                </a:lnTo>
                <a:lnTo>
                  <a:pt x="902762" y="91334"/>
                </a:lnTo>
                <a:lnTo>
                  <a:pt x="904147" y="91334"/>
                </a:lnTo>
                <a:cubicBezTo>
                  <a:pt x="906961" y="91334"/>
                  <a:pt x="908917" y="90905"/>
                  <a:pt x="910016" y="90048"/>
                </a:cubicBezTo>
                <a:cubicBezTo>
                  <a:pt x="911115" y="89190"/>
                  <a:pt x="911885" y="87926"/>
                  <a:pt x="912324" y="86256"/>
                </a:cubicBezTo>
                <a:cubicBezTo>
                  <a:pt x="912456" y="85552"/>
                  <a:pt x="912522" y="83486"/>
                  <a:pt x="912522" y="80057"/>
                </a:cubicBezTo>
                <a:lnTo>
                  <a:pt x="912522" y="58691"/>
                </a:lnTo>
                <a:cubicBezTo>
                  <a:pt x="912522" y="52096"/>
                  <a:pt x="912181" y="47766"/>
                  <a:pt x="911500" y="45700"/>
                </a:cubicBezTo>
                <a:cubicBezTo>
                  <a:pt x="910818" y="43634"/>
                  <a:pt x="909730" y="42084"/>
                  <a:pt x="908236" y="41051"/>
                </a:cubicBezTo>
                <a:cubicBezTo>
                  <a:pt x="906741" y="40018"/>
                  <a:pt x="904938" y="39501"/>
                  <a:pt x="902828" y="39501"/>
                </a:cubicBezTo>
                <a:cubicBezTo>
                  <a:pt x="900674" y="39501"/>
                  <a:pt x="898432" y="40072"/>
                  <a:pt x="896102" y="41216"/>
                </a:cubicBezTo>
                <a:cubicBezTo>
                  <a:pt x="893772" y="42359"/>
                  <a:pt x="890980" y="44667"/>
                  <a:pt x="887727" y="48140"/>
                </a:cubicBezTo>
                <a:lnTo>
                  <a:pt x="887727" y="80057"/>
                </a:lnTo>
                <a:cubicBezTo>
                  <a:pt x="887727" y="84190"/>
                  <a:pt x="887958" y="86761"/>
                  <a:pt x="888419" y="87773"/>
                </a:cubicBezTo>
                <a:cubicBezTo>
                  <a:pt x="888881" y="88784"/>
                  <a:pt x="889738" y="89630"/>
                  <a:pt x="890991" y="90311"/>
                </a:cubicBezTo>
                <a:cubicBezTo>
                  <a:pt x="892244" y="90993"/>
                  <a:pt x="894409" y="91334"/>
                  <a:pt x="897487" y="91334"/>
                </a:cubicBezTo>
                <a:lnTo>
                  <a:pt x="897487" y="93774"/>
                </a:lnTo>
                <a:lnTo>
                  <a:pt x="867548" y="93774"/>
                </a:lnTo>
                <a:lnTo>
                  <a:pt x="867548" y="91334"/>
                </a:lnTo>
                <a:cubicBezTo>
                  <a:pt x="870229" y="91334"/>
                  <a:pt x="872340" y="90916"/>
                  <a:pt x="873878" y="90081"/>
                </a:cubicBezTo>
                <a:cubicBezTo>
                  <a:pt x="874758" y="89642"/>
                  <a:pt x="875461" y="88808"/>
                  <a:pt x="875989" y="87579"/>
                </a:cubicBezTo>
                <a:cubicBezTo>
                  <a:pt x="876516" y="86348"/>
                  <a:pt x="876780" y="83843"/>
                  <a:pt x="876780" y="80065"/>
                </a:cubicBezTo>
                <a:lnTo>
                  <a:pt x="876780" y="25436"/>
                </a:lnTo>
                <a:cubicBezTo>
                  <a:pt x="876780" y="18539"/>
                  <a:pt x="876615" y="14300"/>
                  <a:pt x="876285" y="12719"/>
                </a:cubicBezTo>
                <a:cubicBezTo>
                  <a:pt x="875956" y="11136"/>
                  <a:pt x="875450" y="10060"/>
                  <a:pt x="874769" y="9490"/>
                </a:cubicBezTo>
                <a:cubicBezTo>
                  <a:pt x="874087" y="8918"/>
                  <a:pt x="873175" y="8633"/>
                  <a:pt x="872032" y="8633"/>
                </a:cubicBezTo>
                <a:cubicBezTo>
                  <a:pt x="871109" y="8633"/>
                  <a:pt x="869614" y="8984"/>
                  <a:pt x="867548" y="9688"/>
                </a:cubicBezTo>
                <a:lnTo>
                  <a:pt x="866624" y="7380"/>
                </a:lnTo>
                <a:lnTo>
                  <a:pt x="884693" y="0"/>
                </a:lnTo>
                <a:lnTo>
                  <a:pt x="887727" y="0"/>
                </a:lnTo>
                <a:close/>
                <a:moveTo>
                  <a:pt x="955057" y="13453"/>
                </a:moveTo>
                <a:lnTo>
                  <a:pt x="955057" y="33368"/>
                </a:lnTo>
                <a:lnTo>
                  <a:pt x="969169" y="33368"/>
                </a:lnTo>
                <a:lnTo>
                  <a:pt x="969169" y="37984"/>
                </a:lnTo>
                <a:lnTo>
                  <a:pt x="955057" y="37984"/>
                </a:lnTo>
                <a:lnTo>
                  <a:pt x="955057" y="77102"/>
                </a:lnTo>
                <a:cubicBezTo>
                  <a:pt x="955057" y="81011"/>
                  <a:pt x="955617" y="83646"/>
                  <a:pt x="956738" y="85007"/>
                </a:cubicBezTo>
                <a:cubicBezTo>
                  <a:pt x="957859" y="86367"/>
                  <a:pt x="959299" y="87047"/>
                  <a:pt x="961058" y="87047"/>
                </a:cubicBezTo>
                <a:cubicBezTo>
                  <a:pt x="962508" y="87047"/>
                  <a:pt x="963915" y="86597"/>
                  <a:pt x="965278" y="85695"/>
                </a:cubicBezTo>
                <a:cubicBezTo>
                  <a:pt x="966641" y="84794"/>
                  <a:pt x="967696" y="83464"/>
                  <a:pt x="968443" y="81706"/>
                </a:cubicBezTo>
                <a:lnTo>
                  <a:pt x="971015" y="81706"/>
                </a:lnTo>
                <a:cubicBezTo>
                  <a:pt x="969477" y="86026"/>
                  <a:pt x="967300" y="89294"/>
                  <a:pt x="964487" y="91509"/>
                </a:cubicBezTo>
                <a:cubicBezTo>
                  <a:pt x="961673" y="93722"/>
                  <a:pt x="958772" y="94829"/>
                  <a:pt x="955782" y="94829"/>
                </a:cubicBezTo>
                <a:cubicBezTo>
                  <a:pt x="953760" y="94829"/>
                  <a:pt x="951781" y="94267"/>
                  <a:pt x="949847" y="93145"/>
                </a:cubicBezTo>
                <a:cubicBezTo>
                  <a:pt x="947913" y="92023"/>
                  <a:pt x="946484" y="90417"/>
                  <a:pt x="945561" y="88327"/>
                </a:cubicBezTo>
                <a:cubicBezTo>
                  <a:pt x="944637" y="86236"/>
                  <a:pt x="944176" y="83012"/>
                  <a:pt x="944176" y="78654"/>
                </a:cubicBezTo>
                <a:lnTo>
                  <a:pt x="944176" y="37984"/>
                </a:lnTo>
                <a:lnTo>
                  <a:pt x="934614" y="37984"/>
                </a:lnTo>
                <a:lnTo>
                  <a:pt x="934614" y="35808"/>
                </a:lnTo>
                <a:cubicBezTo>
                  <a:pt x="937032" y="34838"/>
                  <a:pt x="939505" y="33196"/>
                  <a:pt x="942033" y="30881"/>
                </a:cubicBezTo>
                <a:cubicBezTo>
                  <a:pt x="944560" y="28566"/>
                  <a:pt x="946814" y="25821"/>
                  <a:pt x="948792" y="22646"/>
                </a:cubicBezTo>
                <a:cubicBezTo>
                  <a:pt x="949803" y="20971"/>
                  <a:pt x="951210" y="17907"/>
                  <a:pt x="953012" y="13453"/>
                </a:cubicBezTo>
                <a:lnTo>
                  <a:pt x="955057" y="13453"/>
                </a:lnTo>
                <a:close/>
                <a:moveTo>
                  <a:pt x="1014100" y="31654"/>
                </a:moveTo>
                <a:lnTo>
                  <a:pt x="1014100" y="52096"/>
                </a:lnTo>
                <a:lnTo>
                  <a:pt x="1011924" y="52096"/>
                </a:lnTo>
                <a:cubicBezTo>
                  <a:pt x="1010253" y="45685"/>
                  <a:pt x="1008110" y="41323"/>
                  <a:pt x="1005494" y="39013"/>
                </a:cubicBezTo>
                <a:cubicBezTo>
                  <a:pt x="1002878" y="36700"/>
                  <a:pt x="999548" y="35544"/>
                  <a:pt x="995503" y="35544"/>
                </a:cubicBezTo>
                <a:cubicBezTo>
                  <a:pt x="992426" y="35544"/>
                  <a:pt x="989942" y="36357"/>
                  <a:pt x="988052" y="37982"/>
                </a:cubicBezTo>
                <a:cubicBezTo>
                  <a:pt x="986161" y="39606"/>
                  <a:pt x="985216" y="41407"/>
                  <a:pt x="985216" y="43383"/>
                </a:cubicBezTo>
                <a:cubicBezTo>
                  <a:pt x="985216" y="45843"/>
                  <a:pt x="985919" y="47950"/>
                  <a:pt x="987326" y="49706"/>
                </a:cubicBezTo>
                <a:cubicBezTo>
                  <a:pt x="988689" y="51507"/>
                  <a:pt x="991459" y="53417"/>
                  <a:pt x="995635" y="55437"/>
                </a:cubicBezTo>
                <a:lnTo>
                  <a:pt x="1005263" y="60115"/>
                </a:lnTo>
                <a:cubicBezTo>
                  <a:pt x="1014188" y="64462"/>
                  <a:pt x="1018650" y="70193"/>
                  <a:pt x="1018650" y="77308"/>
                </a:cubicBezTo>
                <a:cubicBezTo>
                  <a:pt x="1018650" y="82797"/>
                  <a:pt x="1016573" y="87221"/>
                  <a:pt x="1012418" y="90581"/>
                </a:cubicBezTo>
                <a:cubicBezTo>
                  <a:pt x="1008264" y="93941"/>
                  <a:pt x="1003615" y="95620"/>
                  <a:pt x="998471" y="95620"/>
                </a:cubicBezTo>
                <a:cubicBezTo>
                  <a:pt x="994778" y="95620"/>
                  <a:pt x="990557" y="94961"/>
                  <a:pt x="985809" y="93642"/>
                </a:cubicBezTo>
                <a:cubicBezTo>
                  <a:pt x="984359" y="93202"/>
                  <a:pt x="983172" y="92982"/>
                  <a:pt x="982248" y="92982"/>
                </a:cubicBezTo>
                <a:cubicBezTo>
                  <a:pt x="981237" y="92982"/>
                  <a:pt x="980446" y="93554"/>
                  <a:pt x="979874" y="94697"/>
                </a:cubicBezTo>
                <a:lnTo>
                  <a:pt x="977698" y="94697"/>
                </a:lnTo>
                <a:lnTo>
                  <a:pt x="977698" y="73067"/>
                </a:lnTo>
                <a:lnTo>
                  <a:pt x="979874" y="73067"/>
                </a:lnTo>
                <a:cubicBezTo>
                  <a:pt x="981105" y="79244"/>
                  <a:pt x="983457" y="83898"/>
                  <a:pt x="986931" y="87031"/>
                </a:cubicBezTo>
                <a:cubicBezTo>
                  <a:pt x="990404" y="90163"/>
                  <a:pt x="994294" y="91729"/>
                  <a:pt x="998603" y="91729"/>
                </a:cubicBezTo>
                <a:cubicBezTo>
                  <a:pt x="1001636" y="91729"/>
                  <a:pt x="1004109" y="90840"/>
                  <a:pt x="1006022" y="89063"/>
                </a:cubicBezTo>
                <a:cubicBezTo>
                  <a:pt x="1007934" y="87284"/>
                  <a:pt x="1008890" y="85142"/>
                  <a:pt x="1008890" y="82639"/>
                </a:cubicBezTo>
                <a:cubicBezTo>
                  <a:pt x="1008890" y="79608"/>
                  <a:pt x="1007824" y="77061"/>
                  <a:pt x="1005692" y="74998"/>
                </a:cubicBezTo>
                <a:cubicBezTo>
                  <a:pt x="1003560" y="72934"/>
                  <a:pt x="999306" y="70322"/>
                  <a:pt x="992932" y="67161"/>
                </a:cubicBezTo>
                <a:cubicBezTo>
                  <a:pt x="986557" y="63998"/>
                  <a:pt x="982380" y="61143"/>
                  <a:pt x="980402" y="58596"/>
                </a:cubicBezTo>
                <a:cubicBezTo>
                  <a:pt x="978424" y="56093"/>
                  <a:pt x="977434" y="52931"/>
                  <a:pt x="977434" y="49110"/>
                </a:cubicBezTo>
                <a:cubicBezTo>
                  <a:pt x="977434" y="44148"/>
                  <a:pt x="979138" y="39998"/>
                  <a:pt x="982545" y="36661"/>
                </a:cubicBezTo>
                <a:cubicBezTo>
                  <a:pt x="985952" y="33323"/>
                  <a:pt x="990360" y="31654"/>
                  <a:pt x="995767" y="31654"/>
                </a:cubicBezTo>
                <a:cubicBezTo>
                  <a:pt x="998141" y="31654"/>
                  <a:pt x="1001021" y="32159"/>
                  <a:pt x="1004406" y="33170"/>
                </a:cubicBezTo>
                <a:cubicBezTo>
                  <a:pt x="1006648" y="33830"/>
                  <a:pt x="1008143" y="34159"/>
                  <a:pt x="1008890" y="34159"/>
                </a:cubicBezTo>
                <a:cubicBezTo>
                  <a:pt x="1009594" y="34159"/>
                  <a:pt x="1010143" y="34006"/>
                  <a:pt x="1010539" y="33698"/>
                </a:cubicBezTo>
                <a:cubicBezTo>
                  <a:pt x="1010934" y="33390"/>
                  <a:pt x="1011396" y="32709"/>
                  <a:pt x="1011924" y="31654"/>
                </a:cubicBezTo>
                <a:lnTo>
                  <a:pt x="1014100" y="316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A6436-18FE-4261-BF53-77F1224D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990" y="4053888"/>
            <a:ext cx="1913280" cy="112546"/>
          </a:xfrm>
          <a:custGeom xmlns:a="http://schemas.openxmlformats.org/drawingml/2006/main">
            <a:pathLst>
              <a:path w="1913280" h="112546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1C280-D9D6-4A71-B04D-4A4CA659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990" y="4053888"/>
            <a:ext cx="1913280" cy="112546"/>
          </a:xfrm>
          <a:custGeom xmlns:a="http://schemas.openxmlformats.org/drawingml/2006/main">
            <a:pathLst>
              <a:path w="1913280" h="112546" fill="none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BF364-09DB-4CA3-A010-DFEC2628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275" y="4201998"/>
            <a:ext cx="1159448" cy="575785"/>
          </a:xfrm>
          <a:custGeom xmlns:a="http://schemas.openxmlformats.org/drawingml/2006/main">
            <a:pathLst>
              <a:path w="1159448" h="575785" fill="none">
                <a:moveTo>
                  <a:pt x="43668" y="575785"/>
                </a:moveTo>
                <a:lnTo>
                  <a:pt x="0" y="472130"/>
                </a:lnTo>
                <a:lnTo>
                  <a:pt x="990854" y="55260"/>
                </a:lnTo>
                <a:lnTo>
                  <a:pt x="967557" y="0"/>
                </a:lnTo>
                <a:lnTo>
                  <a:pt x="1159448" y="45356"/>
                </a:lnTo>
                <a:lnTo>
                  <a:pt x="1057706" y="214400"/>
                </a:lnTo>
                <a:lnTo>
                  <a:pt x="1034522" y="159027"/>
                </a:lnTo>
                <a:lnTo>
                  <a:pt x="43668" y="5757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7C2E7-71A2-46E1-9A37-6E220C10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65" y="4278979"/>
            <a:ext cx="337638" cy="337638"/>
          </a:xfrm>
          <a:custGeom xmlns:a="http://schemas.openxmlformats.org/drawingml/2006/main">
            <a:pathLst>
              <a:path w="337638" h="337638">
                <a:moveTo>
                  <a:pt x="0" y="135055"/>
                </a:moveTo>
                <a:lnTo>
                  <a:pt x="135055" y="135055"/>
                </a:lnTo>
                <a:lnTo>
                  <a:pt x="135055" y="0"/>
                </a:lnTo>
                <a:lnTo>
                  <a:pt x="202583" y="0"/>
                </a:lnTo>
                <a:lnTo>
                  <a:pt x="202583" y="135055"/>
                </a:lnTo>
                <a:lnTo>
                  <a:pt x="337638" y="135055"/>
                </a:lnTo>
                <a:lnTo>
                  <a:pt x="337638" y="202583"/>
                </a:lnTo>
                <a:lnTo>
                  <a:pt x="202583" y="202583"/>
                </a:lnTo>
                <a:lnTo>
                  <a:pt x="202583" y="337638"/>
                </a:lnTo>
                <a:lnTo>
                  <a:pt x="135055" y="337638"/>
                </a:lnTo>
                <a:lnTo>
                  <a:pt x="135055" y="202583"/>
                </a:lnTo>
                <a:lnTo>
                  <a:pt x="0" y="202583"/>
                </a:lnTo>
                <a:lnTo>
                  <a:pt x="0" y="1350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199E7-141A-4722-B8CC-D9B8E40B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065" y="4278979"/>
            <a:ext cx="337638" cy="337638"/>
          </a:xfrm>
          <a:custGeom xmlns:a="http://schemas.openxmlformats.org/drawingml/2006/main">
            <a:pathLst>
              <a:path w="337638" h="337638" fill="none">
                <a:moveTo>
                  <a:pt x="0" y="135055"/>
                </a:moveTo>
                <a:lnTo>
                  <a:pt x="135055" y="135055"/>
                </a:lnTo>
                <a:lnTo>
                  <a:pt x="135055" y="0"/>
                </a:lnTo>
                <a:lnTo>
                  <a:pt x="202583" y="0"/>
                </a:lnTo>
                <a:lnTo>
                  <a:pt x="202583" y="135055"/>
                </a:lnTo>
                <a:lnTo>
                  <a:pt x="337638" y="135055"/>
                </a:lnTo>
                <a:lnTo>
                  <a:pt x="337638" y="202583"/>
                </a:lnTo>
                <a:lnTo>
                  <a:pt x="202583" y="202583"/>
                </a:lnTo>
                <a:lnTo>
                  <a:pt x="202583" y="337638"/>
                </a:lnTo>
                <a:lnTo>
                  <a:pt x="135055" y="337638"/>
                </a:lnTo>
                <a:lnTo>
                  <a:pt x="135055" y="202583"/>
                </a:lnTo>
                <a:lnTo>
                  <a:pt x="0" y="202583"/>
                </a:lnTo>
                <a:lnTo>
                  <a:pt x="0" y="1350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ECF89-FABF-4F03-8D6A-39F10AD2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982" y="3777178"/>
            <a:ext cx="66927" cy="96157"/>
          </a:xfrm>
          <a:custGeom xmlns:a="http://schemas.openxmlformats.org/drawingml/2006/main">
            <a:pathLst>
              <a:path w="66927" h="96157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E0FAB-6E6C-48A9-A8C2-1CC483C8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982" y="3777178"/>
            <a:ext cx="66927" cy="96157"/>
          </a:xfrm>
          <a:custGeom xmlns:a="http://schemas.openxmlformats.org/drawingml/2006/main">
            <a:pathLst>
              <a:path w="66927" h="96157" fill="none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59E45-6FE9-43DF-A6AE-2E598F57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35" y="3828143"/>
            <a:ext cx="38530" cy="64313"/>
          </a:xfrm>
          <a:custGeom xmlns:a="http://schemas.openxmlformats.org/drawingml/2006/main">
            <a:pathLst>
              <a:path w="38530" h="64313">
                <a:moveTo>
                  <a:pt x="5697" y="22886"/>
                </a:moveTo>
                <a:cubicBezTo>
                  <a:pt x="3959" y="22886"/>
                  <a:pt x="2575" y="22307"/>
                  <a:pt x="1545" y="21148"/>
                </a:cubicBezTo>
                <a:cubicBezTo>
                  <a:pt x="515" y="19989"/>
                  <a:pt x="0" y="18573"/>
                  <a:pt x="0" y="16899"/>
                </a:cubicBezTo>
                <a:cubicBezTo>
                  <a:pt x="0" y="12328"/>
                  <a:pt x="1706" y="8369"/>
                  <a:pt x="5118" y="5021"/>
                </a:cubicBezTo>
                <a:cubicBezTo>
                  <a:pt x="8530" y="1674"/>
                  <a:pt x="12779" y="0"/>
                  <a:pt x="17865" y="0"/>
                </a:cubicBezTo>
                <a:cubicBezTo>
                  <a:pt x="23723" y="0"/>
                  <a:pt x="28616" y="1803"/>
                  <a:pt x="32543" y="5408"/>
                </a:cubicBezTo>
                <a:cubicBezTo>
                  <a:pt x="36470" y="9013"/>
                  <a:pt x="38466" y="13680"/>
                  <a:pt x="38530" y="19410"/>
                </a:cubicBezTo>
                <a:cubicBezTo>
                  <a:pt x="38530" y="22178"/>
                  <a:pt x="37886" y="24818"/>
                  <a:pt x="36599" y="27328"/>
                </a:cubicBezTo>
                <a:cubicBezTo>
                  <a:pt x="35311" y="29839"/>
                  <a:pt x="33766" y="32028"/>
                  <a:pt x="31964" y="33895"/>
                </a:cubicBezTo>
                <a:cubicBezTo>
                  <a:pt x="30161" y="35762"/>
                  <a:pt x="27586" y="38144"/>
                  <a:pt x="24238" y="41041"/>
                </a:cubicBezTo>
                <a:cubicBezTo>
                  <a:pt x="21921" y="43037"/>
                  <a:pt x="18702" y="45998"/>
                  <a:pt x="14582" y="49925"/>
                </a:cubicBezTo>
                <a:lnTo>
                  <a:pt x="8884" y="55333"/>
                </a:lnTo>
                <a:lnTo>
                  <a:pt x="16223" y="55429"/>
                </a:lnTo>
                <a:cubicBezTo>
                  <a:pt x="26331" y="55429"/>
                  <a:pt x="31706" y="55268"/>
                  <a:pt x="32350" y="54946"/>
                </a:cubicBezTo>
                <a:cubicBezTo>
                  <a:pt x="32800" y="54818"/>
                  <a:pt x="33573" y="51953"/>
                  <a:pt x="34667" y="46352"/>
                </a:cubicBezTo>
                <a:lnTo>
                  <a:pt x="34667" y="46062"/>
                </a:lnTo>
                <a:lnTo>
                  <a:pt x="38530" y="46062"/>
                </a:lnTo>
                <a:lnTo>
                  <a:pt x="38530" y="46352"/>
                </a:lnTo>
                <a:cubicBezTo>
                  <a:pt x="38466" y="46545"/>
                  <a:pt x="38047" y="49474"/>
                  <a:pt x="37275" y="55140"/>
                </a:cubicBezTo>
                <a:cubicBezTo>
                  <a:pt x="36502" y="60805"/>
                  <a:pt x="36019" y="63766"/>
                  <a:pt x="35826" y="64024"/>
                </a:cubicBezTo>
                <a:lnTo>
                  <a:pt x="35826" y="64313"/>
                </a:lnTo>
                <a:lnTo>
                  <a:pt x="0" y="64313"/>
                </a:lnTo>
                <a:lnTo>
                  <a:pt x="0" y="62479"/>
                </a:lnTo>
                <a:lnTo>
                  <a:pt x="0" y="61320"/>
                </a:lnTo>
                <a:cubicBezTo>
                  <a:pt x="0" y="60869"/>
                  <a:pt x="193" y="60386"/>
                  <a:pt x="579" y="59871"/>
                </a:cubicBezTo>
                <a:cubicBezTo>
                  <a:pt x="966" y="59356"/>
                  <a:pt x="1931" y="58230"/>
                  <a:pt x="3476" y="56492"/>
                </a:cubicBezTo>
                <a:cubicBezTo>
                  <a:pt x="5343" y="54431"/>
                  <a:pt x="6953" y="52629"/>
                  <a:pt x="8305" y="51084"/>
                </a:cubicBezTo>
                <a:cubicBezTo>
                  <a:pt x="8884" y="50440"/>
                  <a:pt x="9979" y="49249"/>
                  <a:pt x="11588" y="47511"/>
                </a:cubicBezTo>
                <a:cubicBezTo>
                  <a:pt x="13197" y="45773"/>
                  <a:pt x="14292" y="44582"/>
                  <a:pt x="14871" y="43938"/>
                </a:cubicBezTo>
                <a:cubicBezTo>
                  <a:pt x="15451" y="43294"/>
                  <a:pt x="16384" y="42232"/>
                  <a:pt x="17672" y="40751"/>
                </a:cubicBezTo>
                <a:cubicBezTo>
                  <a:pt x="18959" y="39270"/>
                  <a:pt x="19861" y="38176"/>
                  <a:pt x="20376" y="37468"/>
                </a:cubicBezTo>
                <a:cubicBezTo>
                  <a:pt x="20891" y="36760"/>
                  <a:pt x="21631" y="35794"/>
                  <a:pt x="22597" y="34571"/>
                </a:cubicBezTo>
                <a:cubicBezTo>
                  <a:pt x="23562" y="33348"/>
                  <a:pt x="24238" y="32318"/>
                  <a:pt x="24625" y="31481"/>
                </a:cubicBezTo>
                <a:cubicBezTo>
                  <a:pt x="25011" y="30644"/>
                  <a:pt x="25494" y="29710"/>
                  <a:pt x="26073" y="28680"/>
                </a:cubicBezTo>
                <a:cubicBezTo>
                  <a:pt x="26652" y="27650"/>
                  <a:pt x="27071" y="26620"/>
                  <a:pt x="27328" y="25590"/>
                </a:cubicBezTo>
                <a:cubicBezTo>
                  <a:pt x="27586" y="24560"/>
                  <a:pt x="27811" y="23594"/>
                  <a:pt x="28004" y="22693"/>
                </a:cubicBezTo>
                <a:cubicBezTo>
                  <a:pt x="28197" y="21792"/>
                  <a:pt x="28294" y="20730"/>
                  <a:pt x="28294" y="19506"/>
                </a:cubicBezTo>
                <a:cubicBezTo>
                  <a:pt x="28294" y="15451"/>
                  <a:pt x="27200" y="11942"/>
                  <a:pt x="25011" y="8981"/>
                </a:cubicBezTo>
                <a:cubicBezTo>
                  <a:pt x="22822" y="6019"/>
                  <a:pt x="19700" y="4539"/>
                  <a:pt x="15644" y="4539"/>
                </a:cubicBezTo>
                <a:cubicBezTo>
                  <a:pt x="13519" y="4539"/>
                  <a:pt x="11652" y="5086"/>
                  <a:pt x="10043" y="6180"/>
                </a:cubicBezTo>
                <a:cubicBezTo>
                  <a:pt x="8433" y="7275"/>
                  <a:pt x="7307" y="8337"/>
                  <a:pt x="6663" y="9367"/>
                </a:cubicBezTo>
                <a:cubicBezTo>
                  <a:pt x="6019" y="10397"/>
                  <a:pt x="5697" y="11009"/>
                  <a:pt x="5697" y="11202"/>
                </a:cubicBezTo>
                <a:cubicBezTo>
                  <a:pt x="5697" y="11266"/>
                  <a:pt x="5858" y="11298"/>
                  <a:pt x="6180" y="11298"/>
                </a:cubicBezTo>
                <a:cubicBezTo>
                  <a:pt x="7339" y="11298"/>
                  <a:pt x="8530" y="11749"/>
                  <a:pt x="9753" y="12650"/>
                </a:cubicBezTo>
                <a:cubicBezTo>
                  <a:pt x="10976" y="13552"/>
                  <a:pt x="11588" y="15032"/>
                  <a:pt x="11588" y="17092"/>
                </a:cubicBezTo>
                <a:cubicBezTo>
                  <a:pt x="11588" y="18702"/>
                  <a:pt x="11073" y="20054"/>
                  <a:pt x="10043" y="21148"/>
                </a:cubicBezTo>
                <a:cubicBezTo>
                  <a:pt x="9013" y="22243"/>
                  <a:pt x="7564" y="22822"/>
                  <a:pt x="5697" y="228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2369D-9A94-4E67-BD1D-829F7C93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35" y="3828143"/>
            <a:ext cx="38530" cy="64313"/>
          </a:xfrm>
          <a:custGeom xmlns:a="http://schemas.openxmlformats.org/drawingml/2006/main">
            <a:pathLst>
              <a:path w="38530" h="64313" fill="none">
                <a:moveTo>
                  <a:pt x="5697" y="22886"/>
                </a:moveTo>
                <a:cubicBezTo>
                  <a:pt x="3959" y="22886"/>
                  <a:pt x="2575" y="22307"/>
                  <a:pt x="1545" y="21148"/>
                </a:cubicBezTo>
                <a:cubicBezTo>
                  <a:pt x="515" y="19989"/>
                  <a:pt x="0" y="18573"/>
                  <a:pt x="0" y="16899"/>
                </a:cubicBezTo>
                <a:cubicBezTo>
                  <a:pt x="0" y="12328"/>
                  <a:pt x="1706" y="8369"/>
                  <a:pt x="5118" y="5021"/>
                </a:cubicBezTo>
                <a:cubicBezTo>
                  <a:pt x="8530" y="1674"/>
                  <a:pt x="12779" y="0"/>
                  <a:pt x="17865" y="0"/>
                </a:cubicBezTo>
                <a:cubicBezTo>
                  <a:pt x="23723" y="0"/>
                  <a:pt x="28616" y="1803"/>
                  <a:pt x="32543" y="5408"/>
                </a:cubicBezTo>
                <a:cubicBezTo>
                  <a:pt x="36470" y="9013"/>
                  <a:pt x="38466" y="13680"/>
                  <a:pt x="38530" y="19410"/>
                </a:cubicBezTo>
                <a:cubicBezTo>
                  <a:pt x="38530" y="22178"/>
                  <a:pt x="37886" y="24818"/>
                  <a:pt x="36599" y="27328"/>
                </a:cubicBezTo>
                <a:cubicBezTo>
                  <a:pt x="35311" y="29839"/>
                  <a:pt x="33766" y="32028"/>
                  <a:pt x="31964" y="33895"/>
                </a:cubicBezTo>
                <a:cubicBezTo>
                  <a:pt x="30161" y="35762"/>
                  <a:pt x="27586" y="38144"/>
                  <a:pt x="24238" y="41041"/>
                </a:cubicBezTo>
                <a:cubicBezTo>
                  <a:pt x="21921" y="43037"/>
                  <a:pt x="18702" y="45998"/>
                  <a:pt x="14582" y="49925"/>
                </a:cubicBezTo>
                <a:lnTo>
                  <a:pt x="8884" y="55333"/>
                </a:lnTo>
                <a:lnTo>
                  <a:pt x="16223" y="55429"/>
                </a:lnTo>
                <a:cubicBezTo>
                  <a:pt x="26331" y="55429"/>
                  <a:pt x="31706" y="55268"/>
                  <a:pt x="32350" y="54946"/>
                </a:cubicBezTo>
                <a:cubicBezTo>
                  <a:pt x="32800" y="54818"/>
                  <a:pt x="33573" y="51953"/>
                  <a:pt x="34667" y="46352"/>
                </a:cubicBezTo>
                <a:lnTo>
                  <a:pt x="34667" y="46062"/>
                </a:lnTo>
                <a:lnTo>
                  <a:pt x="38530" y="46062"/>
                </a:lnTo>
                <a:lnTo>
                  <a:pt x="38530" y="46352"/>
                </a:lnTo>
                <a:cubicBezTo>
                  <a:pt x="38466" y="46545"/>
                  <a:pt x="38047" y="49474"/>
                  <a:pt x="37275" y="55140"/>
                </a:cubicBezTo>
                <a:cubicBezTo>
                  <a:pt x="36502" y="60805"/>
                  <a:pt x="36019" y="63766"/>
                  <a:pt x="35826" y="64024"/>
                </a:cubicBezTo>
                <a:lnTo>
                  <a:pt x="35826" y="64313"/>
                </a:lnTo>
                <a:lnTo>
                  <a:pt x="0" y="64313"/>
                </a:lnTo>
                <a:lnTo>
                  <a:pt x="0" y="62479"/>
                </a:lnTo>
                <a:lnTo>
                  <a:pt x="0" y="61320"/>
                </a:lnTo>
                <a:cubicBezTo>
                  <a:pt x="0" y="60869"/>
                  <a:pt x="193" y="60386"/>
                  <a:pt x="579" y="59871"/>
                </a:cubicBezTo>
                <a:cubicBezTo>
                  <a:pt x="966" y="59356"/>
                  <a:pt x="1931" y="58230"/>
                  <a:pt x="3476" y="56492"/>
                </a:cubicBezTo>
                <a:cubicBezTo>
                  <a:pt x="5343" y="54431"/>
                  <a:pt x="6953" y="52629"/>
                  <a:pt x="8305" y="51084"/>
                </a:cubicBezTo>
                <a:cubicBezTo>
                  <a:pt x="8884" y="50440"/>
                  <a:pt x="9979" y="49249"/>
                  <a:pt x="11588" y="47511"/>
                </a:cubicBezTo>
                <a:cubicBezTo>
                  <a:pt x="13197" y="45773"/>
                  <a:pt x="14292" y="44582"/>
                  <a:pt x="14871" y="43938"/>
                </a:cubicBezTo>
                <a:cubicBezTo>
                  <a:pt x="15451" y="43294"/>
                  <a:pt x="16384" y="42232"/>
                  <a:pt x="17672" y="40751"/>
                </a:cubicBezTo>
                <a:cubicBezTo>
                  <a:pt x="18959" y="39270"/>
                  <a:pt x="19861" y="38176"/>
                  <a:pt x="20376" y="37468"/>
                </a:cubicBezTo>
                <a:cubicBezTo>
                  <a:pt x="20891" y="36760"/>
                  <a:pt x="21631" y="35794"/>
                  <a:pt x="22597" y="34571"/>
                </a:cubicBezTo>
                <a:cubicBezTo>
                  <a:pt x="23562" y="33348"/>
                  <a:pt x="24238" y="32318"/>
                  <a:pt x="24625" y="31481"/>
                </a:cubicBezTo>
                <a:cubicBezTo>
                  <a:pt x="25011" y="30644"/>
                  <a:pt x="25494" y="29710"/>
                  <a:pt x="26073" y="28680"/>
                </a:cubicBezTo>
                <a:cubicBezTo>
                  <a:pt x="26652" y="27650"/>
                  <a:pt x="27071" y="26620"/>
                  <a:pt x="27328" y="25590"/>
                </a:cubicBezTo>
                <a:cubicBezTo>
                  <a:pt x="27586" y="24560"/>
                  <a:pt x="27811" y="23594"/>
                  <a:pt x="28004" y="22693"/>
                </a:cubicBezTo>
                <a:cubicBezTo>
                  <a:pt x="28197" y="21792"/>
                  <a:pt x="28294" y="20730"/>
                  <a:pt x="28294" y="19506"/>
                </a:cubicBezTo>
                <a:cubicBezTo>
                  <a:pt x="28294" y="15451"/>
                  <a:pt x="27200" y="11942"/>
                  <a:pt x="25011" y="8981"/>
                </a:cubicBezTo>
                <a:cubicBezTo>
                  <a:pt x="22822" y="6019"/>
                  <a:pt x="19700" y="4539"/>
                  <a:pt x="15644" y="4539"/>
                </a:cubicBezTo>
                <a:cubicBezTo>
                  <a:pt x="13519" y="4539"/>
                  <a:pt x="11652" y="5086"/>
                  <a:pt x="10043" y="6180"/>
                </a:cubicBezTo>
                <a:cubicBezTo>
                  <a:pt x="8433" y="7275"/>
                  <a:pt x="7307" y="8337"/>
                  <a:pt x="6663" y="9367"/>
                </a:cubicBezTo>
                <a:cubicBezTo>
                  <a:pt x="6019" y="10397"/>
                  <a:pt x="5697" y="11009"/>
                  <a:pt x="5697" y="11202"/>
                </a:cubicBezTo>
                <a:cubicBezTo>
                  <a:pt x="5697" y="11266"/>
                  <a:pt x="5858" y="11298"/>
                  <a:pt x="6180" y="11298"/>
                </a:cubicBezTo>
                <a:cubicBezTo>
                  <a:pt x="7339" y="11298"/>
                  <a:pt x="8530" y="11749"/>
                  <a:pt x="9753" y="12650"/>
                </a:cubicBezTo>
                <a:cubicBezTo>
                  <a:pt x="10976" y="13552"/>
                  <a:pt x="11588" y="15032"/>
                  <a:pt x="11588" y="17092"/>
                </a:cubicBezTo>
                <a:cubicBezTo>
                  <a:pt x="11588" y="18702"/>
                  <a:pt x="11073" y="20054"/>
                  <a:pt x="10043" y="21148"/>
                </a:cubicBezTo>
                <a:cubicBezTo>
                  <a:pt x="9013" y="22243"/>
                  <a:pt x="7564" y="22822"/>
                  <a:pt x="5697" y="228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000000">
                <a:alpha val="1850"/>
              </a:srgbClr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A500A-EF6E-489A-A497-40BD51F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362" y="3939392"/>
            <a:ext cx="1913280" cy="107856"/>
          </a:xfrm>
          <a:custGeom xmlns:a="http://schemas.openxmlformats.org/drawingml/2006/main">
            <a:pathLst>
              <a:path w="1913280" h="107856" fill="none">
                <a:moveTo>
                  <a:pt x="1913280" y="107856"/>
                </a:moveTo>
                <a:lnTo>
                  <a:pt x="1913280" y="79720"/>
                </a:lnTo>
                <a:cubicBezTo>
                  <a:pt x="1913280" y="60962"/>
                  <a:pt x="1875765" y="51583"/>
                  <a:pt x="1800734" y="51583"/>
                </a:cubicBezTo>
                <a:lnTo>
                  <a:pt x="1069186" y="51583"/>
                </a:lnTo>
                <a:cubicBezTo>
                  <a:pt x="994155" y="51583"/>
                  <a:pt x="956640" y="42205"/>
                  <a:pt x="956640" y="23447"/>
                </a:cubicBezTo>
                <a:lnTo>
                  <a:pt x="956640" y="9378"/>
                </a:lnTo>
                <a:cubicBezTo>
                  <a:pt x="956640" y="0"/>
                  <a:pt x="956640" y="4689"/>
                  <a:pt x="956640" y="23447"/>
                </a:cubicBezTo>
                <a:lnTo>
                  <a:pt x="956640" y="37515"/>
                </a:lnTo>
                <a:cubicBezTo>
                  <a:pt x="956640" y="46893"/>
                  <a:pt x="919125" y="51583"/>
                  <a:pt x="844094" y="51583"/>
                </a:cubicBezTo>
                <a:lnTo>
                  <a:pt x="112546" y="51583"/>
                </a:lnTo>
                <a:cubicBezTo>
                  <a:pt x="37515" y="51583"/>
                  <a:pt x="0" y="60962"/>
                  <a:pt x="0" y="79720"/>
                </a:cubicBezTo>
                <a:lnTo>
                  <a:pt x="0" y="107856"/>
                </a:lnTo>
              </a:path>
            </a:pathLst>
          </a:custGeom>
          <a:noFill xmlns:a="http://schemas.openxmlformats.org/drawingml/2006/main"/>
          <a:ln xmlns:a="http://schemas.openxmlformats.org/drawingml/2006/main" w="22509" cap="flat">
            <a:solidFill>
              <a:srgbClr val="0066CC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7B98F-5721-436E-9DFE-5FEC5EE3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694" y="6534511"/>
            <a:ext cx="110784" cy="103050"/>
          </a:xfrm>
          <a:custGeom xmlns:a="http://schemas.openxmlformats.org/drawingml/2006/main">
            <a:pathLst>
              <a:path w="110784" h="103050">
                <a:moveTo>
                  <a:pt x="3867" y="34805"/>
                </a:moveTo>
                <a:cubicBezTo>
                  <a:pt x="4929" y="28435"/>
                  <a:pt x="9023" y="21080"/>
                  <a:pt x="16151" y="12739"/>
                </a:cubicBezTo>
                <a:cubicBezTo>
                  <a:pt x="23279" y="4398"/>
                  <a:pt x="32075" y="152"/>
                  <a:pt x="42539" y="0"/>
                </a:cubicBezTo>
                <a:cubicBezTo>
                  <a:pt x="47847" y="0"/>
                  <a:pt x="52700" y="1365"/>
                  <a:pt x="57098" y="4095"/>
                </a:cubicBezTo>
                <a:cubicBezTo>
                  <a:pt x="61496" y="6824"/>
                  <a:pt x="64757" y="10237"/>
                  <a:pt x="66880" y="14331"/>
                </a:cubicBezTo>
                <a:cubicBezTo>
                  <a:pt x="73250" y="4777"/>
                  <a:pt x="80908" y="0"/>
                  <a:pt x="89856" y="0"/>
                </a:cubicBezTo>
                <a:cubicBezTo>
                  <a:pt x="95467" y="0"/>
                  <a:pt x="100320" y="1668"/>
                  <a:pt x="104415" y="5005"/>
                </a:cubicBezTo>
                <a:cubicBezTo>
                  <a:pt x="108509" y="8341"/>
                  <a:pt x="110633" y="12815"/>
                  <a:pt x="110784" y="18426"/>
                </a:cubicBezTo>
                <a:cubicBezTo>
                  <a:pt x="110784" y="22824"/>
                  <a:pt x="109723" y="26388"/>
                  <a:pt x="107599" y="29118"/>
                </a:cubicBezTo>
                <a:cubicBezTo>
                  <a:pt x="105476" y="31848"/>
                  <a:pt x="103429" y="33516"/>
                  <a:pt x="101457" y="34122"/>
                </a:cubicBezTo>
                <a:cubicBezTo>
                  <a:pt x="99486" y="34729"/>
                  <a:pt x="97742" y="35032"/>
                  <a:pt x="96225" y="35032"/>
                </a:cubicBezTo>
                <a:cubicBezTo>
                  <a:pt x="93344" y="35032"/>
                  <a:pt x="90993" y="34198"/>
                  <a:pt x="89173" y="32530"/>
                </a:cubicBezTo>
                <a:cubicBezTo>
                  <a:pt x="87353" y="30862"/>
                  <a:pt x="86444" y="28663"/>
                  <a:pt x="86444" y="25933"/>
                </a:cubicBezTo>
                <a:cubicBezTo>
                  <a:pt x="86444" y="18957"/>
                  <a:pt x="90235" y="14180"/>
                  <a:pt x="97818" y="11602"/>
                </a:cubicBezTo>
                <a:cubicBezTo>
                  <a:pt x="96149" y="9630"/>
                  <a:pt x="93116" y="8644"/>
                  <a:pt x="88718" y="8644"/>
                </a:cubicBezTo>
                <a:cubicBezTo>
                  <a:pt x="86747" y="8644"/>
                  <a:pt x="85306" y="8796"/>
                  <a:pt x="84396" y="9099"/>
                </a:cubicBezTo>
                <a:cubicBezTo>
                  <a:pt x="78633" y="11526"/>
                  <a:pt x="74387" y="16530"/>
                  <a:pt x="71657" y="24113"/>
                </a:cubicBezTo>
                <a:cubicBezTo>
                  <a:pt x="62558" y="57629"/>
                  <a:pt x="58008" y="77193"/>
                  <a:pt x="58008" y="82804"/>
                </a:cubicBezTo>
                <a:cubicBezTo>
                  <a:pt x="58008" y="87050"/>
                  <a:pt x="59221" y="90083"/>
                  <a:pt x="61648" y="91903"/>
                </a:cubicBezTo>
                <a:cubicBezTo>
                  <a:pt x="64074" y="93723"/>
                  <a:pt x="66728" y="94633"/>
                  <a:pt x="69610" y="94633"/>
                </a:cubicBezTo>
                <a:cubicBezTo>
                  <a:pt x="75221" y="94633"/>
                  <a:pt x="80756" y="92131"/>
                  <a:pt x="86216" y="87126"/>
                </a:cubicBezTo>
                <a:cubicBezTo>
                  <a:pt x="91676" y="82121"/>
                  <a:pt x="95391" y="75979"/>
                  <a:pt x="97363" y="68700"/>
                </a:cubicBezTo>
                <a:cubicBezTo>
                  <a:pt x="97818" y="67183"/>
                  <a:pt x="98273" y="66349"/>
                  <a:pt x="98728" y="66198"/>
                </a:cubicBezTo>
                <a:cubicBezTo>
                  <a:pt x="99183" y="66046"/>
                  <a:pt x="100396" y="65894"/>
                  <a:pt x="102367" y="65743"/>
                </a:cubicBezTo>
                <a:lnTo>
                  <a:pt x="103277" y="65743"/>
                </a:lnTo>
                <a:cubicBezTo>
                  <a:pt x="105552" y="65743"/>
                  <a:pt x="106690" y="66349"/>
                  <a:pt x="106690" y="67562"/>
                </a:cubicBezTo>
                <a:cubicBezTo>
                  <a:pt x="106690" y="67714"/>
                  <a:pt x="106538" y="68548"/>
                  <a:pt x="106235" y="70065"/>
                </a:cubicBezTo>
                <a:cubicBezTo>
                  <a:pt x="103808" y="78709"/>
                  <a:pt x="99107" y="86368"/>
                  <a:pt x="92131" y="93041"/>
                </a:cubicBezTo>
                <a:cubicBezTo>
                  <a:pt x="85154" y="99713"/>
                  <a:pt x="77041" y="103050"/>
                  <a:pt x="67790" y="103050"/>
                </a:cubicBezTo>
                <a:cubicBezTo>
                  <a:pt x="57174" y="103050"/>
                  <a:pt x="49136" y="98273"/>
                  <a:pt x="43677" y="88718"/>
                </a:cubicBezTo>
                <a:cubicBezTo>
                  <a:pt x="37459" y="98121"/>
                  <a:pt x="30331" y="102822"/>
                  <a:pt x="22293" y="102822"/>
                </a:cubicBezTo>
                <a:lnTo>
                  <a:pt x="20928" y="102822"/>
                </a:lnTo>
                <a:cubicBezTo>
                  <a:pt x="13497" y="102822"/>
                  <a:pt x="8189" y="100851"/>
                  <a:pt x="5005" y="96908"/>
                </a:cubicBezTo>
                <a:cubicBezTo>
                  <a:pt x="1820" y="92965"/>
                  <a:pt x="152" y="88794"/>
                  <a:pt x="0" y="84396"/>
                </a:cubicBezTo>
                <a:cubicBezTo>
                  <a:pt x="0" y="79543"/>
                  <a:pt x="1441" y="75600"/>
                  <a:pt x="4322" y="72567"/>
                </a:cubicBezTo>
                <a:cubicBezTo>
                  <a:pt x="7204" y="69534"/>
                  <a:pt x="10616" y="68017"/>
                  <a:pt x="14559" y="68017"/>
                </a:cubicBezTo>
                <a:cubicBezTo>
                  <a:pt x="21080" y="68017"/>
                  <a:pt x="24341" y="71202"/>
                  <a:pt x="24341" y="77572"/>
                </a:cubicBezTo>
                <a:cubicBezTo>
                  <a:pt x="24341" y="80605"/>
                  <a:pt x="23431" y="83259"/>
                  <a:pt x="21611" y="85534"/>
                </a:cubicBezTo>
                <a:cubicBezTo>
                  <a:pt x="19791" y="87808"/>
                  <a:pt x="18047" y="89325"/>
                  <a:pt x="16379" y="90083"/>
                </a:cubicBezTo>
                <a:cubicBezTo>
                  <a:pt x="14711" y="90842"/>
                  <a:pt x="13725" y="91221"/>
                  <a:pt x="13421" y="91221"/>
                </a:cubicBezTo>
                <a:lnTo>
                  <a:pt x="12739" y="91448"/>
                </a:lnTo>
                <a:cubicBezTo>
                  <a:pt x="12739" y="91600"/>
                  <a:pt x="13194" y="91903"/>
                  <a:pt x="14104" y="92358"/>
                </a:cubicBezTo>
                <a:cubicBezTo>
                  <a:pt x="15014" y="92813"/>
                  <a:pt x="16227" y="93344"/>
                  <a:pt x="17744" y="93950"/>
                </a:cubicBezTo>
                <a:cubicBezTo>
                  <a:pt x="19260" y="94557"/>
                  <a:pt x="20701" y="94785"/>
                  <a:pt x="22066" y="94633"/>
                </a:cubicBezTo>
                <a:cubicBezTo>
                  <a:pt x="27525" y="94633"/>
                  <a:pt x="32227" y="91221"/>
                  <a:pt x="36170" y="84396"/>
                </a:cubicBezTo>
                <a:cubicBezTo>
                  <a:pt x="37535" y="81970"/>
                  <a:pt x="39279" y="76813"/>
                  <a:pt x="41402" y="68927"/>
                </a:cubicBezTo>
                <a:cubicBezTo>
                  <a:pt x="43525" y="61041"/>
                  <a:pt x="45648" y="52852"/>
                  <a:pt x="47771" y="44359"/>
                </a:cubicBezTo>
                <a:cubicBezTo>
                  <a:pt x="49895" y="35866"/>
                  <a:pt x="51108" y="30862"/>
                  <a:pt x="51411" y="29345"/>
                </a:cubicBezTo>
                <a:cubicBezTo>
                  <a:pt x="52169" y="25251"/>
                  <a:pt x="52549" y="22293"/>
                  <a:pt x="52549" y="20473"/>
                </a:cubicBezTo>
                <a:cubicBezTo>
                  <a:pt x="52549" y="16227"/>
                  <a:pt x="51411" y="13194"/>
                  <a:pt x="49136" y="11374"/>
                </a:cubicBezTo>
                <a:cubicBezTo>
                  <a:pt x="46862" y="9554"/>
                  <a:pt x="44283" y="8644"/>
                  <a:pt x="41402" y="8644"/>
                </a:cubicBezTo>
                <a:cubicBezTo>
                  <a:pt x="35336" y="8644"/>
                  <a:pt x="29649" y="11071"/>
                  <a:pt x="24341" y="15924"/>
                </a:cubicBezTo>
                <a:cubicBezTo>
                  <a:pt x="19033" y="20777"/>
                  <a:pt x="15317" y="26995"/>
                  <a:pt x="13194" y="34577"/>
                </a:cubicBezTo>
                <a:cubicBezTo>
                  <a:pt x="12891" y="35942"/>
                  <a:pt x="12512" y="36701"/>
                  <a:pt x="12057" y="36852"/>
                </a:cubicBezTo>
                <a:cubicBezTo>
                  <a:pt x="11602" y="37004"/>
                  <a:pt x="10388" y="37156"/>
                  <a:pt x="8417" y="37307"/>
                </a:cubicBezTo>
                <a:lnTo>
                  <a:pt x="5232" y="37307"/>
                </a:lnTo>
                <a:cubicBezTo>
                  <a:pt x="4322" y="36397"/>
                  <a:pt x="3867" y="35563"/>
                  <a:pt x="3867" y="34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3FB0C-BFDD-4113-A4B9-56531C6D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694" y="6534511"/>
            <a:ext cx="110784" cy="103050"/>
          </a:xfrm>
          <a:custGeom xmlns:a="http://schemas.openxmlformats.org/drawingml/2006/main">
            <a:pathLst>
              <a:path w="110784" h="103050" fill="none">
                <a:moveTo>
                  <a:pt x="3867" y="34805"/>
                </a:moveTo>
                <a:cubicBezTo>
                  <a:pt x="4929" y="28435"/>
                  <a:pt x="9023" y="21080"/>
                  <a:pt x="16151" y="12739"/>
                </a:cubicBezTo>
                <a:cubicBezTo>
                  <a:pt x="23279" y="4398"/>
                  <a:pt x="32075" y="152"/>
                  <a:pt x="42539" y="0"/>
                </a:cubicBezTo>
                <a:cubicBezTo>
                  <a:pt x="47847" y="0"/>
                  <a:pt x="52700" y="1365"/>
                  <a:pt x="57098" y="4095"/>
                </a:cubicBezTo>
                <a:cubicBezTo>
                  <a:pt x="61496" y="6824"/>
                  <a:pt x="64757" y="10237"/>
                  <a:pt x="66880" y="14331"/>
                </a:cubicBezTo>
                <a:cubicBezTo>
                  <a:pt x="73250" y="4777"/>
                  <a:pt x="80908" y="0"/>
                  <a:pt x="89856" y="0"/>
                </a:cubicBezTo>
                <a:cubicBezTo>
                  <a:pt x="95467" y="0"/>
                  <a:pt x="100320" y="1668"/>
                  <a:pt x="104415" y="5005"/>
                </a:cubicBezTo>
                <a:cubicBezTo>
                  <a:pt x="108509" y="8341"/>
                  <a:pt x="110633" y="12815"/>
                  <a:pt x="110784" y="18426"/>
                </a:cubicBezTo>
                <a:cubicBezTo>
                  <a:pt x="110784" y="22824"/>
                  <a:pt x="109723" y="26388"/>
                  <a:pt x="107599" y="29118"/>
                </a:cubicBezTo>
                <a:cubicBezTo>
                  <a:pt x="105476" y="31848"/>
                  <a:pt x="103429" y="33516"/>
                  <a:pt x="101457" y="34122"/>
                </a:cubicBezTo>
                <a:cubicBezTo>
                  <a:pt x="99486" y="34729"/>
                  <a:pt x="97742" y="35032"/>
                  <a:pt x="96225" y="35032"/>
                </a:cubicBezTo>
                <a:cubicBezTo>
                  <a:pt x="93344" y="35032"/>
                  <a:pt x="90993" y="34198"/>
                  <a:pt x="89173" y="32530"/>
                </a:cubicBezTo>
                <a:cubicBezTo>
                  <a:pt x="87353" y="30862"/>
                  <a:pt x="86444" y="28663"/>
                  <a:pt x="86444" y="25933"/>
                </a:cubicBezTo>
                <a:cubicBezTo>
                  <a:pt x="86444" y="18957"/>
                  <a:pt x="90235" y="14180"/>
                  <a:pt x="97818" y="11602"/>
                </a:cubicBezTo>
                <a:cubicBezTo>
                  <a:pt x="96149" y="9630"/>
                  <a:pt x="93116" y="8644"/>
                  <a:pt x="88718" y="8644"/>
                </a:cubicBezTo>
                <a:cubicBezTo>
                  <a:pt x="86747" y="8644"/>
                  <a:pt x="85306" y="8796"/>
                  <a:pt x="84396" y="9099"/>
                </a:cubicBezTo>
                <a:cubicBezTo>
                  <a:pt x="78633" y="11526"/>
                  <a:pt x="74387" y="16530"/>
                  <a:pt x="71657" y="24113"/>
                </a:cubicBezTo>
                <a:cubicBezTo>
                  <a:pt x="62558" y="57629"/>
                  <a:pt x="58008" y="77193"/>
                  <a:pt x="58008" y="82804"/>
                </a:cubicBezTo>
                <a:cubicBezTo>
                  <a:pt x="58008" y="87050"/>
                  <a:pt x="59221" y="90083"/>
                  <a:pt x="61648" y="91903"/>
                </a:cubicBezTo>
                <a:cubicBezTo>
                  <a:pt x="64074" y="93723"/>
                  <a:pt x="66728" y="94633"/>
                  <a:pt x="69610" y="94633"/>
                </a:cubicBezTo>
                <a:cubicBezTo>
                  <a:pt x="75221" y="94633"/>
                  <a:pt x="80756" y="92131"/>
                  <a:pt x="86216" y="87126"/>
                </a:cubicBezTo>
                <a:cubicBezTo>
                  <a:pt x="91676" y="82121"/>
                  <a:pt x="95391" y="75979"/>
                  <a:pt x="97363" y="68700"/>
                </a:cubicBezTo>
                <a:cubicBezTo>
                  <a:pt x="97818" y="67183"/>
                  <a:pt x="98273" y="66349"/>
                  <a:pt x="98728" y="66198"/>
                </a:cubicBezTo>
                <a:cubicBezTo>
                  <a:pt x="99183" y="66046"/>
                  <a:pt x="100396" y="65894"/>
                  <a:pt x="102367" y="65743"/>
                </a:cubicBezTo>
                <a:lnTo>
                  <a:pt x="103277" y="65743"/>
                </a:lnTo>
                <a:cubicBezTo>
                  <a:pt x="105552" y="65743"/>
                  <a:pt x="106690" y="66349"/>
                  <a:pt x="106690" y="67562"/>
                </a:cubicBezTo>
                <a:cubicBezTo>
                  <a:pt x="106690" y="67714"/>
                  <a:pt x="106538" y="68548"/>
                  <a:pt x="106235" y="70065"/>
                </a:cubicBezTo>
                <a:cubicBezTo>
                  <a:pt x="103808" y="78709"/>
                  <a:pt x="99107" y="86368"/>
                  <a:pt x="92131" y="93041"/>
                </a:cubicBezTo>
                <a:cubicBezTo>
                  <a:pt x="85154" y="99713"/>
                  <a:pt x="77041" y="103050"/>
                  <a:pt x="67790" y="103050"/>
                </a:cubicBezTo>
                <a:cubicBezTo>
                  <a:pt x="57174" y="103050"/>
                  <a:pt x="49136" y="98273"/>
                  <a:pt x="43677" y="88718"/>
                </a:cubicBezTo>
                <a:cubicBezTo>
                  <a:pt x="37459" y="98121"/>
                  <a:pt x="30331" y="102822"/>
                  <a:pt x="22293" y="102822"/>
                </a:cubicBezTo>
                <a:lnTo>
                  <a:pt x="20928" y="102822"/>
                </a:lnTo>
                <a:cubicBezTo>
                  <a:pt x="13497" y="102822"/>
                  <a:pt x="8189" y="100851"/>
                  <a:pt x="5005" y="96908"/>
                </a:cubicBezTo>
                <a:cubicBezTo>
                  <a:pt x="1820" y="92965"/>
                  <a:pt x="152" y="88794"/>
                  <a:pt x="0" y="84396"/>
                </a:cubicBezTo>
                <a:cubicBezTo>
                  <a:pt x="0" y="79543"/>
                  <a:pt x="1441" y="75600"/>
                  <a:pt x="4322" y="72567"/>
                </a:cubicBezTo>
                <a:cubicBezTo>
                  <a:pt x="7204" y="69534"/>
                  <a:pt x="10616" y="68017"/>
                  <a:pt x="14559" y="68017"/>
                </a:cubicBezTo>
                <a:cubicBezTo>
                  <a:pt x="21080" y="68017"/>
                  <a:pt x="24341" y="71202"/>
                  <a:pt x="24341" y="77572"/>
                </a:cubicBezTo>
                <a:cubicBezTo>
                  <a:pt x="24341" y="80605"/>
                  <a:pt x="23431" y="83259"/>
                  <a:pt x="21611" y="85534"/>
                </a:cubicBezTo>
                <a:cubicBezTo>
                  <a:pt x="19791" y="87808"/>
                  <a:pt x="18047" y="89325"/>
                  <a:pt x="16379" y="90083"/>
                </a:cubicBezTo>
                <a:cubicBezTo>
                  <a:pt x="14711" y="90842"/>
                  <a:pt x="13725" y="91221"/>
                  <a:pt x="13421" y="91221"/>
                </a:cubicBezTo>
                <a:lnTo>
                  <a:pt x="12739" y="91448"/>
                </a:lnTo>
                <a:cubicBezTo>
                  <a:pt x="12739" y="91600"/>
                  <a:pt x="13194" y="91903"/>
                  <a:pt x="14104" y="92358"/>
                </a:cubicBezTo>
                <a:cubicBezTo>
                  <a:pt x="15014" y="92813"/>
                  <a:pt x="16227" y="93344"/>
                  <a:pt x="17744" y="93950"/>
                </a:cubicBezTo>
                <a:cubicBezTo>
                  <a:pt x="19260" y="94557"/>
                  <a:pt x="20701" y="94785"/>
                  <a:pt x="22066" y="94633"/>
                </a:cubicBezTo>
                <a:cubicBezTo>
                  <a:pt x="27525" y="94633"/>
                  <a:pt x="32227" y="91221"/>
                  <a:pt x="36170" y="84396"/>
                </a:cubicBezTo>
                <a:cubicBezTo>
                  <a:pt x="37535" y="81970"/>
                  <a:pt x="39279" y="76813"/>
                  <a:pt x="41402" y="68927"/>
                </a:cubicBezTo>
                <a:cubicBezTo>
                  <a:pt x="43525" y="61041"/>
                  <a:pt x="45648" y="52852"/>
                  <a:pt x="47771" y="44359"/>
                </a:cubicBezTo>
                <a:cubicBezTo>
                  <a:pt x="49895" y="35866"/>
                  <a:pt x="51108" y="30862"/>
                  <a:pt x="51411" y="29345"/>
                </a:cubicBezTo>
                <a:cubicBezTo>
                  <a:pt x="52169" y="25251"/>
                  <a:pt x="52549" y="22293"/>
                  <a:pt x="52549" y="20473"/>
                </a:cubicBezTo>
                <a:cubicBezTo>
                  <a:pt x="52549" y="16227"/>
                  <a:pt x="51411" y="13194"/>
                  <a:pt x="49136" y="11374"/>
                </a:cubicBezTo>
                <a:cubicBezTo>
                  <a:pt x="46862" y="9554"/>
                  <a:pt x="44283" y="8644"/>
                  <a:pt x="41402" y="8644"/>
                </a:cubicBezTo>
                <a:cubicBezTo>
                  <a:pt x="35336" y="8644"/>
                  <a:pt x="29649" y="11071"/>
                  <a:pt x="24341" y="15924"/>
                </a:cubicBezTo>
                <a:cubicBezTo>
                  <a:pt x="19033" y="20777"/>
                  <a:pt x="15317" y="26995"/>
                  <a:pt x="13194" y="34577"/>
                </a:cubicBezTo>
                <a:cubicBezTo>
                  <a:pt x="12891" y="35942"/>
                  <a:pt x="12512" y="36701"/>
                  <a:pt x="12057" y="36852"/>
                </a:cubicBezTo>
                <a:cubicBezTo>
                  <a:pt x="11602" y="37004"/>
                  <a:pt x="10388" y="37156"/>
                  <a:pt x="8417" y="37307"/>
                </a:cubicBezTo>
                <a:lnTo>
                  <a:pt x="5232" y="37307"/>
                </a:lnTo>
                <a:cubicBezTo>
                  <a:pt x="4322" y="36397"/>
                  <a:pt x="3867" y="35563"/>
                  <a:pt x="3867" y="348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" cap="flat">
            <a:solidFill>
              <a:srgbClr val="000000">
                <a:alpha val="4360"/>
              </a:srgbClr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AAF37-C210-4318-84EF-5F4B65D2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697" y="4002330"/>
            <a:ext cx="115316" cy="160351"/>
          </a:xfrm>
          <a:custGeom xmlns:a="http://schemas.openxmlformats.org/drawingml/2006/main">
            <a:pathLst>
              <a:path w="115316" h="160351">
                <a:moveTo>
                  <a:pt x="20243" y="2502"/>
                </a:moveTo>
                <a:cubicBezTo>
                  <a:pt x="20395" y="2502"/>
                  <a:pt x="25853" y="2123"/>
                  <a:pt x="36619" y="1365"/>
                </a:cubicBezTo>
                <a:cubicBezTo>
                  <a:pt x="47385" y="607"/>
                  <a:pt x="52920" y="152"/>
                  <a:pt x="53223" y="0"/>
                </a:cubicBezTo>
                <a:cubicBezTo>
                  <a:pt x="55043" y="0"/>
                  <a:pt x="55952" y="682"/>
                  <a:pt x="55952" y="2047"/>
                </a:cubicBezTo>
                <a:cubicBezTo>
                  <a:pt x="55952" y="3715"/>
                  <a:pt x="53223" y="15163"/>
                  <a:pt x="47764" y="36392"/>
                </a:cubicBezTo>
                <a:cubicBezTo>
                  <a:pt x="42002" y="58833"/>
                  <a:pt x="39121" y="70282"/>
                  <a:pt x="39121" y="70737"/>
                </a:cubicBezTo>
                <a:cubicBezTo>
                  <a:pt x="39121" y="71040"/>
                  <a:pt x="39652" y="70661"/>
                  <a:pt x="40713" y="69599"/>
                </a:cubicBezTo>
                <a:cubicBezTo>
                  <a:pt x="49963" y="61411"/>
                  <a:pt x="59819" y="57317"/>
                  <a:pt x="70282" y="57317"/>
                </a:cubicBezTo>
                <a:cubicBezTo>
                  <a:pt x="78470" y="57317"/>
                  <a:pt x="85066" y="59364"/>
                  <a:pt x="90070" y="63458"/>
                </a:cubicBezTo>
                <a:cubicBezTo>
                  <a:pt x="95074" y="67552"/>
                  <a:pt x="97651" y="73542"/>
                  <a:pt x="97803" y="81427"/>
                </a:cubicBezTo>
                <a:cubicBezTo>
                  <a:pt x="97803" y="89160"/>
                  <a:pt x="94922" y="101139"/>
                  <a:pt x="89160" y="117364"/>
                </a:cubicBezTo>
                <a:cubicBezTo>
                  <a:pt x="83398" y="133588"/>
                  <a:pt x="80517" y="143293"/>
                  <a:pt x="80517" y="146477"/>
                </a:cubicBezTo>
                <a:cubicBezTo>
                  <a:pt x="80668" y="148600"/>
                  <a:pt x="81048" y="150040"/>
                  <a:pt x="81654" y="150798"/>
                </a:cubicBezTo>
                <a:cubicBezTo>
                  <a:pt x="82261" y="151557"/>
                  <a:pt x="83398" y="151936"/>
                  <a:pt x="85066" y="151936"/>
                </a:cubicBezTo>
                <a:cubicBezTo>
                  <a:pt x="89312" y="151936"/>
                  <a:pt x="93254" y="149661"/>
                  <a:pt x="96893" y="145112"/>
                </a:cubicBezTo>
                <a:cubicBezTo>
                  <a:pt x="100532" y="140563"/>
                  <a:pt x="103489" y="134346"/>
                  <a:pt x="105764" y="126461"/>
                </a:cubicBezTo>
                <a:cubicBezTo>
                  <a:pt x="106219" y="124794"/>
                  <a:pt x="106673" y="123808"/>
                  <a:pt x="107128" y="123505"/>
                </a:cubicBezTo>
                <a:cubicBezTo>
                  <a:pt x="107583" y="123201"/>
                  <a:pt x="108796" y="123050"/>
                  <a:pt x="110768" y="123050"/>
                </a:cubicBezTo>
                <a:cubicBezTo>
                  <a:pt x="113800" y="123050"/>
                  <a:pt x="115316" y="123656"/>
                  <a:pt x="115316" y="124869"/>
                </a:cubicBezTo>
                <a:cubicBezTo>
                  <a:pt x="115316" y="125021"/>
                  <a:pt x="115013" y="126158"/>
                  <a:pt x="114407" y="128281"/>
                </a:cubicBezTo>
                <a:cubicBezTo>
                  <a:pt x="111981" y="137227"/>
                  <a:pt x="108114" y="144582"/>
                  <a:pt x="102807" y="150344"/>
                </a:cubicBezTo>
                <a:cubicBezTo>
                  <a:pt x="97651" y="156864"/>
                  <a:pt x="91510" y="160124"/>
                  <a:pt x="84383" y="160124"/>
                </a:cubicBezTo>
                <a:lnTo>
                  <a:pt x="83246" y="160124"/>
                </a:lnTo>
                <a:cubicBezTo>
                  <a:pt x="76119" y="160124"/>
                  <a:pt x="70964" y="158077"/>
                  <a:pt x="67780" y="153983"/>
                </a:cubicBezTo>
                <a:cubicBezTo>
                  <a:pt x="64595" y="149889"/>
                  <a:pt x="63003" y="145567"/>
                  <a:pt x="63003" y="141018"/>
                </a:cubicBezTo>
                <a:cubicBezTo>
                  <a:pt x="63003" y="138592"/>
                  <a:pt x="65733" y="129646"/>
                  <a:pt x="71191" y="114179"/>
                </a:cubicBezTo>
                <a:cubicBezTo>
                  <a:pt x="76650" y="98713"/>
                  <a:pt x="79455" y="87113"/>
                  <a:pt x="79607" y="79380"/>
                </a:cubicBezTo>
                <a:cubicBezTo>
                  <a:pt x="79607" y="70433"/>
                  <a:pt x="76271" y="65960"/>
                  <a:pt x="69599" y="65960"/>
                </a:cubicBezTo>
                <a:lnTo>
                  <a:pt x="68462" y="65960"/>
                </a:lnTo>
                <a:cubicBezTo>
                  <a:pt x="55877" y="65960"/>
                  <a:pt x="44959" y="73390"/>
                  <a:pt x="35709" y="88250"/>
                </a:cubicBezTo>
                <a:lnTo>
                  <a:pt x="34117" y="91207"/>
                </a:lnTo>
                <a:lnTo>
                  <a:pt x="26384" y="121912"/>
                </a:lnTo>
                <a:cubicBezTo>
                  <a:pt x="21532" y="141625"/>
                  <a:pt x="18727" y="152391"/>
                  <a:pt x="17968" y="154210"/>
                </a:cubicBezTo>
                <a:cubicBezTo>
                  <a:pt x="15997" y="158304"/>
                  <a:pt x="12661" y="160351"/>
                  <a:pt x="7961" y="160351"/>
                </a:cubicBezTo>
                <a:cubicBezTo>
                  <a:pt x="5838" y="160351"/>
                  <a:pt x="4018" y="159669"/>
                  <a:pt x="2502" y="158304"/>
                </a:cubicBezTo>
                <a:cubicBezTo>
                  <a:pt x="986" y="156940"/>
                  <a:pt x="152" y="155575"/>
                  <a:pt x="0" y="154210"/>
                </a:cubicBezTo>
                <a:cubicBezTo>
                  <a:pt x="0" y="152087"/>
                  <a:pt x="5535" y="129039"/>
                  <a:pt x="16604" y="85066"/>
                </a:cubicBezTo>
                <a:lnTo>
                  <a:pt x="33435" y="17741"/>
                </a:lnTo>
                <a:cubicBezTo>
                  <a:pt x="33435" y="15770"/>
                  <a:pt x="32904" y="14557"/>
                  <a:pt x="31843" y="14102"/>
                </a:cubicBezTo>
                <a:cubicBezTo>
                  <a:pt x="30781" y="13647"/>
                  <a:pt x="27825" y="13268"/>
                  <a:pt x="22972" y="12965"/>
                </a:cubicBezTo>
                <a:lnTo>
                  <a:pt x="18196" y="12965"/>
                </a:lnTo>
                <a:cubicBezTo>
                  <a:pt x="17286" y="12055"/>
                  <a:pt x="16831" y="11448"/>
                  <a:pt x="16831" y="11145"/>
                </a:cubicBezTo>
                <a:cubicBezTo>
                  <a:pt x="16831" y="10842"/>
                  <a:pt x="16983" y="9401"/>
                  <a:pt x="17286" y="6823"/>
                </a:cubicBezTo>
                <a:cubicBezTo>
                  <a:pt x="18044" y="3942"/>
                  <a:pt x="19030" y="2502"/>
                  <a:pt x="20243" y="2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1E68E-1EA6-4AFD-BEF0-45812687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697" y="4002330"/>
            <a:ext cx="115316" cy="160351"/>
          </a:xfrm>
          <a:custGeom xmlns:a="http://schemas.openxmlformats.org/drawingml/2006/main">
            <a:pathLst>
              <a:path w="115316" h="160351" fill="none">
                <a:moveTo>
                  <a:pt x="20243" y="2502"/>
                </a:moveTo>
                <a:cubicBezTo>
                  <a:pt x="20395" y="2502"/>
                  <a:pt x="25853" y="2123"/>
                  <a:pt x="36619" y="1365"/>
                </a:cubicBezTo>
                <a:cubicBezTo>
                  <a:pt x="47385" y="607"/>
                  <a:pt x="52920" y="152"/>
                  <a:pt x="53223" y="0"/>
                </a:cubicBezTo>
                <a:cubicBezTo>
                  <a:pt x="55043" y="0"/>
                  <a:pt x="55952" y="682"/>
                  <a:pt x="55952" y="2047"/>
                </a:cubicBezTo>
                <a:cubicBezTo>
                  <a:pt x="55952" y="3715"/>
                  <a:pt x="53223" y="15163"/>
                  <a:pt x="47764" y="36392"/>
                </a:cubicBezTo>
                <a:cubicBezTo>
                  <a:pt x="42002" y="58833"/>
                  <a:pt x="39121" y="70282"/>
                  <a:pt x="39121" y="70737"/>
                </a:cubicBezTo>
                <a:cubicBezTo>
                  <a:pt x="39121" y="71040"/>
                  <a:pt x="39652" y="70661"/>
                  <a:pt x="40713" y="69599"/>
                </a:cubicBezTo>
                <a:cubicBezTo>
                  <a:pt x="49963" y="61411"/>
                  <a:pt x="59819" y="57317"/>
                  <a:pt x="70282" y="57317"/>
                </a:cubicBezTo>
                <a:cubicBezTo>
                  <a:pt x="78470" y="57317"/>
                  <a:pt x="85066" y="59364"/>
                  <a:pt x="90070" y="63458"/>
                </a:cubicBezTo>
                <a:cubicBezTo>
                  <a:pt x="95074" y="67552"/>
                  <a:pt x="97651" y="73542"/>
                  <a:pt x="97803" y="81427"/>
                </a:cubicBezTo>
                <a:cubicBezTo>
                  <a:pt x="97803" y="89160"/>
                  <a:pt x="94922" y="101139"/>
                  <a:pt x="89160" y="117364"/>
                </a:cubicBezTo>
                <a:cubicBezTo>
                  <a:pt x="83398" y="133588"/>
                  <a:pt x="80517" y="143293"/>
                  <a:pt x="80517" y="146477"/>
                </a:cubicBezTo>
                <a:cubicBezTo>
                  <a:pt x="80668" y="148600"/>
                  <a:pt x="81048" y="150040"/>
                  <a:pt x="81654" y="150798"/>
                </a:cubicBezTo>
                <a:cubicBezTo>
                  <a:pt x="82261" y="151557"/>
                  <a:pt x="83398" y="151936"/>
                  <a:pt x="85066" y="151936"/>
                </a:cubicBezTo>
                <a:cubicBezTo>
                  <a:pt x="89312" y="151936"/>
                  <a:pt x="93254" y="149661"/>
                  <a:pt x="96893" y="145112"/>
                </a:cubicBezTo>
                <a:cubicBezTo>
                  <a:pt x="100532" y="140563"/>
                  <a:pt x="103489" y="134346"/>
                  <a:pt x="105764" y="126461"/>
                </a:cubicBezTo>
                <a:cubicBezTo>
                  <a:pt x="106219" y="124794"/>
                  <a:pt x="106673" y="123808"/>
                  <a:pt x="107128" y="123505"/>
                </a:cubicBezTo>
                <a:cubicBezTo>
                  <a:pt x="107583" y="123201"/>
                  <a:pt x="108796" y="123050"/>
                  <a:pt x="110768" y="123050"/>
                </a:cubicBezTo>
                <a:cubicBezTo>
                  <a:pt x="113800" y="123050"/>
                  <a:pt x="115316" y="123656"/>
                  <a:pt x="115316" y="124869"/>
                </a:cubicBezTo>
                <a:cubicBezTo>
                  <a:pt x="115316" y="125021"/>
                  <a:pt x="115013" y="126158"/>
                  <a:pt x="114407" y="128281"/>
                </a:cubicBezTo>
                <a:cubicBezTo>
                  <a:pt x="111981" y="137227"/>
                  <a:pt x="108114" y="144582"/>
                  <a:pt x="102807" y="150344"/>
                </a:cubicBezTo>
                <a:cubicBezTo>
                  <a:pt x="97651" y="156864"/>
                  <a:pt x="91510" y="160124"/>
                  <a:pt x="84383" y="160124"/>
                </a:cubicBezTo>
                <a:lnTo>
                  <a:pt x="83246" y="160124"/>
                </a:lnTo>
                <a:cubicBezTo>
                  <a:pt x="76119" y="160124"/>
                  <a:pt x="70964" y="158077"/>
                  <a:pt x="67780" y="153983"/>
                </a:cubicBezTo>
                <a:cubicBezTo>
                  <a:pt x="64595" y="149889"/>
                  <a:pt x="63003" y="145567"/>
                  <a:pt x="63003" y="141018"/>
                </a:cubicBezTo>
                <a:cubicBezTo>
                  <a:pt x="63003" y="138592"/>
                  <a:pt x="65733" y="129646"/>
                  <a:pt x="71191" y="114179"/>
                </a:cubicBezTo>
                <a:cubicBezTo>
                  <a:pt x="76650" y="98713"/>
                  <a:pt x="79455" y="87113"/>
                  <a:pt x="79607" y="79380"/>
                </a:cubicBezTo>
                <a:cubicBezTo>
                  <a:pt x="79607" y="70433"/>
                  <a:pt x="76271" y="65960"/>
                  <a:pt x="69599" y="65960"/>
                </a:cubicBezTo>
                <a:lnTo>
                  <a:pt x="68462" y="65960"/>
                </a:lnTo>
                <a:cubicBezTo>
                  <a:pt x="55877" y="65960"/>
                  <a:pt x="44959" y="73390"/>
                  <a:pt x="35709" y="88250"/>
                </a:cubicBezTo>
                <a:lnTo>
                  <a:pt x="34117" y="91207"/>
                </a:lnTo>
                <a:lnTo>
                  <a:pt x="26384" y="121912"/>
                </a:lnTo>
                <a:cubicBezTo>
                  <a:pt x="21532" y="141625"/>
                  <a:pt x="18727" y="152391"/>
                  <a:pt x="17968" y="154210"/>
                </a:cubicBezTo>
                <a:cubicBezTo>
                  <a:pt x="15997" y="158304"/>
                  <a:pt x="12661" y="160351"/>
                  <a:pt x="7961" y="160351"/>
                </a:cubicBezTo>
                <a:cubicBezTo>
                  <a:pt x="5838" y="160351"/>
                  <a:pt x="4018" y="159669"/>
                  <a:pt x="2502" y="158304"/>
                </a:cubicBezTo>
                <a:cubicBezTo>
                  <a:pt x="986" y="156940"/>
                  <a:pt x="152" y="155575"/>
                  <a:pt x="0" y="154210"/>
                </a:cubicBezTo>
                <a:cubicBezTo>
                  <a:pt x="0" y="152087"/>
                  <a:pt x="5535" y="129039"/>
                  <a:pt x="16604" y="85066"/>
                </a:cubicBezTo>
                <a:lnTo>
                  <a:pt x="33435" y="17741"/>
                </a:lnTo>
                <a:cubicBezTo>
                  <a:pt x="33435" y="15770"/>
                  <a:pt x="32904" y="14557"/>
                  <a:pt x="31843" y="14102"/>
                </a:cubicBezTo>
                <a:cubicBezTo>
                  <a:pt x="30781" y="13647"/>
                  <a:pt x="27825" y="13268"/>
                  <a:pt x="22972" y="12965"/>
                </a:cubicBezTo>
                <a:lnTo>
                  <a:pt x="18196" y="12965"/>
                </a:lnTo>
                <a:cubicBezTo>
                  <a:pt x="17286" y="12055"/>
                  <a:pt x="16831" y="11448"/>
                  <a:pt x="16831" y="11145"/>
                </a:cubicBezTo>
                <a:cubicBezTo>
                  <a:pt x="16831" y="10842"/>
                  <a:pt x="16983" y="9401"/>
                  <a:pt x="17286" y="6823"/>
                </a:cubicBezTo>
                <a:cubicBezTo>
                  <a:pt x="18044" y="3942"/>
                  <a:pt x="19030" y="2502"/>
                  <a:pt x="20243" y="25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" cap="flat">
            <a:solidFill>
              <a:srgbClr val="000000">
                <a:alpha val="4360"/>
              </a:srgbClr>
            </a:solidFill>
            <a:miter/>
          </a:ln>
        </p:spPr>
      </p:sp>
      <p:sp>
        <p:nvSpPr>
          <p:cNvPr id="107" name="Text Cosine">
            <a:extLst xmlns:a="http://schemas.openxmlformats.org/drawingml/2006/main">
              <a:ext uri="{FF2B5EF4-FFF2-40B4-BE49-F238E27FC236}">
                <a16:creationId xmlns:a16="http://schemas.microsoft.com/office/drawing/2014/main" id="{CC543D0F-4175-407A-A99E-2A916428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724" y="5092561"/>
            <a:ext cx="381647" cy="93378"/>
          </a:xfrm>
          <a:custGeom xmlns:a="http://schemas.openxmlformats.org/drawingml/2006/main">
            <a:pathLst>
              <a:path w="381647" h="93378">
                <a:moveTo>
                  <a:pt x="84805" y="0"/>
                </a:moveTo>
                <a:lnTo>
                  <a:pt x="84805" y="30994"/>
                </a:lnTo>
                <a:lnTo>
                  <a:pt x="82233" y="30994"/>
                </a:lnTo>
                <a:cubicBezTo>
                  <a:pt x="80299" y="22862"/>
                  <a:pt x="76694" y="16631"/>
                  <a:pt x="71418" y="12301"/>
                </a:cubicBezTo>
                <a:cubicBezTo>
                  <a:pt x="66143" y="7969"/>
                  <a:pt x="60164" y="5803"/>
                  <a:pt x="53481" y="5803"/>
                </a:cubicBezTo>
                <a:cubicBezTo>
                  <a:pt x="47898" y="5803"/>
                  <a:pt x="42776" y="7408"/>
                  <a:pt x="38116" y="10617"/>
                </a:cubicBezTo>
                <a:cubicBezTo>
                  <a:pt x="33456" y="13826"/>
                  <a:pt x="30049" y="18025"/>
                  <a:pt x="27895" y="23213"/>
                </a:cubicBezTo>
                <a:cubicBezTo>
                  <a:pt x="25125" y="29851"/>
                  <a:pt x="23740" y="37237"/>
                  <a:pt x="23740" y="45370"/>
                </a:cubicBezTo>
                <a:cubicBezTo>
                  <a:pt x="23740" y="53371"/>
                  <a:pt x="24751" y="60658"/>
                  <a:pt x="26774" y="67231"/>
                </a:cubicBezTo>
                <a:cubicBezTo>
                  <a:pt x="28796" y="73803"/>
                  <a:pt x="31961" y="78771"/>
                  <a:pt x="36270" y="82134"/>
                </a:cubicBezTo>
                <a:cubicBezTo>
                  <a:pt x="40578" y="85498"/>
                  <a:pt x="46161" y="87179"/>
                  <a:pt x="53020" y="87179"/>
                </a:cubicBezTo>
                <a:cubicBezTo>
                  <a:pt x="58647" y="87179"/>
                  <a:pt x="63802" y="85948"/>
                  <a:pt x="68484" y="83486"/>
                </a:cubicBezTo>
                <a:cubicBezTo>
                  <a:pt x="73166" y="81024"/>
                  <a:pt x="78101" y="76782"/>
                  <a:pt x="83288" y="70759"/>
                </a:cubicBezTo>
                <a:lnTo>
                  <a:pt x="83288" y="78474"/>
                </a:lnTo>
                <a:cubicBezTo>
                  <a:pt x="78277" y="83706"/>
                  <a:pt x="73056" y="87498"/>
                  <a:pt x="67626" y="89850"/>
                </a:cubicBezTo>
                <a:cubicBezTo>
                  <a:pt x="62197" y="92202"/>
                  <a:pt x="55855" y="93378"/>
                  <a:pt x="48601" y="93378"/>
                </a:cubicBezTo>
                <a:cubicBezTo>
                  <a:pt x="39061" y="93378"/>
                  <a:pt x="30587" y="91468"/>
                  <a:pt x="23180" y="87649"/>
                </a:cubicBezTo>
                <a:cubicBezTo>
                  <a:pt x="15772" y="83830"/>
                  <a:pt x="10057" y="78342"/>
                  <a:pt x="6034" y="71187"/>
                </a:cubicBezTo>
                <a:cubicBezTo>
                  <a:pt x="2011" y="64031"/>
                  <a:pt x="0" y="56414"/>
                  <a:pt x="0" y="48336"/>
                </a:cubicBezTo>
                <a:cubicBezTo>
                  <a:pt x="0" y="39819"/>
                  <a:pt x="2231" y="31741"/>
                  <a:pt x="6693" y="24103"/>
                </a:cubicBezTo>
                <a:cubicBezTo>
                  <a:pt x="11156" y="16463"/>
                  <a:pt x="17179" y="10536"/>
                  <a:pt x="24762" y="6322"/>
                </a:cubicBezTo>
                <a:cubicBezTo>
                  <a:pt x="32346" y="2107"/>
                  <a:pt x="40402" y="0"/>
                  <a:pt x="48931" y="0"/>
                </a:cubicBezTo>
                <a:cubicBezTo>
                  <a:pt x="55218" y="0"/>
                  <a:pt x="61856" y="1363"/>
                  <a:pt x="68846" y="4089"/>
                </a:cubicBezTo>
                <a:cubicBezTo>
                  <a:pt x="72891" y="5671"/>
                  <a:pt x="75463" y="6463"/>
                  <a:pt x="76562" y="6463"/>
                </a:cubicBezTo>
                <a:cubicBezTo>
                  <a:pt x="77969" y="6463"/>
                  <a:pt x="79189" y="5946"/>
                  <a:pt x="80222" y="4913"/>
                </a:cubicBezTo>
                <a:cubicBezTo>
                  <a:pt x="81255" y="3880"/>
                  <a:pt x="81926" y="2242"/>
                  <a:pt x="82233" y="0"/>
                </a:cubicBezTo>
                <a:lnTo>
                  <a:pt x="84805" y="0"/>
                </a:lnTo>
                <a:close/>
                <a:moveTo>
                  <a:pt x="125800" y="27829"/>
                </a:moveTo>
                <a:cubicBezTo>
                  <a:pt x="131164" y="27829"/>
                  <a:pt x="136153" y="29215"/>
                  <a:pt x="140770" y="31987"/>
                </a:cubicBezTo>
                <a:cubicBezTo>
                  <a:pt x="145386" y="34760"/>
                  <a:pt x="148892" y="38699"/>
                  <a:pt x="151288" y="43804"/>
                </a:cubicBezTo>
                <a:cubicBezTo>
                  <a:pt x="153684" y="48909"/>
                  <a:pt x="154882" y="54498"/>
                  <a:pt x="154882" y="60570"/>
                </a:cubicBezTo>
                <a:cubicBezTo>
                  <a:pt x="154882" y="69327"/>
                  <a:pt x="152662" y="76655"/>
                  <a:pt x="148221" y="82553"/>
                </a:cubicBezTo>
                <a:cubicBezTo>
                  <a:pt x="142858" y="89682"/>
                  <a:pt x="135450" y="93246"/>
                  <a:pt x="125998" y="93246"/>
                </a:cubicBezTo>
                <a:cubicBezTo>
                  <a:pt x="116722" y="93246"/>
                  <a:pt x="109578" y="89989"/>
                  <a:pt x="104566" y="83476"/>
                </a:cubicBezTo>
                <a:cubicBezTo>
                  <a:pt x="99554" y="76962"/>
                  <a:pt x="97048" y="69415"/>
                  <a:pt x="97048" y="60834"/>
                </a:cubicBezTo>
                <a:cubicBezTo>
                  <a:pt x="97048" y="51989"/>
                  <a:pt x="99609" y="44277"/>
                  <a:pt x="104731" y="37698"/>
                </a:cubicBezTo>
                <a:cubicBezTo>
                  <a:pt x="109852" y="31118"/>
                  <a:pt x="116876" y="27829"/>
                  <a:pt x="125800" y="27829"/>
                </a:cubicBezTo>
                <a:moveTo>
                  <a:pt x="126064" y="32445"/>
                </a:moveTo>
                <a:cubicBezTo>
                  <a:pt x="123822" y="32445"/>
                  <a:pt x="121898" y="33293"/>
                  <a:pt x="120294" y="34988"/>
                </a:cubicBezTo>
                <a:cubicBezTo>
                  <a:pt x="118689" y="36682"/>
                  <a:pt x="117634" y="40026"/>
                  <a:pt x="117128" y="45022"/>
                </a:cubicBezTo>
                <a:cubicBezTo>
                  <a:pt x="116623" y="50017"/>
                  <a:pt x="116370" y="56961"/>
                  <a:pt x="116370" y="65852"/>
                </a:cubicBezTo>
                <a:cubicBezTo>
                  <a:pt x="116370" y="70562"/>
                  <a:pt x="116678" y="74964"/>
                  <a:pt x="117293" y="79058"/>
                </a:cubicBezTo>
                <a:cubicBezTo>
                  <a:pt x="117777" y="82182"/>
                  <a:pt x="118810" y="84558"/>
                  <a:pt x="120393" y="86188"/>
                </a:cubicBezTo>
                <a:cubicBezTo>
                  <a:pt x="121975" y="87816"/>
                  <a:pt x="123778" y="88630"/>
                  <a:pt x="125800" y="88630"/>
                </a:cubicBezTo>
                <a:cubicBezTo>
                  <a:pt x="127778" y="88630"/>
                  <a:pt x="129427" y="88080"/>
                  <a:pt x="130746" y="86979"/>
                </a:cubicBezTo>
                <a:cubicBezTo>
                  <a:pt x="132460" y="85483"/>
                  <a:pt x="133604" y="83392"/>
                  <a:pt x="134175" y="80706"/>
                </a:cubicBezTo>
                <a:cubicBezTo>
                  <a:pt x="135054" y="76526"/>
                  <a:pt x="135494" y="68075"/>
                  <a:pt x="135494" y="55355"/>
                </a:cubicBezTo>
                <a:cubicBezTo>
                  <a:pt x="135494" y="47873"/>
                  <a:pt x="135076" y="42734"/>
                  <a:pt x="134241" y="39940"/>
                </a:cubicBezTo>
                <a:cubicBezTo>
                  <a:pt x="133406" y="37144"/>
                  <a:pt x="132175" y="35108"/>
                  <a:pt x="130548" y="33832"/>
                </a:cubicBezTo>
                <a:cubicBezTo>
                  <a:pt x="129405" y="32907"/>
                  <a:pt x="127910" y="32445"/>
                  <a:pt x="126064" y="32445"/>
                </a:cubicBezTo>
                <a:close/>
                <a:moveTo>
                  <a:pt x="203220" y="28093"/>
                </a:moveTo>
                <a:lnTo>
                  <a:pt x="204209" y="49195"/>
                </a:lnTo>
                <a:lnTo>
                  <a:pt x="201967" y="49195"/>
                </a:lnTo>
                <a:cubicBezTo>
                  <a:pt x="199285" y="42901"/>
                  <a:pt x="196504" y="38602"/>
                  <a:pt x="193625" y="36299"/>
                </a:cubicBezTo>
                <a:cubicBezTo>
                  <a:pt x="190745" y="33993"/>
                  <a:pt x="187876" y="32841"/>
                  <a:pt x="185019" y="32841"/>
                </a:cubicBezTo>
                <a:cubicBezTo>
                  <a:pt x="183216" y="32841"/>
                  <a:pt x="181678" y="33445"/>
                  <a:pt x="180403" y="34654"/>
                </a:cubicBezTo>
                <a:cubicBezTo>
                  <a:pt x="179128" y="35863"/>
                  <a:pt x="178490" y="37259"/>
                  <a:pt x="178490" y="38842"/>
                </a:cubicBezTo>
                <a:cubicBezTo>
                  <a:pt x="178490" y="40029"/>
                  <a:pt x="178930" y="41172"/>
                  <a:pt x="179809" y="42271"/>
                </a:cubicBezTo>
                <a:cubicBezTo>
                  <a:pt x="181216" y="44073"/>
                  <a:pt x="185151" y="47162"/>
                  <a:pt x="191613" y="51536"/>
                </a:cubicBezTo>
                <a:cubicBezTo>
                  <a:pt x="198076" y="55910"/>
                  <a:pt x="202329" y="59625"/>
                  <a:pt x="204374" y="62681"/>
                </a:cubicBezTo>
                <a:cubicBezTo>
                  <a:pt x="206418" y="65736"/>
                  <a:pt x="207440" y="69154"/>
                  <a:pt x="207440" y="72935"/>
                </a:cubicBezTo>
                <a:cubicBezTo>
                  <a:pt x="207440" y="76364"/>
                  <a:pt x="206583" y="79727"/>
                  <a:pt x="204868" y="83025"/>
                </a:cubicBezTo>
                <a:cubicBezTo>
                  <a:pt x="203154" y="86322"/>
                  <a:pt x="200736" y="88850"/>
                  <a:pt x="197614" y="90608"/>
                </a:cubicBezTo>
                <a:cubicBezTo>
                  <a:pt x="194493" y="92367"/>
                  <a:pt x="191042" y="93246"/>
                  <a:pt x="187261" y="93246"/>
                </a:cubicBezTo>
                <a:cubicBezTo>
                  <a:pt x="184315" y="93246"/>
                  <a:pt x="180381" y="92306"/>
                  <a:pt x="175457" y="90425"/>
                </a:cubicBezTo>
                <a:cubicBezTo>
                  <a:pt x="174138" y="89932"/>
                  <a:pt x="173237" y="89685"/>
                  <a:pt x="172753" y="89685"/>
                </a:cubicBezTo>
                <a:cubicBezTo>
                  <a:pt x="171302" y="89685"/>
                  <a:pt x="170093" y="90784"/>
                  <a:pt x="169126" y="92982"/>
                </a:cubicBezTo>
                <a:lnTo>
                  <a:pt x="166950" y="92982"/>
                </a:lnTo>
                <a:lnTo>
                  <a:pt x="165895" y="70825"/>
                </a:lnTo>
                <a:lnTo>
                  <a:pt x="168137" y="70825"/>
                </a:lnTo>
                <a:cubicBezTo>
                  <a:pt x="170115" y="76628"/>
                  <a:pt x="172830" y="80980"/>
                  <a:pt x="176281" y="83882"/>
                </a:cubicBezTo>
                <a:cubicBezTo>
                  <a:pt x="179732" y="86783"/>
                  <a:pt x="182996" y="88234"/>
                  <a:pt x="186074" y="88234"/>
                </a:cubicBezTo>
                <a:cubicBezTo>
                  <a:pt x="188184" y="88234"/>
                  <a:pt x="189910" y="87586"/>
                  <a:pt x="191251" y="86289"/>
                </a:cubicBezTo>
                <a:cubicBezTo>
                  <a:pt x="192591" y="84992"/>
                  <a:pt x="193262" y="83420"/>
                  <a:pt x="193262" y="81574"/>
                </a:cubicBezTo>
                <a:cubicBezTo>
                  <a:pt x="193262" y="79464"/>
                  <a:pt x="192602" y="77639"/>
                  <a:pt x="191284" y="76100"/>
                </a:cubicBezTo>
                <a:cubicBezTo>
                  <a:pt x="189965" y="74562"/>
                  <a:pt x="187019" y="72232"/>
                  <a:pt x="182447" y="69110"/>
                </a:cubicBezTo>
                <a:cubicBezTo>
                  <a:pt x="175721" y="64450"/>
                  <a:pt x="171368" y="60889"/>
                  <a:pt x="169390" y="58427"/>
                </a:cubicBezTo>
                <a:cubicBezTo>
                  <a:pt x="166488" y="54822"/>
                  <a:pt x="165038" y="50843"/>
                  <a:pt x="165038" y="46491"/>
                </a:cubicBezTo>
                <a:cubicBezTo>
                  <a:pt x="165038" y="41743"/>
                  <a:pt x="166675" y="37446"/>
                  <a:pt x="169950" y="33599"/>
                </a:cubicBezTo>
                <a:cubicBezTo>
                  <a:pt x="173226" y="29752"/>
                  <a:pt x="177963" y="27829"/>
                  <a:pt x="184162" y="27829"/>
                </a:cubicBezTo>
                <a:cubicBezTo>
                  <a:pt x="187503" y="27829"/>
                  <a:pt x="190734" y="28674"/>
                  <a:pt x="193855" y="30363"/>
                </a:cubicBezTo>
                <a:cubicBezTo>
                  <a:pt x="195042" y="31048"/>
                  <a:pt x="196010" y="31390"/>
                  <a:pt x="196757" y="31390"/>
                </a:cubicBezTo>
                <a:cubicBezTo>
                  <a:pt x="197548" y="31390"/>
                  <a:pt x="198186" y="31225"/>
                  <a:pt x="198669" y="30895"/>
                </a:cubicBezTo>
                <a:cubicBezTo>
                  <a:pt x="199153" y="30565"/>
                  <a:pt x="199922" y="29631"/>
                  <a:pt x="200977" y="28093"/>
                </a:cubicBezTo>
                <a:lnTo>
                  <a:pt x="203220" y="28093"/>
                </a:lnTo>
                <a:close/>
                <a:moveTo>
                  <a:pt x="231621" y="0"/>
                </a:moveTo>
                <a:cubicBezTo>
                  <a:pt x="234478" y="0"/>
                  <a:pt x="236896" y="1004"/>
                  <a:pt x="238875" y="3011"/>
                </a:cubicBezTo>
                <a:cubicBezTo>
                  <a:pt x="240853" y="5017"/>
                  <a:pt x="241842" y="7431"/>
                  <a:pt x="241842" y="10254"/>
                </a:cubicBezTo>
                <a:cubicBezTo>
                  <a:pt x="241842" y="13078"/>
                  <a:pt x="240842" y="15482"/>
                  <a:pt x="238842" y="17467"/>
                </a:cubicBezTo>
                <a:cubicBezTo>
                  <a:pt x="236841" y="19451"/>
                  <a:pt x="234434" y="20443"/>
                  <a:pt x="231621" y="20443"/>
                </a:cubicBezTo>
                <a:cubicBezTo>
                  <a:pt x="228807" y="20443"/>
                  <a:pt x="226411" y="19451"/>
                  <a:pt x="224433" y="17467"/>
                </a:cubicBezTo>
                <a:cubicBezTo>
                  <a:pt x="222454" y="15482"/>
                  <a:pt x="221465" y="13078"/>
                  <a:pt x="221465" y="10254"/>
                </a:cubicBezTo>
                <a:cubicBezTo>
                  <a:pt x="221465" y="7431"/>
                  <a:pt x="222454" y="5017"/>
                  <a:pt x="224433" y="3011"/>
                </a:cubicBezTo>
                <a:cubicBezTo>
                  <a:pt x="226411" y="1004"/>
                  <a:pt x="228807" y="0"/>
                  <a:pt x="231621" y="0"/>
                </a:cubicBezTo>
                <a:moveTo>
                  <a:pt x="240853" y="29675"/>
                </a:moveTo>
                <a:lnTo>
                  <a:pt x="240853" y="78606"/>
                </a:lnTo>
                <a:cubicBezTo>
                  <a:pt x="240853" y="82959"/>
                  <a:pt x="241359" y="85739"/>
                  <a:pt x="242370" y="86948"/>
                </a:cubicBezTo>
                <a:cubicBezTo>
                  <a:pt x="243381" y="88157"/>
                  <a:pt x="245359" y="88850"/>
                  <a:pt x="248305" y="89026"/>
                </a:cubicBezTo>
                <a:lnTo>
                  <a:pt x="248305" y="91400"/>
                </a:lnTo>
                <a:lnTo>
                  <a:pt x="215003" y="91400"/>
                </a:lnTo>
                <a:lnTo>
                  <a:pt x="215003" y="89026"/>
                </a:lnTo>
                <a:cubicBezTo>
                  <a:pt x="217728" y="88938"/>
                  <a:pt x="219751" y="88146"/>
                  <a:pt x="221070" y="86652"/>
                </a:cubicBezTo>
                <a:cubicBezTo>
                  <a:pt x="221949" y="85640"/>
                  <a:pt x="222388" y="82959"/>
                  <a:pt x="222388" y="78606"/>
                </a:cubicBezTo>
                <a:lnTo>
                  <a:pt x="222388" y="42600"/>
                </a:lnTo>
                <a:cubicBezTo>
                  <a:pt x="222388" y="38193"/>
                  <a:pt x="221883" y="35377"/>
                  <a:pt x="220872" y="34153"/>
                </a:cubicBezTo>
                <a:cubicBezTo>
                  <a:pt x="219861" y="32929"/>
                  <a:pt x="217904" y="32228"/>
                  <a:pt x="215003" y="32049"/>
                </a:cubicBezTo>
                <a:lnTo>
                  <a:pt x="215003" y="29675"/>
                </a:lnTo>
                <a:lnTo>
                  <a:pt x="240853" y="29675"/>
                </a:lnTo>
                <a:close/>
                <a:moveTo>
                  <a:pt x="279519" y="29675"/>
                </a:moveTo>
                <a:lnTo>
                  <a:pt x="279519" y="37720"/>
                </a:lnTo>
                <a:cubicBezTo>
                  <a:pt x="282685" y="34268"/>
                  <a:pt x="285718" y="31757"/>
                  <a:pt x="288620" y="30186"/>
                </a:cubicBezTo>
                <a:cubicBezTo>
                  <a:pt x="291521" y="28615"/>
                  <a:pt x="294643" y="27829"/>
                  <a:pt x="297984" y="27829"/>
                </a:cubicBezTo>
                <a:cubicBezTo>
                  <a:pt x="301984" y="27829"/>
                  <a:pt x="305304" y="28940"/>
                  <a:pt x="307941" y="31163"/>
                </a:cubicBezTo>
                <a:cubicBezTo>
                  <a:pt x="310579" y="33386"/>
                  <a:pt x="312338" y="36148"/>
                  <a:pt x="313217" y="39449"/>
                </a:cubicBezTo>
                <a:cubicBezTo>
                  <a:pt x="313920" y="41959"/>
                  <a:pt x="314272" y="46780"/>
                  <a:pt x="314272" y="53912"/>
                </a:cubicBezTo>
                <a:lnTo>
                  <a:pt x="314272" y="77947"/>
                </a:lnTo>
                <a:cubicBezTo>
                  <a:pt x="314272" y="82695"/>
                  <a:pt x="314701" y="85651"/>
                  <a:pt x="315558" y="86816"/>
                </a:cubicBezTo>
                <a:cubicBezTo>
                  <a:pt x="316415" y="87981"/>
                  <a:pt x="318207" y="88718"/>
                  <a:pt x="320933" y="89026"/>
                </a:cubicBezTo>
                <a:lnTo>
                  <a:pt x="320933" y="91400"/>
                </a:lnTo>
                <a:lnTo>
                  <a:pt x="289741" y="91400"/>
                </a:lnTo>
                <a:lnTo>
                  <a:pt x="289741" y="89026"/>
                </a:lnTo>
                <a:cubicBezTo>
                  <a:pt x="292071" y="88718"/>
                  <a:pt x="293741" y="87751"/>
                  <a:pt x="294753" y="86124"/>
                </a:cubicBezTo>
                <a:cubicBezTo>
                  <a:pt x="295456" y="85025"/>
                  <a:pt x="295808" y="82299"/>
                  <a:pt x="295808" y="77947"/>
                </a:cubicBezTo>
                <a:lnTo>
                  <a:pt x="295808" y="50514"/>
                </a:lnTo>
                <a:cubicBezTo>
                  <a:pt x="295808" y="45458"/>
                  <a:pt x="295610" y="42271"/>
                  <a:pt x="295214" y="40952"/>
                </a:cubicBezTo>
                <a:cubicBezTo>
                  <a:pt x="294818" y="39633"/>
                  <a:pt x="294148" y="38611"/>
                  <a:pt x="293203" y="37885"/>
                </a:cubicBezTo>
                <a:cubicBezTo>
                  <a:pt x="292258" y="37160"/>
                  <a:pt x="291213" y="36797"/>
                  <a:pt x="290070" y="36797"/>
                </a:cubicBezTo>
                <a:cubicBezTo>
                  <a:pt x="286290" y="36797"/>
                  <a:pt x="282773" y="39523"/>
                  <a:pt x="279519" y="44974"/>
                </a:cubicBezTo>
                <a:lnTo>
                  <a:pt x="279519" y="77947"/>
                </a:lnTo>
                <a:cubicBezTo>
                  <a:pt x="279519" y="82563"/>
                  <a:pt x="279948" y="85487"/>
                  <a:pt x="280805" y="86717"/>
                </a:cubicBezTo>
                <a:cubicBezTo>
                  <a:pt x="281662" y="87948"/>
                  <a:pt x="283256" y="88718"/>
                  <a:pt x="285586" y="89026"/>
                </a:cubicBezTo>
                <a:lnTo>
                  <a:pt x="285586" y="91400"/>
                </a:lnTo>
                <a:lnTo>
                  <a:pt x="254394" y="91400"/>
                </a:lnTo>
                <a:lnTo>
                  <a:pt x="254394" y="89026"/>
                </a:lnTo>
                <a:cubicBezTo>
                  <a:pt x="256988" y="88762"/>
                  <a:pt x="258835" y="87926"/>
                  <a:pt x="259934" y="86520"/>
                </a:cubicBezTo>
                <a:cubicBezTo>
                  <a:pt x="260681" y="85552"/>
                  <a:pt x="261055" y="82695"/>
                  <a:pt x="261055" y="77947"/>
                </a:cubicBezTo>
                <a:lnTo>
                  <a:pt x="261055" y="43128"/>
                </a:lnTo>
                <a:cubicBezTo>
                  <a:pt x="261055" y="38412"/>
                  <a:pt x="260626" y="35475"/>
                  <a:pt x="259769" y="34318"/>
                </a:cubicBezTo>
                <a:cubicBezTo>
                  <a:pt x="258911" y="33161"/>
                  <a:pt x="257120" y="32405"/>
                  <a:pt x="254394" y="32049"/>
                </a:cubicBezTo>
                <a:lnTo>
                  <a:pt x="254394" y="29675"/>
                </a:lnTo>
                <a:lnTo>
                  <a:pt x="279519" y="29675"/>
                </a:lnTo>
                <a:close/>
                <a:moveTo>
                  <a:pt x="381647" y="58295"/>
                </a:moveTo>
                <a:lnTo>
                  <a:pt x="347817" y="58295"/>
                </a:lnTo>
                <a:cubicBezTo>
                  <a:pt x="348213" y="66494"/>
                  <a:pt x="350389" y="72974"/>
                  <a:pt x="354346" y="77735"/>
                </a:cubicBezTo>
                <a:cubicBezTo>
                  <a:pt x="357379" y="81393"/>
                  <a:pt x="361028" y="83222"/>
                  <a:pt x="365293" y="83222"/>
                </a:cubicBezTo>
                <a:cubicBezTo>
                  <a:pt x="367931" y="83222"/>
                  <a:pt x="370327" y="82486"/>
                  <a:pt x="372481" y="81013"/>
                </a:cubicBezTo>
                <a:cubicBezTo>
                  <a:pt x="374635" y="79540"/>
                  <a:pt x="376943" y="76892"/>
                  <a:pt x="379405" y="73067"/>
                </a:cubicBezTo>
                <a:lnTo>
                  <a:pt x="381647" y="74518"/>
                </a:lnTo>
                <a:cubicBezTo>
                  <a:pt x="378306" y="81332"/>
                  <a:pt x="374613" y="86157"/>
                  <a:pt x="370568" y="88993"/>
                </a:cubicBezTo>
                <a:cubicBezTo>
                  <a:pt x="366524" y="91828"/>
                  <a:pt x="361842" y="93246"/>
                  <a:pt x="356522" y="93246"/>
                </a:cubicBezTo>
                <a:cubicBezTo>
                  <a:pt x="347378" y="93246"/>
                  <a:pt x="340454" y="89726"/>
                  <a:pt x="335749" y="82685"/>
                </a:cubicBezTo>
                <a:cubicBezTo>
                  <a:pt x="331969" y="77008"/>
                  <a:pt x="330078" y="69967"/>
                  <a:pt x="330078" y="61562"/>
                </a:cubicBezTo>
                <a:cubicBezTo>
                  <a:pt x="330078" y="51263"/>
                  <a:pt x="332859" y="43067"/>
                  <a:pt x="338420" y="36972"/>
                </a:cubicBezTo>
                <a:cubicBezTo>
                  <a:pt x="343982" y="30877"/>
                  <a:pt x="350499" y="27829"/>
                  <a:pt x="357973" y="27829"/>
                </a:cubicBezTo>
                <a:cubicBezTo>
                  <a:pt x="364216" y="27829"/>
                  <a:pt x="369634" y="30390"/>
                  <a:pt x="374228" y="35511"/>
                </a:cubicBezTo>
                <a:cubicBezTo>
                  <a:pt x="378822" y="40633"/>
                  <a:pt x="381295" y="48228"/>
                  <a:pt x="381647" y="58295"/>
                </a:cubicBezTo>
                <a:moveTo>
                  <a:pt x="365425" y="53943"/>
                </a:moveTo>
                <a:cubicBezTo>
                  <a:pt x="365425" y="46865"/>
                  <a:pt x="365040" y="42007"/>
                  <a:pt x="364271" y="39369"/>
                </a:cubicBezTo>
                <a:cubicBezTo>
                  <a:pt x="363501" y="36731"/>
                  <a:pt x="362303" y="34731"/>
                  <a:pt x="360677" y="33368"/>
                </a:cubicBezTo>
                <a:cubicBezTo>
                  <a:pt x="359753" y="32577"/>
                  <a:pt x="358522" y="32181"/>
                  <a:pt x="356984" y="32181"/>
                </a:cubicBezTo>
                <a:cubicBezTo>
                  <a:pt x="354698" y="32181"/>
                  <a:pt x="352829" y="33302"/>
                  <a:pt x="351378" y="35544"/>
                </a:cubicBezTo>
                <a:cubicBezTo>
                  <a:pt x="348785" y="39457"/>
                  <a:pt x="347488" y="44821"/>
                  <a:pt x="347488" y="51635"/>
                </a:cubicBezTo>
                <a:lnTo>
                  <a:pt x="347488" y="53943"/>
                </a:lnTo>
                <a:lnTo>
                  <a:pt x="365425" y="53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Projection">
            <a:extLst xmlns:a="http://schemas.openxmlformats.org/drawingml/2006/main">
              <a:ext uri="{FF2B5EF4-FFF2-40B4-BE49-F238E27FC236}">
                <a16:creationId xmlns:a16="http://schemas.microsoft.com/office/drawing/2014/main" id="{3CA476D8-B25B-4286-93CE-20890823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235" y="5261381"/>
            <a:ext cx="590202" cy="120547"/>
          </a:xfrm>
          <a:custGeom xmlns:a="http://schemas.openxmlformats.org/drawingml/2006/main">
            <a:pathLst>
              <a:path w="590202" h="120547">
                <a:moveTo>
                  <a:pt x="33038" y="50909"/>
                </a:moveTo>
                <a:lnTo>
                  <a:pt x="33038" y="75705"/>
                </a:lnTo>
                <a:cubicBezTo>
                  <a:pt x="33038" y="80565"/>
                  <a:pt x="33335" y="83626"/>
                  <a:pt x="33929" y="84885"/>
                </a:cubicBezTo>
                <a:cubicBezTo>
                  <a:pt x="34522" y="86144"/>
                  <a:pt x="35577" y="87149"/>
                  <a:pt x="37094" y="87900"/>
                </a:cubicBezTo>
                <a:cubicBezTo>
                  <a:pt x="38611" y="88650"/>
                  <a:pt x="41391" y="89026"/>
                  <a:pt x="45436" y="89026"/>
                </a:cubicBezTo>
                <a:lnTo>
                  <a:pt x="45436" y="91400"/>
                </a:lnTo>
                <a:lnTo>
                  <a:pt x="0" y="91400"/>
                </a:lnTo>
                <a:lnTo>
                  <a:pt x="0" y="89026"/>
                </a:lnTo>
                <a:cubicBezTo>
                  <a:pt x="4133" y="89026"/>
                  <a:pt x="6935" y="88639"/>
                  <a:pt x="8408" y="87865"/>
                </a:cubicBezTo>
                <a:cubicBezTo>
                  <a:pt x="9881" y="87092"/>
                  <a:pt x="10914" y="86087"/>
                  <a:pt x="11507" y="84850"/>
                </a:cubicBezTo>
                <a:cubicBezTo>
                  <a:pt x="12101" y="83614"/>
                  <a:pt x="12398" y="80565"/>
                  <a:pt x="12398" y="75705"/>
                </a:cubicBezTo>
                <a:lnTo>
                  <a:pt x="12398" y="17673"/>
                </a:lnTo>
                <a:cubicBezTo>
                  <a:pt x="12398" y="12813"/>
                  <a:pt x="12101" y="9753"/>
                  <a:pt x="11507" y="8495"/>
                </a:cubicBezTo>
                <a:cubicBezTo>
                  <a:pt x="10914" y="7235"/>
                  <a:pt x="9870" y="6230"/>
                  <a:pt x="8375" y="5480"/>
                </a:cubicBezTo>
                <a:cubicBezTo>
                  <a:pt x="6880" y="4728"/>
                  <a:pt x="4089" y="4352"/>
                  <a:pt x="0" y="4352"/>
                </a:cubicBezTo>
                <a:lnTo>
                  <a:pt x="0" y="1978"/>
                </a:lnTo>
                <a:lnTo>
                  <a:pt x="38973" y="1978"/>
                </a:lnTo>
                <a:cubicBezTo>
                  <a:pt x="51811" y="1978"/>
                  <a:pt x="61021" y="4264"/>
                  <a:pt x="66604" y="8837"/>
                </a:cubicBezTo>
                <a:cubicBezTo>
                  <a:pt x="72188" y="13409"/>
                  <a:pt x="74979" y="19124"/>
                  <a:pt x="74979" y="25982"/>
                </a:cubicBezTo>
                <a:cubicBezTo>
                  <a:pt x="74979" y="31785"/>
                  <a:pt x="73177" y="36753"/>
                  <a:pt x="69572" y="40886"/>
                </a:cubicBezTo>
                <a:cubicBezTo>
                  <a:pt x="65967" y="45018"/>
                  <a:pt x="60999" y="47832"/>
                  <a:pt x="54668" y="49327"/>
                </a:cubicBezTo>
                <a:cubicBezTo>
                  <a:pt x="50404" y="50382"/>
                  <a:pt x="43194" y="50909"/>
                  <a:pt x="33038" y="50909"/>
                </a:cubicBezTo>
                <a:moveTo>
                  <a:pt x="33038" y="7122"/>
                </a:moveTo>
                <a:lnTo>
                  <a:pt x="33038" y="45766"/>
                </a:lnTo>
                <a:cubicBezTo>
                  <a:pt x="34489" y="45854"/>
                  <a:pt x="35588" y="45898"/>
                  <a:pt x="36336" y="45898"/>
                </a:cubicBezTo>
                <a:cubicBezTo>
                  <a:pt x="41699" y="45898"/>
                  <a:pt x="45832" y="44304"/>
                  <a:pt x="48733" y="41117"/>
                </a:cubicBezTo>
                <a:cubicBezTo>
                  <a:pt x="51635" y="37929"/>
                  <a:pt x="53086" y="32994"/>
                  <a:pt x="53086" y="26312"/>
                </a:cubicBezTo>
                <a:cubicBezTo>
                  <a:pt x="53086" y="19674"/>
                  <a:pt x="51635" y="14816"/>
                  <a:pt x="48733" y="11738"/>
                </a:cubicBezTo>
                <a:cubicBezTo>
                  <a:pt x="45832" y="8661"/>
                  <a:pt x="41501" y="7122"/>
                  <a:pt x="35742" y="7122"/>
                </a:cubicBezTo>
                <a:lnTo>
                  <a:pt x="33038" y="7122"/>
                </a:lnTo>
                <a:close/>
                <a:moveTo>
                  <a:pt x="109226" y="29675"/>
                </a:moveTo>
                <a:lnTo>
                  <a:pt x="109226" y="43655"/>
                </a:lnTo>
                <a:cubicBezTo>
                  <a:pt x="113315" y="37281"/>
                  <a:pt x="116898" y="33049"/>
                  <a:pt x="119975" y="30961"/>
                </a:cubicBezTo>
                <a:cubicBezTo>
                  <a:pt x="123053" y="28873"/>
                  <a:pt x="126020" y="27829"/>
                  <a:pt x="128878" y="27829"/>
                </a:cubicBezTo>
                <a:cubicBezTo>
                  <a:pt x="131340" y="27829"/>
                  <a:pt x="133307" y="28590"/>
                  <a:pt x="134780" y="30112"/>
                </a:cubicBezTo>
                <a:cubicBezTo>
                  <a:pt x="136253" y="31634"/>
                  <a:pt x="136989" y="33785"/>
                  <a:pt x="136989" y="36564"/>
                </a:cubicBezTo>
                <a:cubicBezTo>
                  <a:pt x="136989" y="39521"/>
                  <a:pt x="136275" y="41816"/>
                  <a:pt x="134846" y="43449"/>
                </a:cubicBezTo>
                <a:cubicBezTo>
                  <a:pt x="133417" y="45082"/>
                  <a:pt x="131691" y="45898"/>
                  <a:pt x="129669" y="45898"/>
                </a:cubicBezTo>
                <a:cubicBezTo>
                  <a:pt x="127339" y="45898"/>
                  <a:pt x="125317" y="45150"/>
                  <a:pt x="123602" y="43655"/>
                </a:cubicBezTo>
                <a:cubicBezTo>
                  <a:pt x="121888" y="42161"/>
                  <a:pt x="120876" y="41325"/>
                  <a:pt x="120569" y="41150"/>
                </a:cubicBezTo>
                <a:cubicBezTo>
                  <a:pt x="120129" y="40886"/>
                  <a:pt x="119624" y="40754"/>
                  <a:pt x="119052" y="40754"/>
                </a:cubicBezTo>
                <a:cubicBezTo>
                  <a:pt x="117777" y="40754"/>
                  <a:pt x="116568" y="41238"/>
                  <a:pt x="115425" y="42205"/>
                </a:cubicBezTo>
                <a:cubicBezTo>
                  <a:pt x="113623" y="43699"/>
                  <a:pt x="112260" y="45832"/>
                  <a:pt x="111336" y="48601"/>
                </a:cubicBezTo>
                <a:cubicBezTo>
                  <a:pt x="109930" y="52866"/>
                  <a:pt x="109226" y="57570"/>
                  <a:pt x="109226" y="62714"/>
                </a:cubicBezTo>
                <a:lnTo>
                  <a:pt x="109226" y="76892"/>
                </a:lnTo>
                <a:lnTo>
                  <a:pt x="109292" y="80585"/>
                </a:lnTo>
                <a:cubicBezTo>
                  <a:pt x="109292" y="83091"/>
                  <a:pt x="109446" y="84695"/>
                  <a:pt x="109754" y="85399"/>
                </a:cubicBezTo>
                <a:cubicBezTo>
                  <a:pt x="110281" y="86586"/>
                  <a:pt x="111062" y="87454"/>
                  <a:pt x="112095" y="88003"/>
                </a:cubicBezTo>
                <a:cubicBezTo>
                  <a:pt x="113128" y="88553"/>
                  <a:pt x="114875" y="88894"/>
                  <a:pt x="117337" y="89026"/>
                </a:cubicBezTo>
                <a:lnTo>
                  <a:pt x="117337" y="91400"/>
                </a:lnTo>
                <a:lnTo>
                  <a:pt x="84035" y="91400"/>
                </a:lnTo>
                <a:lnTo>
                  <a:pt x="84035" y="89026"/>
                </a:lnTo>
                <a:cubicBezTo>
                  <a:pt x="86717" y="88806"/>
                  <a:pt x="88531" y="88069"/>
                  <a:pt x="89476" y="86816"/>
                </a:cubicBezTo>
                <a:cubicBezTo>
                  <a:pt x="90421" y="85563"/>
                  <a:pt x="90894" y="82255"/>
                  <a:pt x="90894" y="76892"/>
                </a:cubicBezTo>
                <a:lnTo>
                  <a:pt x="90894" y="42732"/>
                </a:lnTo>
                <a:cubicBezTo>
                  <a:pt x="90894" y="39193"/>
                  <a:pt x="90718" y="36937"/>
                  <a:pt x="90366" y="35965"/>
                </a:cubicBezTo>
                <a:cubicBezTo>
                  <a:pt x="89926" y="34725"/>
                  <a:pt x="89289" y="33819"/>
                  <a:pt x="88454" y="33244"/>
                </a:cubicBezTo>
                <a:cubicBezTo>
                  <a:pt x="87618" y="32669"/>
                  <a:pt x="86146" y="32270"/>
                  <a:pt x="84035" y="32049"/>
                </a:cubicBezTo>
                <a:lnTo>
                  <a:pt x="84035" y="29675"/>
                </a:lnTo>
                <a:lnTo>
                  <a:pt x="109226" y="29675"/>
                </a:lnTo>
                <a:close/>
                <a:moveTo>
                  <a:pt x="170204" y="27829"/>
                </a:moveTo>
                <a:cubicBezTo>
                  <a:pt x="175567" y="27829"/>
                  <a:pt x="180557" y="29215"/>
                  <a:pt x="185173" y="31987"/>
                </a:cubicBezTo>
                <a:cubicBezTo>
                  <a:pt x="189790" y="34760"/>
                  <a:pt x="193296" y="38699"/>
                  <a:pt x="195692" y="43804"/>
                </a:cubicBezTo>
                <a:cubicBezTo>
                  <a:pt x="198088" y="48909"/>
                  <a:pt x="199286" y="54498"/>
                  <a:pt x="199286" y="60570"/>
                </a:cubicBezTo>
                <a:cubicBezTo>
                  <a:pt x="199286" y="69327"/>
                  <a:pt x="197065" y="76655"/>
                  <a:pt x="192625" y="82553"/>
                </a:cubicBezTo>
                <a:cubicBezTo>
                  <a:pt x="187262" y="89682"/>
                  <a:pt x="179854" y="93246"/>
                  <a:pt x="170402" y="93246"/>
                </a:cubicBezTo>
                <a:cubicBezTo>
                  <a:pt x="161126" y="93246"/>
                  <a:pt x="153982" y="89989"/>
                  <a:pt x="148970" y="83476"/>
                </a:cubicBezTo>
                <a:cubicBezTo>
                  <a:pt x="143958" y="76962"/>
                  <a:pt x="141452" y="69415"/>
                  <a:pt x="141452" y="60834"/>
                </a:cubicBezTo>
                <a:cubicBezTo>
                  <a:pt x="141452" y="51989"/>
                  <a:pt x="144013" y="44277"/>
                  <a:pt x="149135" y="37698"/>
                </a:cubicBezTo>
                <a:cubicBezTo>
                  <a:pt x="154256" y="31118"/>
                  <a:pt x="161279" y="27829"/>
                  <a:pt x="170204" y="27829"/>
                </a:cubicBezTo>
                <a:moveTo>
                  <a:pt x="170468" y="32445"/>
                </a:moveTo>
                <a:cubicBezTo>
                  <a:pt x="168226" y="32445"/>
                  <a:pt x="166302" y="33293"/>
                  <a:pt x="164698" y="34988"/>
                </a:cubicBezTo>
                <a:cubicBezTo>
                  <a:pt x="163093" y="36682"/>
                  <a:pt x="162038" y="40026"/>
                  <a:pt x="161532" y="45022"/>
                </a:cubicBezTo>
                <a:cubicBezTo>
                  <a:pt x="161027" y="50017"/>
                  <a:pt x="160774" y="56961"/>
                  <a:pt x="160774" y="65852"/>
                </a:cubicBezTo>
                <a:cubicBezTo>
                  <a:pt x="160774" y="70562"/>
                  <a:pt x="161082" y="74964"/>
                  <a:pt x="161697" y="79058"/>
                </a:cubicBezTo>
                <a:cubicBezTo>
                  <a:pt x="162181" y="82182"/>
                  <a:pt x="163214" y="84558"/>
                  <a:pt x="164796" y="86188"/>
                </a:cubicBezTo>
                <a:cubicBezTo>
                  <a:pt x="166379" y="87816"/>
                  <a:pt x="168182" y="88630"/>
                  <a:pt x="170204" y="88630"/>
                </a:cubicBezTo>
                <a:cubicBezTo>
                  <a:pt x="172182" y="88630"/>
                  <a:pt x="173831" y="88080"/>
                  <a:pt x="175150" y="86979"/>
                </a:cubicBezTo>
                <a:cubicBezTo>
                  <a:pt x="176864" y="85483"/>
                  <a:pt x="178007" y="83392"/>
                  <a:pt x="178579" y="80706"/>
                </a:cubicBezTo>
                <a:cubicBezTo>
                  <a:pt x="179458" y="76526"/>
                  <a:pt x="179898" y="68075"/>
                  <a:pt x="179898" y="55355"/>
                </a:cubicBezTo>
                <a:cubicBezTo>
                  <a:pt x="179898" y="47873"/>
                  <a:pt x="179480" y="42734"/>
                  <a:pt x="178645" y="39940"/>
                </a:cubicBezTo>
                <a:cubicBezTo>
                  <a:pt x="177810" y="37144"/>
                  <a:pt x="176579" y="35108"/>
                  <a:pt x="174952" y="33832"/>
                </a:cubicBezTo>
                <a:cubicBezTo>
                  <a:pt x="173809" y="32907"/>
                  <a:pt x="172314" y="32445"/>
                  <a:pt x="170468" y="32445"/>
                </a:cubicBezTo>
                <a:close/>
                <a:moveTo>
                  <a:pt x="227576" y="0"/>
                </a:moveTo>
                <a:cubicBezTo>
                  <a:pt x="230389" y="0"/>
                  <a:pt x="232774" y="978"/>
                  <a:pt x="234731" y="2935"/>
                </a:cubicBezTo>
                <a:cubicBezTo>
                  <a:pt x="236687" y="4891"/>
                  <a:pt x="237665" y="7254"/>
                  <a:pt x="237665" y="10024"/>
                </a:cubicBezTo>
                <a:cubicBezTo>
                  <a:pt x="237665" y="12837"/>
                  <a:pt x="236676" y="15233"/>
                  <a:pt x="234698" y="17212"/>
                </a:cubicBezTo>
                <a:cubicBezTo>
                  <a:pt x="232719" y="19190"/>
                  <a:pt x="230345" y="20179"/>
                  <a:pt x="227576" y="20179"/>
                </a:cubicBezTo>
                <a:cubicBezTo>
                  <a:pt x="224806" y="20179"/>
                  <a:pt x="222432" y="19190"/>
                  <a:pt x="220454" y="17212"/>
                </a:cubicBezTo>
                <a:cubicBezTo>
                  <a:pt x="218475" y="15233"/>
                  <a:pt x="217486" y="12837"/>
                  <a:pt x="217486" y="10024"/>
                </a:cubicBezTo>
                <a:cubicBezTo>
                  <a:pt x="217486" y="7254"/>
                  <a:pt x="218464" y="4891"/>
                  <a:pt x="220421" y="2935"/>
                </a:cubicBezTo>
                <a:cubicBezTo>
                  <a:pt x="222377" y="978"/>
                  <a:pt x="224762" y="0"/>
                  <a:pt x="227576" y="0"/>
                </a:cubicBezTo>
                <a:moveTo>
                  <a:pt x="236808" y="29675"/>
                </a:moveTo>
                <a:lnTo>
                  <a:pt x="236808" y="93555"/>
                </a:lnTo>
                <a:cubicBezTo>
                  <a:pt x="236808" y="99540"/>
                  <a:pt x="236434" y="103961"/>
                  <a:pt x="235687" y="106820"/>
                </a:cubicBezTo>
                <a:cubicBezTo>
                  <a:pt x="234588" y="110956"/>
                  <a:pt x="232401" y="114277"/>
                  <a:pt x="229125" y="116784"/>
                </a:cubicBezTo>
                <a:cubicBezTo>
                  <a:pt x="225850" y="119293"/>
                  <a:pt x="221531" y="120547"/>
                  <a:pt x="216167" y="120547"/>
                </a:cubicBezTo>
                <a:cubicBezTo>
                  <a:pt x="210760" y="120547"/>
                  <a:pt x="206770" y="119448"/>
                  <a:pt x="204198" y="117250"/>
                </a:cubicBezTo>
                <a:cubicBezTo>
                  <a:pt x="201626" y="115052"/>
                  <a:pt x="200341" y="112392"/>
                  <a:pt x="200341" y="109271"/>
                </a:cubicBezTo>
                <a:cubicBezTo>
                  <a:pt x="200341" y="107336"/>
                  <a:pt x="201011" y="105655"/>
                  <a:pt x="202352" y="104226"/>
                </a:cubicBezTo>
                <a:cubicBezTo>
                  <a:pt x="203693" y="102797"/>
                  <a:pt x="205264" y="102083"/>
                  <a:pt x="207067" y="102083"/>
                </a:cubicBezTo>
                <a:cubicBezTo>
                  <a:pt x="208737" y="102083"/>
                  <a:pt x="210056" y="102577"/>
                  <a:pt x="211024" y="103566"/>
                </a:cubicBezTo>
                <a:cubicBezTo>
                  <a:pt x="211991" y="104556"/>
                  <a:pt x="212474" y="106039"/>
                  <a:pt x="212474" y="108018"/>
                </a:cubicBezTo>
                <a:cubicBezTo>
                  <a:pt x="212474" y="108545"/>
                  <a:pt x="212452" y="109161"/>
                  <a:pt x="212408" y="109864"/>
                </a:cubicBezTo>
                <a:cubicBezTo>
                  <a:pt x="212321" y="110787"/>
                  <a:pt x="212277" y="111425"/>
                  <a:pt x="212277" y="111777"/>
                </a:cubicBezTo>
                <a:cubicBezTo>
                  <a:pt x="212277" y="113315"/>
                  <a:pt x="212628" y="114458"/>
                  <a:pt x="213332" y="115206"/>
                </a:cubicBezTo>
                <a:cubicBezTo>
                  <a:pt x="214035" y="115953"/>
                  <a:pt x="214936" y="116327"/>
                  <a:pt x="216035" y="116327"/>
                </a:cubicBezTo>
                <a:cubicBezTo>
                  <a:pt x="217047" y="116327"/>
                  <a:pt x="217915" y="115886"/>
                  <a:pt x="218640" y="115006"/>
                </a:cubicBezTo>
                <a:cubicBezTo>
                  <a:pt x="219366" y="114127"/>
                  <a:pt x="219728" y="112873"/>
                  <a:pt x="219728" y="111245"/>
                </a:cubicBezTo>
                <a:cubicBezTo>
                  <a:pt x="219728" y="110364"/>
                  <a:pt x="219596" y="108582"/>
                  <a:pt x="219333" y="105897"/>
                </a:cubicBezTo>
                <a:cubicBezTo>
                  <a:pt x="218893" y="101013"/>
                  <a:pt x="218651" y="98065"/>
                  <a:pt x="218607" y="97054"/>
                </a:cubicBezTo>
                <a:lnTo>
                  <a:pt x="218409" y="81411"/>
                </a:lnTo>
                <a:lnTo>
                  <a:pt x="218409" y="43260"/>
                </a:lnTo>
                <a:lnTo>
                  <a:pt x="218475" y="39810"/>
                </a:lnTo>
                <a:cubicBezTo>
                  <a:pt x="218475" y="37024"/>
                  <a:pt x="218003" y="35112"/>
                  <a:pt x="217058" y="34073"/>
                </a:cubicBezTo>
                <a:cubicBezTo>
                  <a:pt x="216112" y="33033"/>
                  <a:pt x="214123" y="32358"/>
                  <a:pt x="211090" y="32049"/>
                </a:cubicBezTo>
                <a:lnTo>
                  <a:pt x="211090" y="29675"/>
                </a:lnTo>
                <a:lnTo>
                  <a:pt x="236808" y="29675"/>
                </a:lnTo>
                <a:close/>
                <a:moveTo>
                  <a:pt x="305851" y="58295"/>
                </a:moveTo>
                <a:lnTo>
                  <a:pt x="272022" y="58295"/>
                </a:lnTo>
                <a:cubicBezTo>
                  <a:pt x="272417" y="66494"/>
                  <a:pt x="274593" y="72974"/>
                  <a:pt x="278550" y="77735"/>
                </a:cubicBezTo>
                <a:cubicBezTo>
                  <a:pt x="281584" y="81393"/>
                  <a:pt x="285232" y="83222"/>
                  <a:pt x="289497" y="83222"/>
                </a:cubicBezTo>
                <a:cubicBezTo>
                  <a:pt x="292135" y="83222"/>
                  <a:pt x="294531" y="82486"/>
                  <a:pt x="296685" y="81013"/>
                </a:cubicBezTo>
                <a:cubicBezTo>
                  <a:pt x="298839" y="79540"/>
                  <a:pt x="301147" y="76892"/>
                  <a:pt x="303609" y="73067"/>
                </a:cubicBezTo>
                <a:lnTo>
                  <a:pt x="305851" y="74518"/>
                </a:lnTo>
                <a:cubicBezTo>
                  <a:pt x="302510" y="81332"/>
                  <a:pt x="298817" y="86157"/>
                  <a:pt x="294772" y="88993"/>
                </a:cubicBezTo>
                <a:cubicBezTo>
                  <a:pt x="290728" y="91828"/>
                  <a:pt x="286046" y="93246"/>
                  <a:pt x="280726" y="93246"/>
                </a:cubicBezTo>
                <a:cubicBezTo>
                  <a:pt x="271582" y="93246"/>
                  <a:pt x="264658" y="89726"/>
                  <a:pt x="259954" y="82685"/>
                </a:cubicBezTo>
                <a:cubicBezTo>
                  <a:pt x="256173" y="77008"/>
                  <a:pt x="254282" y="69967"/>
                  <a:pt x="254282" y="61562"/>
                </a:cubicBezTo>
                <a:cubicBezTo>
                  <a:pt x="254282" y="51263"/>
                  <a:pt x="257063" y="43067"/>
                  <a:pt x="262624" y="36972"/>
                </a:cubicBezTo>
                <a:cubicBezTo>
                  <a:pt x="268186" y="30877"/>
                  <a:pt x="274703" y="27829"/>
                  <a:pt x="282177" y="27829"/>
                </a:cubicBezTo>
                <a:cubicBezTo>
                  <a:pt x="288420" y="27829"/>
                  <a:pt x="293838" y="30390"/>
                  <a:pt x="298432" y="35511"/>
                </a:cubicBezTo>
                <a:cubicBezTo>
                  <a:pt x="303027" y="40633"/>
                  <a:pt x="305500" y="48228"/>
                  <a:pt x="305851" y="58295"/>
                </a:cubicBezTo>
                <a:moveTo>
                  <a:pt x="289629" y="53943"/>
                </a:moveTo>
                <a:cubicBezTo>
                  <a:pt x="289629" y="46865"/>
                  <a:pt x="289244" y="42007"/>
                  <a:pt x="288475" y="39369"/>
                </a:cubicBezTo>
                <a:cubicBezTo>
                  <a:pt x="287705" y="36731"/>
                  <a:pt x="286507" y="34731"/>
                  <a:pt x="284881" y="33368"/>
                </a:cubicBezTo>
                <a:cubicBezTo>
                  <a:pt x="283958" y="32577"/>
                  <a:pt x="282727" y="32181"/>
                  <a:pt x="281188" y="32181"/>
                </a:cubicBezTo>
                <a:cubicBezTo>
                  <a:pt x="278902" y="32181"/>
                  <a:pt x="277033" y="33302"/>
                  <a:pt x="275583" y="35544"/>
                </a:cubicBezTo>
                <a:cubicBezTo>
                  <a:pt x="272989" y="39457"/>
                  <a:pt x="271692" y="44821"/>
                  <a:pt x="271692" y="51635"/>
                </a:cubicBezTo>
                <a:lnTo>
                  <a:pt x="271692" y="53943"/>
                </a:lnTo>
                <a:lnTo>
                  <a:pt x="289629" y="53943"/>
                </a:lnTo>
                <a:close/>
                <a:moveTo>
                  <a:pt x="363903" y="75455"/>
                </a:moveTo>
                <a:lnTo>
                  <a:pt x="365947" y="77036"/>
                </a:lnTo>
                <a:cubicBezTo>
                  <a:pt x="363046" y="82505"/>
                  <a:pt x="359430" y="86575"/>
                  <a:pt x="355100" y="89244"/>
                </a:cubicBezTo>
                <a:cubicBezTo>
                  <a:pt x="350769" y="91912"/>
                  <a:pt x="346164" y="93246"/>
                  <a:pt x="341284" y="93246"/>
                </a:cubicBezTo>
                <a:cubicBezTo>
                  <a:pt x="333063" y="93246"/>
                  <a:pt x="326490" y="90144"/>
                  <a:pt x="321567" y="83940"/>
                </a:cubicBezTo>
                <a:cubicBezTo>
                  <a:pt x="316643" y="77734"/>
                  <a:pt x="314181" y="70275"/>
                  <a:pt x="314181" y="61562"/>
                </a:cubicBezTo>
                <a:cubicBezTo>
                  <a:pt x="314181" y="53155"/>
                  <a:pt x="316423" y="45762"/>
                  <a:pt x="320907" y="39381"/>
                </a:cubicBezTo>
                <a:cubicBezTo>
                  <a:pt x="326315" y="31680"/>
                  <a:pt x="333766" y="27829"/>
                  <a:pt x="343262" y="27829"/>
                </a:cubicBezTo>
                <a:cubicBezTo>
                  <a:pt x="349637" y="27829"/>
                  <a:pt x="354704" y="29438"/>
                  <a:pt x="358463" y="32657"/>
                </a:cubicBezTo>
                <a:cubicBezTo>
                  <a:pt x="362222" y="35875"/>
                  <a:pt x="364101" y="39467"/>
                  <a:pt x="364101" y="43435"/>
                </a:cubicBezTo>
                <a:cubicBezTo>
                  <a:pt x="364101" y="45948"/>
                  <a:pt x="363343" y="47954"/>
                  <a:pt x="361826" y="49452"/>
                </a:cubicBezTo>
                <a:cubicBezTo>
                  <a:pt x="360309" y="50951"/>
                  <a:pt x="358320" y="51701"/>
                  <a:pt x="355858" y="51701"/>
                </a:cubicBezTo>
                <a:cubicBezTo>
                  <a:pt x="353264" y="51701"/>
                  <a:pt x="351121" y="50841"/>
                  <a:pt x="349428" y="49121"/>
                </a:cubicBezTo>
                <a:cubicBezTo>
                  <a:pt x="347736" y="47399"/>
                  <a:pt x="346692" y="44333"/>
                  <a:pt x="346296" y="39921"/>
                </a:cubicBezTo>
                <a:cubicBezTo>
                  <a:pt x="346032" y="37142"/>
                  <a:pt x="345395" y="35201"/>
                  <a:pt x="344384" y="34098"/>
                </a:cubicBezTo>
                <a:cubicBezTo>
                  <a:pt x="343372" y="32996"/>
                  <a:pt x="342185" y="32445"/>
                  <a:pt x="340822" y="32445"/>
                </a:cubicBezTo>
                <a:cubicBezTo>
                  <a:pt x="338712" y="32445"/>
                  <a:pt x="336910" y="33566"/>
                  <a:pt x="335415" y="35808"/>
                </a:cubicBezTo>
                <a:cubicBezTo>
                  <a:pt x="333129" y="39193"/>
                  <a:pt x="331986" y="44381"/>
                  <a:pt x="331986" y="51371"/>
                </a:cubicBezTo>
                <a:cubicBezTo>
                  <a:pt x="331986" y="57174"/>
                  <a:pt x="332909" y="62725"/>
                  <a:pt x="334756" y="68022"/>
                </a:cubicBezTo>
                <a:cubicBezTo>
                  <a:pt x="336602" y="73320"/>
                  <a:pt x="339130" y="77265"/>
                  <a:pt x="342339" y="79859"/>
                </a:cubicBezTo>
                <a:cubicBezTo>
                  <a:pt x="344757" y="81750"/>
                  <a:pt x="347615" y="82695"/>
                  <a:pt x="350912" y="82695"/>
                </a:cubicBezTo>
                <a:cubicBezTo>
                  <a:pt x="353066" y="82695"/>
                  <a:pt x="355111" y="82191"/>
                  <a:pt x="357045" y="81182"/>
                </a:cubicBezTo>
                <a:cubicBezTo>
                  <a:pt x="358979" y="80172"/>
                  <a:pt x="361265" y="78263"/>
                  <a:pt x="363903" y="75455"/>
                </a:cubicBezTo>
                <a:close/>
                <a:moveTo>
                  <a:pt x="398017" y="6990"/>
                </a:moveTo>
                <a:lnTo>
                  <a:pt x="398017" y="29675"/>
                </a:lnTo>
                <a:lnTo>
                  <a:pt x="412657" y="29675"/>
                </a:lnTo>
                <a:lnTo>
                  <a:pt x="412657" y="36138"/>
                </a:lnTo>
                <a:lnTo>
                  <a:pt x="398017" y="36138"/>
                </a:lnTo>
                <a:lnTo>
                  <a:pt x="398017" y="74291"/>
                </a:lnTo>
                <a:cubicBezTo>
                  <a:pt x="398017" y="77862"/>
                  <a:pt x="398182" y="80165"/>
                  <a:pt x="398512" y="81201"/>
                </a:cubicBezTo>
                <a:cubicBezTo>
                  <a:pt x="398842" y="82237"/>
                  <a:pt x="399424" y="83075"/>
                  <a:pt x="400260" y="83715"/>
                </a:cubicBezTo>
                <a:cubicBezTo>
                  <a:pt x="401095" y="84354"/>
                  <a:pt x="401864" y="84673"/>
                  <a:pt x="402568" y="84673"/>
                </a:cubicBezTo>
                <a:cubicBezTo>
                  <a:pt x="405425" y="84673"/>
                  <a:pt x="408129" y="82475"/>
                  <a:pt x="410679" y="78079"/>
                </a:cubicBezTo>
                <a:lnTo>
                  <a:pt x="412657" y="79544"/>
                </a:lnTo>
                <a:cubicBezTo>
                  <a:pt x="409096" y="88063"/>
                  <a:pt x="403315" y="92323"/>
                  <a:pt x="395314" y="92323"/>
                </a:cubicBezTo>
                <a:cubicBezTo>
                  <a:pt x="391401" y="92323"/>
                  <a:pt x="388093" y="91231"/>
                  <a:pt x="385389" y="89048"/>
                </a:cubicBezTo>
                <a:cubicBezTo>
                  <a:pt x="382685" y="86864"/>
                  <a:pt x="380960" y="84426"/>
                  <a:pt x="380212" y="81735"/>
                </a:cubicBezTo>
                <a:cubicBezTo>
                  <a:pt x="379773" y="80234"/>
                  <a:pt x="379553" y="76175"/>
                  <a:pt x="379553" y="69557"/>
                </a:cubicBezTo>
                <a:lnTo>
                  <a:pt x="379553" y="36138"/>
                </a:lnTo>
                <a:lnTo>
                  <a:pt x="371508" y="36138"/>
                </a:lnTo>
                <a:lnTo>
                  <a:pt x="371508" y="33824"/>
                </a:lnTo>
                <a:cubicBezTo>
                  <a:pt x="377047" y="29903"/>
                  <a:pt x="381762" y="25783"/>
                  <a:pt x="385653" y="21465"/>
                </a:cubicBezTo>
                <a:cubicBezTo>
                  <a:pt x="389544" y="17147"/>
                  <a:pt x="392940" y="12322"/>
                  <a:pt x="395841" y="6990"/>
                </a:cubicBezTo>
                <a:lnTo>
                  <a:pt x="398017" y="6990"/>
                </a:lnTo>
                <a:close/>
                <a:moveTo>
                  <a:pt x="433362" y="0"/>
                </a:moveTo>
                <a:cubicBezTo>
                  <a:pt x="436220" y="0"/>
                  <a:pt x="438638" y="1004"/>
                  <a:pt x="440616" y="3011"/>
                </a:cubicBezTo>
                <a:cubicBezTo>
                  <a:pt x="442595" y="5017"/>
                  <a:pt x="443584" y="7431"/>
                  <a:pt x="443584" y="10254"/>
                </a:cubicBezTo>
                <a:cubicBezTo>
                  <a:pt x="443584" y="13078"/>
                  <a:pt x="442584" y="15482"/>
                  <a:pt x="440583" y="17467"/>
                </a:cubicBezTo>
                <a:cubicBezTo>
                  <a:pt x="438583" y="19451"/>
                  <a:pt x="436176" y="20443"/>
                  <a:pt x="433362" y="20443"/>
                </a:cubicBezTo>
                <a:cubicBezTo>
                  <a:pt x="430549" y="20443"/>
                  <a:pt x="428153" y="19451"/>
                  <a:pt x="426174" y="17467"/>
                </a:cubicBezTo>
                <a:cubicBezTo>
                  <a:pt x="424196" y="15482"/>
                  <a:pt x="423207" y="13078"/>
                  <a:pt x="423207" y="10254"/>
                </a:cubicBezTo>
                <a:cubicBezTo>
                  <a:pt x="423207" y="7431"/>
                  <a:pt x="424196" y="5017"/>
                  <a:pt x="426174" y="3011"/>
                </a:cubicBezTo>
                <a:cubicBezTo>
                  <a:pt x="428153" y="1004"/>
                  <a:pt x="430549" y="0"/>
                  <a:pt x="433362" y="0"/>
                </a:cubicBezTo>
                <a:moveTo>
                  <a:pt x="442595" y="29675"/>
                </a:moveTo>
                <a:lnTo>
                  <a:pt x="442595" y="78606"/>
                </a:lnTo>
                <a:cubicBezTo>
                  <a:pt x="442595" y="82959"/>
                  <a:pt x="443100" y="85739"/>
                  <a:pt x="444111" y="86948"/>
                </a:cubicBezTo>
                <a:cubicBezTo>
                  <a:pt x="445122" y="88157"/>
                  <a:pt x="447101" y="88850"/>
                  <a:pt x="450046" y="89026"/>
                </a:cubicBezTo>
                <a:lnTo>
                  <a:pt x="450046" y="91400"/>
                </a:lnTo>
                <a:lnTo>
                  <a:pt x="416744" y="91400"/>
                </a:lnTo>
                <a:lnTo>
                  <a:pt x="416744" y="89026"/>
                </a:lnTo>
                <a:cubicBezTo>
                  <a:pt x="419470" y="88938"/>
                  <a:pt x="421492" y="88146"/>
                  <a:pt x="422811" y="86652"/>
                </a:cubicBezTo>
                <a:cubicBezTo>
                  <a:pt x="423690" y="85640"/>
                  <a:pt x="424130" y="82959"/>
                  <a:pt x="424130" y="78606"/>
                </a:cubicBezTo>
                <a:lnTo>
                  <a:pt x="424130" y="42600"/>
                </a:lnTo>
                <a:cubicBezTo>
                  <a:pt x="424130" y="38193"/>
                  <a:pt x="423624" y="35377"/>
                  <a:pt x="422613" y="34153"/>
                </a:cubicBezTo>
                <a:cubicBezTo>
                  <a:pt x="421602" y="32929"/>
                  <a:pt x="419646" y="32228"/>
                  <a:pt x="416744" y="32049"/>
                </a:cubicBezTo>
                <a:lnTo>
                  <a:pt x="416744" y="29675"/>
                </a:lnTo>
                <a:lnTo>
                  <a:pt x="442595" y="29675"/>
                </a:lnTo>
                <a:close/>
                <a:moveTo>
                  <a:pt x="485152" y="27829"/>
                </a:moveTo>
                <a:cubicBezTo>
                  <a:pt x="490515" y="27829"/>
                  <a:pt x="495505" y="29215"/>
                  <a:pt x="500121" y="31987"/>
                </a:cubicBezTo>
                <a:cubicBezTo>
                  <a:pt x="504737" y="34760"/>
                  <a:pt x="508243" y="38699"/>
                  <a:pt x="510639" y="43804"/>
                </a:cubicBezTo>
                <a:cubicBezTo>
                  <a:pt x="513035" y="48909"/>
                  <a:pt x="514233" y="54498"/>
                  <a:pt x="514233" y="60570"/>
                </a:cubicBezTo>
                <a:cubicBezTo>
                  <a:pt x="514233" y="69327"/>
                  <a:pt x="512013" y="76655"/>
                  <a:pt x="507573" y="82553"/>
                </a:cubicBezTo>
                <a:cubicBezTo>
                  <a:pt x="502209" y="89682"/>
                  <a:pt x="494802" y="93246"/>
                  <a:pt x="485349" y="93246"/>
                </a:cubicBezTo>
                <a:cubicBezTo>
                  <a:pt x="476073" y="93246"/>
                  <a:pt x="468929" y="89989"/>
                  <a:pt x="463917" y="83476"/>
                </a:cubicBezTo>
                <a:cubicBezTo>
                  <a:pt x="458906" y="76962"/>
                  <a:pt x="456400" y="69415"/>
                  <a:pt x="456400" y="60834"/>
                </a:cubicBezTo>
                <a:cubicBezTo>
                  <a:pt x="456400" y="51989"/>
                  <a:pt x="458961" y="44277"/>
                  <a:pt x="464082" y="37698"/>
                </a:cubicBezTo>
                <a:cubicBezTo>
                  <a:pt x="469204" y="31118"/>
                  <a:pt x="476227" y="27829"/>
                  <a:pt x="485152" y="27829"/>
                </a:cubicBezTo>
                <a:moveTo>
                  <a:pt x="485415" y="32445"/>
                </a:moveTo>
                <a:cubicBezTo>
                  <a:pt x="483173" y="32445"/>
                  <a:pt x="481250" y="33293"/>
                  <a:pt x="479645" y="34988"/>
                </a:cubicBezTo>
                <a:cubicBezTo>
                  <a:pt x="478041" y="36682"/>
                  <a:pt x="476985" y="40026"/>
                  <a:pt x="476480" y="45022"/>
                </a:cubicBezTo>
                <a:cubicBezTo>
                  <a:pt x="475974" y="50017"/>
                  <a:pt x="475721" y="56961"/>
                  <a:pt x="475721" y="65852"/>
                </a:cubicBezTo>
                <a:cubicBezTo>
                  <a:pt x="475721" y="70562"/>
                  <a:pt x="476029" y="74964"/>
                  <a:pt x="476645" y="79058"/>
                </a:cubicBezTo>
                <a:cubicBezTo>
                  <a:pt x="477128" y="82182"/>
                  <a:pt x="478161" y="84558"/>
                  <a:pt x="479744" y="86188"/>
                </a:cubicBezTo>
                <a:cubicBezTo>
                  <a:pt x="481327" y="87816"/>
                  <a:pt x="483129" y="88630"/>
                  <a:pt x="485152" y="88630"/>
                </a:cubicBezTo>
                <a:cubicBezTo>
                  <a:pt x="487130" y="88630"/>
                  <a:pt x="488779" y="88080"/>
                  <a:pt x="490097" y="86979"/>
                </a:cubicBezTo>
                <a:cubicBezTo>
                  <a:pt x="491812" y="85483"/>
                  <a:pt x="492955" y="83392"/>
                  <a:pt x="493527" y="80706"/>
                </a:cubicBezTo>
                <a:cubicBezTo>
                  <a:pt x="494406" y="76526"/>
                  <a:pt x="494846" y="68075"/>
                  <a:pt x="494846" y="55355"/>
                </a:cubicBezTo>
                <a:cubicBezTo>
                  <a:pt x="494846" y="47873"/>
                  <a:pt x="494428" y="42734"/>
                  <a:pt x="493593" y="39940"/>
                </a:cubicBezTo>
                <a:cubicBezTo>
                  <a:pt x="492757" y="37144"/>
                  <a:pt x="491526" y="35108"/>
                  <a:pt x="489900" y="33832"/>
                </a:cubicBezTo>
                <a:cubicBezTo>
                  <a:pt x="488757" y="32907"/>
                  <a:pt x="487262" y="32445"/>
                  <a:pt x="485415" y="32445"/>
                </a:cubicBezTo>
                <a:close/>
                <a:moveTo>
                  <a:pt x="548788" y="29675"/>
                </a:moveTo>
                <a:lnTo>
                  <a:pt x="548788" y="37720"/>
                </a:lnTo>
                <a:cubicBezTo>
                  <a:pt x="551954" y="34268"/>
                  <a:pt x="554987" y="31757"/>
                  <a:pt x="557889" y="30186"/>
                </a:cubicBezTo>
                <a:cubicBezTo>
                  <a:pt x="560790" y="28615"/>
                  <a:pt x="563912" y="27829"/>
                  <a:pt x="567253" y="27829"/>
                </a:cubicBezTo>
                <a:cubicBezTo>
                  <a:pt x="571254" y="27829"/>
                  <a:pt x="574573" y="28940"/>
                  <a:pt x="577211" y="31163"/>
                </a:cubicBezTo>
                <a:cubicBezTo>
                  <a:pt x="579848" y="33386"/>
                  <a:pt x="581607" y="36148"/>
                  <a:pt x="582486" y="39449"/>
                </a:cubicBezTo>
                <a:cubicBezTo>
                  <a:pt x="583190" y="41959"/>
                  <a:pt x="583541" y="46780"/>
                  <a:pt x="583541" y="53912"/>
                </a:cubicBezTo>
                <a:lnTo>
                  <a:pt x="583541" y="77947"/>
                </a:lnTo>
                <a:cubicBezTo>
                  <a:pt x="583541" y="82695"/>
                  <a:pt x="583970" y="85651"/>
                  <a:pt x="584827" y="86816"/>
                </a:cubicBezTo>
                <a:cubicBezTo>
                  <a:pt x="585685" y="87981"/>
                  <a:pt x="587476" y="88718"/>
                  <a:pt x="590202" y="89026"/>
                </a:cubicBezTo>
                <a:lnTo>
                  <a:pt x="590202" y="91400"/>
                </a:lnTo>
                <a:lnTo>
                  <a:pt x="559010" y="91400"/>
                </a:lnTo>
                <a:lnTo>
                  <a:pt x="559010" y="89026"/>
                </a:lnTo>
                <a:cubicBezTo>
                  <a:pt x="561340" y="88718"/>
                  <a:pt x="563011" y="87751"/>
                  <a:pt x="564022" y="86124"/>
                </a:cubicBezTo>
                <a:cubicBezTo>
                  <a:pt x="564725" y="85025"/>
                  <a:pt x="565077" y="82299"/>
                  <a:pt x="565077" y="77947"/>
                </a:cubicBezTo>
                <a:lnTo>
                  <a:pt x="565077" y="50514"/>
                </a:lnTo>
                <a:cubicBezTo>
                  <a:pt x="565077" y="45458"/>
                  <a:pt x="564879" y="42271"/>
                  <a:pt x="564483" y="40952"/>
                </a:cubicBezTo>
                <a:cubicBezTo>
                  <a:pt x="564088" y="39633"/>
                  <a:pt x="563417" y="38611"/>
                  <a:pt x="562472" y="37885"/>
                </a:cubicBezTo>
                <a:cubicBezTo>
                  <a:pt x="561527" y="37160"/>
                  <a:pt x="560483" y="36797"/>
                  <a:pt x="559340" y="36797"/>
                </a:cubicBezTo>
                <a:cubicBezTo>
                  <a:pt x="555559" y="36797"/>
                  <a:pt x="552042" y="39523"/>
                  <a:pt x="548788" y="44974"/>
                </a:cubicBezTo>
                <a:lnTo>
                  <a:pt x="548788" y="77947"/>
                </a:lnTo>
                <a:cubicBezTo>
                  <a:pt x="548788" y="82563"/>
                  <a:pt x="549217" y="85487"/>
                  <a:pt x="550074" y="86717"/>
                </a:cubicBezTo>
                <a:cubicBezTo>
                  <a:pt x="550932" y="87948"/>
                  <a:pt x="552525" y="88718"/>
                  <a:pt x="554855" y="89026"/>
                </a:cubicBezTo>
                <a:lnTo>
                  <a:pt x="554855" y="91400"/>
                </a:lnTo>
                <a:lnTo>
                  <a:pt x="523663" y="91400"/>
                </a:lnTo>
                <a:lnTo>
                  <a:pt x="523663" y="89026"/>
                </a:lnTo>
                <a:cubicBezTo>
                  <a:pt x="526257" y="88762"/>
                  <a:pt x="528104" y="87926"/>
                  <a:pt x="529203" y="86520"/>
                </a:cubicBezTo>
                <a:cubicBezTo>
                  <a:pt x="529950" y="85552"/>
                  <a:pt x="530324" y="82695"/>
                  <a:pt x="530324" y="77947"/>
                </a:cubicBezTo>
                <a:lnTo>
                  <a:pt x="530324" y="43128"/>
                </a:lnTo>
                <a:cubicBezTo>
                  <a:pt x="530324" y="38412"/>
                  <a:pt x="529895" y="35475"/>
                  <a:pt x="529038" y="34318"/>
                </a:cubicBezTo>
                <a:cubicBezTo>
                  <a:pt x="528181" y="33161"/>
                  <a:pt x="526389" y="32405"/>
                  <a:pt x="523663" y="32049"/>
                </a:cubicBezTo>
                <a:lnTo>
                  <a:pt x="523663" y="29675"/>
                </a:lnTo>
                <a:lnTo>
                  <a:pt x="548788" y="296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A12BC-8086-494F-8863-2C4CB1D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986" y="4857578"/>
            <a:ext cx="562729" cy="157564"/>
          </a:xfrm>
          <a:custGeom xmlns:a="http://schemas.openxmlformats.org/drawingml/2006/main">
            <a:pathLst>
              <a:path w="562729" h="157564">
                <a:moveTo>
                  <a:pt x="0" y="0"/>
                </a:moveTo>
                <a:lnTo>
                  <a:pt x="562729" y="0"/>
                </a:lnTo>
                <a:lnTo>
                  <a:pt x="562729" y="157564"/>
                </a:lnTo>
                <a:lnTo>
                  <a:pt x="0" y="1575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9C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LowFreq.">
            <a:extLst xmlns:a="http://schemas.openxmlformats.org/drawingml/2006/main">
              <a:ext uri="{FF2B5EF4-FFF2-40B4-BE49-F238E27FC236}">
                <a16:creationId xmlns:a16="http://schemas.microsoft.com/office/drawing/2014/main" id="{13D2ECD3-F87A-4362-8E35-E4BB026A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9" y="4891957"/>
            <a:ext cx="550374" cy="118305"/>
          </a:xfrm>
          <a:custGeom xmlns:a="http://schemas.openxmlformats.org/drawingml/2006/main">
            <a:pathLst>
              <a:path w="550374" h="118305">
                <a:moveTo>
                  <a:pt x="74716" y="64626"/>
                </a:moveTo>
                <a:lnTo>
                  <a:pt x="76892" y="65090"/>
                </a:lnTo>
                <a:lnTo>
                  <a:pt x="69242" y="89421"/>
                </a:lnTo>
                <a:lnTo>
                  <a:pt x="0" y="89421"/>
                </a:lnTo>
                <a:lnTo>
                  <a:pt x="0" y="86981"/>
                </a:lnTo>
                <a:lnTo>
                  <a:pt x="3363" y="86981"/>
                </a:lnTo>
                <a:cubicBezTo>
                  <a:pt x="7144" y="86981"/>
                  <a:pt x="9848" y="85750"/>
                  <a:pt x="11474" y="83288"/>
                </a:cubicBezTo>
                <a:cubicBezTo>
                  <a:pt x="12398" y="81882"/>
                  <a:pt x="12859" y="78628"/>
                  <a:pt x="12859" y="73529"/>
                </a:cubicBezTo>
                <a:lnTo>
                  <a:pt x="12859" y="15827"/>
                </a:lnTo>
                <a:cubicBezTo>
                  <a:pt x="12859" y="10243"/>
                  <a:pt x="12244" y="6748"/>
                  <a:pt x="11013" y="5342"/>
                </a:cubicBezTo>
                <a:cubicBezTo>
                  <a:pt x="9298" y="3407"/>
                  <a:pt x="6748" y="2440"/>
                  <a:pt x="3363" y="2440"/>
                </a:cubicBezTo>
                <a:lnTo>
                  <a:pt x="0" y="2440"/>
                </a:lnTo>
                <a:lnTo>
                  <a:pt x="0" y="0"/>
                </a:lnTo>
                <a:lnTo>
                  <a:pt x="40490" y="0"/>
                </a:lnTo>
                <a:lnTo>
                  <a:pt x="40490" y="2440"/>
                </a:lnTo>
                <a:cubicBezTo>
                  <a:pt x="35742" y="2396"/>
                  <a:pt x="32412" y="2836"/>
                  <a:pt x="30499" y="3761"/>
                </a:cubicBezTo>
                <a:cubicBezTo>
                  <a:pt x="28587" y="4684"/>
                  <a:pt x="27279" y="5850"/>
                  <a:pt x="26576" y="7258"/>
                </a:cubicBezTo>
                <a:cubicBezTo>
                  <a:pt x="25872" y="8666"/>
                  <a:pt x="25521" y="12032"/>
                  <a:pt x="25521" y="17356"/>
                </a:cubicBezTo>
                <a:lnTo>
                  <a:pt x="25521" y="73586"/>
                </a:lnTo>
                <a:cubicBezTo>
                  <a:pt x="25521" y="77238"/>
                  <a:pt x="25872" y="79746"/>
                  <a:pt x="26576" y="81110"/>
                </a:cubicBezTo>
                <a:cubicBezTo>
                  <a:pt x="27103" y="82033"/>
                  <a:pt x="27917" y="82715"/>
                  <a:pt x="29016" y="83156"/>
                </a:cubicBezTo>
                <a:cubicBezTo>
                  <a:pt x="30115" y="83596"/>
                  <a:pt x="33544" y="83816"/>
                  <a:pt x="39303" y="83816"/>
                </a:cubicBezTo>
                <a:lnTo>
                  <a:pt x="45832" y="83816"/>
                </a:lnTo>
                <a:cubicBezTo>
                  <a:pt x="52690" y="83816"/>
                  <a:pt x="57504" y="83307"/>
                  <a:pt x="60274" y="82289"/>
                </a:cubicBezTo>
                <a:cubicBezTo>
                  <a:pt x="63043" y="81271"/>
                  <a:pt x="65571" y="79467"/>
                  <a:pt x="67857" y="76877"/>
                </a:cubicBezTo>
                <a:cubicBezTo>
                  <a:pt x="70143" y="74288"/>
                  <a:pt x="72429" y="70204"/>
                  <a:pt x="74716" y="64626"/>
                </a:cubicBezTo>
                <a:close/>
                <a:moveTo>
                  <a:pt x="113578" y="27301"/>
                </a:moveTo>
                <a:cubicBezTo>
                  <a:pt x="122723" y="27301"/>
                  <a:pt x="130065" y="30771"/>
                  <a:pt x="135604" y="37710"/>
                </a:cubicBezTo>
                <a:cubicBezTo>
                  <a:pt x="140308" y="43638"/>
                  <a:pt x="142660" y="50446"/>
                  <a:pt x="142660" y="58132"/>
                </a:cubicBezTo>
                <a:cubicBezTo>
                  <a:pt x="142660" y="63534"/>
                  <a:pt x="141363" y="69002"/>
                  <a:pt x="138769" y="74536"/>
                </a:cubicBezTo>
                <a:cubicBezTo>
                  <a:pt x="136176" y="80069"/>
                  <a:pt x="132604" y="84240"/>
                  <a:pt x="128053" y="87051"/>
                </a:cubicBezTo>
                <a:cubicBezTo>
                  <a:pt x="123503" y="89862"/>
                  <a:pt x="118436" y="91268"/>
                  <a:pt x="112853" y="91268"/>
                </a:cubicBezTo>
                <a:cubicBezTo>
                  <a:pt x="103753" y="91268"/>
                  <a:pt x="96521" y="87644"/>
                  <a:pt x="91157" y="80397"/>
                </a:cubicBezTo>
                <a:cubicBezTo>
                  <a:pt x="86629" y="74293"/>
                  <a:pt x="84365" y="67442"/>
                  <a:pt x="84365" y="59845"/>
                </a:cubicBezTo>
                <a:cubicBezTo>
                  <a:pt x="84365" y="54311"/>
                  <a:pt x="85739" y="48810"/>
                  <a:pt x="88486" y="43342"/>
                </a:cubicBezTo>
                <a:cubicBezTo>
                  <a:pt x="91234" y="37874"/>
                  <a:pt x="94850" y="33834"/>
                  <a:pt x="99334" y="31221"/>
                </a:cubicBezTo>
                <a:cubicBezTo>
                  <a:pt x="103819" y="28608"/>
                  <a:pt x="108567" y="27301"/>
                  <a:pt x="113578" y="27301"/>
                </a:cubicBezTo>
                <a:moveTo>
                  <a:pt x="111534" y="31654"/>
                </a:moveTo>
                <a:cubicBezTo>
                  <a:pt x="109204" y="31654"/>
                  <a:pt x="106863" y="32345"/>
                  <a:pt x="104511" y="33729"/>
                </a:cubicBezTo>
                <a:cubicBezTo>
                  <a:pt x="102159" y="35112"/>
                  <a:pt x="100258" y="37538"/>
                  <a:pt x="98807" y="41007"/>
                </a:cubicBezTo>
                <a:cubicBezTo>
                  <a:pt x="97356" y="44476"/>
                  <a:pt x="96631" y="48933"/>
                  <a:pt x="96631" y="54378"/>
                </a:cubicBezTo>
                <a:cubicBezTo>
                  <a:pt x="96631" y="63159"/>
                  <a:pt x="98378" y="70734"/>
                  <a:pt x="101873" y="77102"/>
                </a:cubicBezTo>
                <a:cubicBezTo>
                  <a:pt x="105368" y="83468"/>
                  <a:pt x="109973" y="86652"/>
                  <a:pt x="115689" y="86652"/>
                </a:cubicBezTo>
                <a:cubicBezTo>
                  <a:pt x="119953" y="86652"/>
                  <a:pt x="123470" y="84895"/>
                  <a:pt x="126240" y="81382"/>
                </a:cubicBezTo>
                <a:cubicBezTo>
                  <a:pt x="129010" y="77869"/>
                  <a:pt x="130394" y="71832"/>
                  <a:pt x="130394" y="63270"/>
                </a:cubicBezTo>
                <a:cubicBezTo>
                  <a:pt x="130394" y="52555"/>
                  <a:pt x="128086" y="44124"/>
                  <a:pt x="123470" y="37976"/>
                </a:cubicBezTo>
                <a:cubicBezTo>
                  <a:pt x="120349" y="33761"/>
                  <a:pt x="116370" y="31654"/>
                  <a:pt x="111534" y="31654"/>
                </a:cubicBezTo>
                <a:close/>
                <a:moveTo>
                  <a:pt x="148199" y="29016"/>
                </a:moveTo>
                <a:lnTo>
                  <a:pt x="173522" y="29016"/>
                </a:lnTo>
                <a:lnTo>
                  <a:pt x="173522" y="31456"/>
                </a:lnTo>
                <a:cubicBezTo>
                  <a:pt x="171192" y="31632"/>
                  <a:pt x="169664" y="32049"/>
                  <a:pt x="168939" y="32709"/>
                </a:cubicBezTo>
                <a:cubicBezTo>
                  <a:pt x="168214" y="33368"/>
                  <a:pt x="167851" y="34313"/>
                  <a:pt x="167851" y="35544"/>
                </a:cubicBezTo>
                <a:cubicBezTo>
                  <a:pt x="167851" y="36907"/>
                  <a:pt x="168224" y="38556"/>
                  <a:pt x="168972" y="40490"/>
                </a:cubicBezTo>
                <a:lnTo>
                  <a:pt x="181897" y="75243"/>
                </a:lnTo>
                <a:lnTo>
                  <a:pt x="194888" y="46953"/>
                </a:lnTo>
                <a:lnTo>
                  <a:pt x="191459" y="38050"/>
                </a:lnTo>
                <a:cubicBezTo>
                  <a:pt x="190404" y="35412"/>
                  <a:pt x="189019" y="33588"/>
                  <a:pt x="187305" y="32577"/>
                </a:cubicBezTo>
                <a:cubicBezTo>
                  <a:pt x="186337" y="31961"/>
                  <a:pt x="184535" y="31588"/>
                  <a:pt x="181897" y="31456"/>
                </a:cubicBezTo>
                <a:lnTo>
                  <a:pt x="181897" y="29016"/>
                </a:lnTo>
                <a:lnTo>
                  <a:pt x="210649" y="29016"/>
                </a:lnTo>
                <a:lnTo>
                  <a:pt x="210649" y="31456"/>
                </a:lnTo>
                <a:cubicBezTo>
                  <a:pt x="207484" y="31588"/>
                  <a:pt x="205242" y="32159"/>
                  <a:pt x="203923" y="33170"/>
                </a:cubicBezTo>
                <a:cubicBezTo>
                  <a:pt x="203043" y="33874"/>
                  <a:pt x="202604" y="34995"/>
                  <a:pt x="202604" y="36533"/>
                </a:cubicBezTo>
                <a:cubicBezTo>
                  <a:pt x="202604" y="37413"/>
                  <a:pt x="202780" y="38314"/>
                  <a:pt x="203131" y="39237"/>
                </a:cubicBezTo>
                <a:lnTo>
                  <a:pt x="216848" y="73924"/>
                </a:lnTo>
                <a:lnTo>
                  <a:pt x="229575" y="40490"/>
                </a:lnTo>
                <a:cubicBezTo>
                  <a:pt x="230454" y="38116"/>
                  <a:pt x="230894" y="36226"/>
                  <a:pt x="230894" y="34819"/>
                </a:cubicBezTo>
                <a:cubicBezTo>
                  <a:pt x="230894" y="33984"/>
                  <a:pt x="230465" y="33236"/>
                  <a:pt x="229608" y="32577"/>
                </a:cubicBezTo>
                <a:cubicBezTo>
                  <a:pt x="228751" y="31917"/>
                  <a:pt x="227069" y="31544"/>
                  <a:pt x="224563" y="31456"/>
                </a:cubicBezTo>
                <a:lnTo>
                  <a:pt x="224563" y="29016"/>
                </a:lnTo>
                <a:lnTo>
                  <a:pt x="243621" y="29016"/>
                </a:lnTo>
                <a:lnTo>
                  <a:pt x="243621" y="31456"/>
                </a:lnTo>
                <a:cubicBezTo>
                  <a:pt x="239797" y="32027"/>
                  <a:pt x="236983" y="34621"/>
                  <a:pt x="235181" y="39237"/>
                </a:cubicBezTo>
                <a:lnTo>
                  <a:pt x="215001" y="91268"/>
                </a:lnTo>
                <a:lnTo>
                  <a:pt x="212298" y="91268"/>
                </a:lnTo>
                <a:lnTo>
                  <a:pt x="197196" y="52690"/>
                </a:lnTo>
                <a:lnTo>
                  <a:pt x="179589" y="91268"/>
                </a:lnTo>
                <a:lnTo>
                  <a:pt x="177149" y="91268"/>
                </a:lnTo>
                <a:lnTo>
                  <a:pt x="157761" y="40490"/>
                </a:lnTo>
                <a:cubicBezTo>
                  <a:pt x="156486" y="37281"/>
                  <a:pt x="155233" y="35116"/>
                  <a:pt x="154002" y="33995"/>
                </a:cubicBezTo>
                <a:cubicBezTo>
                  <a:pt x="152771" y="32874"/>
                  <a:pt x="150837" y="32027"/>
                  <a:pt x="148199" y="31456"/>
                </a:cubicBezTo>
                <a:lnTo>
                  <a:pt x="148199" y="29016"/>
                </a:lnTo>
                <a:close/>
                <a:moveTo>
                  <a:pt x="306247" y="4880"/>
                </a:moveTo>
                <a:lnTo>
                  <a:pt x="306247" y="39963"/>
                </a:lnTo>
                <a:lnTo>
                  <a:pt x="322536" y="39963"/>
                </a:lnTo>
                <a:cubicBezTo>
                  <a:pt x="326273" y="39963"/>
                  <a:pt x="329009" y="39138"/>
                  <a:pt x="330746" y="37490"/>
                </a:cubicBezTo>
                <a:cubicBezTo>
                  <a:pt x="332482" y="35841"/>
                  <a:pt x="333636" y="32577"/>
                  <a:pt x="334208" y="27697"/>
                </a:cubicBezTo>
                <a:lnTo>
                  <a:pt x="336648" y="27697"/>
                </a:lnTo>
                <a:lnTo>
                  <a:pt x="336648" y="58031"/>
                </a:lnTo>
                <a:lnTo>
                  <a:pt x="334208" y="58031"/>
                </a:lnTo>
                <a:cubicBezTo>
                  <a:pt x="334164" y="54541"/>
                  <a:pt x="333713" y="51978"/>
                  <a:pt x="332856" y="50343"/>
                </a:cubicBezTo>
                <a:cubicBezTo>
                  <a:pt x="331999" y="48706"/>
                  <a:pt x="330812" y="47480"/>
                  <a:pt x="329295" y="46662"/>
                </a:cubicBezTo>
                <a:cubicBezTo>
                  <a:pt x="327778" y="45845"/>
                  <a:pt x="325525" y="45436"/>
                  <a:pt x="322536" y="45436"/>
                </a:cubicBezTo>
                <a:lnTo>
                  <a:pt x="306247" y="45436"/>
                </a:lnTo>
                <a:lnTo>
                  <a:pt x="306247" y="73574"/>
                </a:lnTo>
                <a:cubicBezTo>
                  <a:pt x="306247" y="78109"/>
                  <a:pt x="306533" y="81103"/>
                  <a:pt x="307105" y="82557"/>
                </a:cubicBezTo>
                <a:cubicBezTo>
                  <a:pt x="307544" y="83657"/>
                  <a:pt x="308467" y="84604"/>
                  <a:pt x="309874" y="85397"/>
                </a:cubicBezTo>
                <a:cubicBezTo>
                  <a:pt x="311809" y="86453"/>
                  <a:pt x="313831" y="86981"/>
                  <a:pt x="315941" y="86981"/>
                </a:cubicBezTo>
                <a:lnTo>
                  <a:pt x="319172" y="86981"/>
                </a:lnTo>
                <a:lnTo>
                  <a:pt x="319172" y="89421"/>
                </a:lnTo>
                <a:lnTo>
                  <a:pt x="280793" y="89421"/>
                </a:lnTo>
                <a:lnTo>
                  <a:pt x="280793" y="86981"/>
                </a:lnTo>
                <a:lnTo>
                  <a:pt x="283958" y="86981"/>
                </a:lnTo>
                <a:cubicBezTo>
                  <a:pt x="287651" y="86981"/>
                  <a:pt x="290333" y="85904"/>
                  <a:pt x="292003" y="83750"/>
                </a:cubicBezTo>
                <a:cubicBezTo>
                  <a:pt x="293058" y="82343"/>
                  <a:pt x="293586" y="78958"/>
                  <a:pt x="293586" y="73594"/>
                </a:cubicBezTo>
                <a:lnTo>
                  <a:pt x="293586" y="15827"/>
                </a:lnTo>
                <a:cubicBezTo>
                  <a:pt x="293586" y="11299"/>
                  <a:pt x="293300" y="8309"/>
                  <a:pt x="292729" y="6858"/>
                </a:cubicBezTo>
                <a:cubicBezTo>
                  <a:pt x="292289" y="5759"/>
                  <a:pt x="291388" y="4814"/>
                  <a:pt x="290025" y="4023"/>
                </a:cubicBezTo>
                <a:cubicBezTo>
                  <a:pt x="288134" y="2968"/>
                  <a:pt x="286112" y="2440"/>
                  <a:pt x="283958" y="2440"/>
                </a:cubicBezTo>
                <a:lnTo>
                  <a:pt x="280793" y="2440"/>
                </a:lnTo>
                <a:lnTo>
                  <a:pt x="280793" y="0"/>
                </a:lnTo>
                <a:lnTo>
                  <a:pt x="347331" y="0"/>
                </a:lnTo>
                <a:lnTo>
                  <a:pt x="348188" y="19652"/>
                </a:lnTo>
                <a:lnTo>
                  <a:pt x="345880" y="19652"/>
                </a:lnTo>
                <a:cubicBezTo>
                  <a:pt x="344737" y="15475"/>
                  <a:pt x="343407" y="12409"/>
                  <a:pt x="341890" y="10452"/>
                </a:cubicBezTo>
                <a:cubicBezTo>
                  <a:pt x="340374" y="8496"/>
                  <a:pt x="338505" y="7078"/>
                  <a:pt x="336285" y="6199"/>
                </a:cubicBezTo>
                <a:cubicBezTo>
                  <a:pt x="334065" y="5320"/>
                  <a:pt x="330625" y="4880"/>
                  <a:pt x="325965" y="4880"/>
                </a:cubicBezTo>
                <a:lnTo>
                  <a:pt x="306247" y="4880"/>
                </a:lnTo>
                <a:close/>
                <a:moveTo>
                  <a:pt x="375601" y="27301"/>
                </a:moveTo>
                <a:lnTo>
                  <a:pt x="375601" y="40886"/>
                </a:lnTo>
                <a:cubicBezTo>
                  <a:pt x="380656" y="31829"/>
                  <a:pt x="385844" y="27301"/>
                  <a:pt x="391164" y="27301"/>
                </a:cubicBezTo>
                <a:cubicBezTo>
                  <a:pt x="393582" y="27301"/>
                  <a:pt x="395582" y="28038"/>
                  <a:pt x="397165" y="29510"/>
                </a:cubicBezTo>
                <a:cubicBezTo>
                  <a:pt x="398747" y="30983"/>
                  <a:pt x="399539" y="32687"/>
                  <a:pt x="399539" y="34621"/>
                </a:cubicBezTo>
                <a:cubicBezTo>
                  <a:pt x="399539" y="36336"/>
                  <a:pt x="398967" y="37786"/>
                  <a:pt x="397824" y="38973"/>
                </a:cubicBezTo>
                <a:cubicBezTo>
                  <a:pt x="396681" y="40160"/>
                  <a:pt x="395318" y="40754"/>
                  <a:pt x="393735" y="40754"/>
                </a:cubicBezTo>
                <a:cubicBezTo>
                  <a:pt x="392197" y="40754"/>
                  <a:pt x="390471" y="39996"/>
                  <a:pt x="388559" y="38479"/>
                </a:cubicBezTo>
                <a:cubicBezTo>
                  <a:pt x="386646" y="36962"/>
                  <a:pt x="385229" y="36204"/>
                  <a:pt x="384305" y="36204"/>
                </a:cubicBezTo>
                <a:cubicBezTo>
                  <a:pt x="383514" y="36204"/>
                  <a:pt x="382657" y="36642"/>
                  <a:pt x="381733" y="37519"/>
                </a:cubicBezTo>
                <a:cubicBezTo>
                  <a:pt x="379755" y="39317"/>
                  <a:pt x="377711" y="42277"/>
                  <a:pt x="375601" y="46398"/>
                </a:cubicBezTo>
                <a:lnTo>
                  <a:pt x="375601" y="75274"/>
                </a:lnTo>
                <a:cubicBezTo>
                  <a:pt x="375601" y="78606"/>
                  <a:pt x="376018" y="81127"/>
                  <a:pt x="376854" y="82837"/>
                </a:cubicBezTo>
                <a:cubicBezTo>
                  <a:pt x="377425" y="84021"/>
                  <a:pt x="378436" y="85008"/>
                  <a:pt x="379887" y="85798"/>
                </a:cubicBezTo>
                <a:cubicBezTo>
                  <a:pt x="381338" y="86587"/>
                  <a:pt x="383426" y="86981"/>
                  <a:pt x="386152" y="86981"/>
                </a:cubicBezTo>
                <a:lnTo>
                  <a:pt x="386152" y="89421"/>
                </a:lnTo>
                <a:lnTo>
                  <a:pt x="355224" y="89421"/>
                </a:lnTo>
                <a:lnTo>
                  <a:pt x="355224" y="86981"/>
                </a:lnTo>
                <a:cubicBezTo>
                  <a:pt x="358301" y="86981"/>
                  <a:pt x="360587" y="86499"/>
                  <a:pt x="362082" y="85535"/>
                </a:cubicBezTo>
                <a:cubicBezTo>
                  <a:pt x="363181" y="84833"/>
                  <a:pt x="363950" y="83714"/>
                  <a:pt x="364390" y="82178"/>
                </a:cubicBezTo>
                <a:cubicBezTo>
                  <a:pt x="364610" y="81432"/>
                  <a:pt x="364720" y="79304"/>
                  <a:pt x="364720" y="75795"/>
                </a:cubicBezTo>
                <a:lnTo>
                  <a:pt x="364720" y="52436"/>
                </a:lnTo>
                <a:cubicBezTo>
                  <a:pt x="364720" y="45417"/>
                  <a:pt x="364577" y="41240"/>
                  <a:pt x="364291" y="39903"/>
                </a:cubicBezTo>
                <a:cubicBezTo>
                  <a:pt x="364005" y="38565"/>
                  <a:pt x="363478" y="37589"/>
                  <a:pt x="362708" y="36974"/>
                </a:cubicBezTo>
                <a:cubicBezTo>
                  <a:pt x="361939" y="36360"/>
                  <a:pt x="360983" y="36053"/>
                  <a:pt x="359840" y="36053"/>
                </a:cubicBezTo>
                <a:cubicBezTo>
                  <a:pt x="358477" y="36053"/>
                  <a:pt x="356938" y="36382"/>
                  <a:pt x="355224" y="37040"/>
                </a:cubicBezTo>
                <a:lnTo>
                  <a:pt x="354564" y="34671"/>
                </a:lnTo>
                <a:lnTo>
                  <a:pt x="372831" y="27301"/>
                </a:lnTo>
                <a:lnTo>
                  <a:pt x="375601" y="27301"/>
                </a:lnTo>
                <a:close/>
                <a:moveTo>
                  <a:pt x="413056" y="51833"/>
                </a:moveTo>
                <a:cubicBezTo>
                  <a:pt x="413012" y="60781"/>
                  <a:pt x="415188" y="67799"/>
                  <a:pt x="419584" y="72888"/>
                </a:cubicBezTo>
                <a:cubicBezTo>
                  <a:pt x="423981" y="77975"/>
                  <a:pt x="429146" y="80519"/>
                  <a:pt x="435081" y="80519"/>
                </a:cubicBezTo>
                <a:cubicBezTo>
                  <a:pt x="439038" y="80519"/>
                  <a:pt x="442478" y="79431"/>
                  <a:pt x="445402" y="77254"/>
                </a:cubicBezTo>
                <a:cubicBezTo>
                  <a:pt x="448325" y="75078"/>
                  <a:pt x="450776" y="71352"/>
                  <a:pt x="452754" y="66077"/>
                </a:cubicBezTo>
                <a:lnTo>
                  <a:pt x="454799" y="67396"/>
                </a:lnTo>
                <a:cubicBezTo>
                  <a:pt x="453876" y="73419"/>
                  <a:pt x="451194" y="78903"/>
                  <a:pt x="446753" y="83849"/>
                </a:cubicBezTo>
                <a:cubicBezTo>
                  <a:pt x="442313" y="88795"/>
                  <a:pt x="436752" y="91268"/>
                  <a:pt x="430069" y="91268"/>
                </a:cubicBezTo>
                <a:cubicBezTo>
                  <a:pt x="422815" y="91268"/>
                  <a:pt x="416606" y="88449"/>
                  <a:pt x="411440" y="82812"/>
                </a:cubicBezTo>
                <a:cubicBezTo>
                  <a:pt x="406274" y="77174"/>
                  <a:pt x="403691" y="69594"/>
                  <a:pt x="403691" y="60074"/>
                </a:cubicBezTo>
                <a:cubicBezTo>
                  <a:pt x="403691" y="49764"/>
                  <a:pt x="406340" y="41725"/>
                  <a:pt x="411638" y="35956"/>
                </a:cubicBezTo>
                <a:cubicBezTo>
                  <a:pt x="416935" y="30186"/>
                  <a:pt x="423585" y="27301"/>
                  <a:pt x="431586" y="27301"/>
                </a:cubicBezTo>
                <a:cubicBezTo>
                  <a:pt x="438356" y="27301"/>
                  <a:pt x="443918" y="29527"/>
                  <a:pt x="448270" y="33978"/>
                </a:cubicBezTo>
                <a:cubicBezTo>
                  <a:pt x="452623" y="38428"/>
                  <a:pt x="454799" y="44380"/>
                  <a:pt x="454799" y="51833"/>
                </a:cubicBezTo>
                <a:lnTo>
                  <a:pt x="413056" y="51833"/>
                </a:lnTo>
                <a:moveTo>
                  <a:pt x="413056" y="48008"/>
                </a:moveTo>
                <a:lnTo>
                  <a:pt x="441016" y="48008"/>
                </a:lnTo>
                <a:cubicBezTo>
                  <a:pt x="440796" y="44139"/>
                  <a:pt x="440335" y="41413"/>
                  <a:pt x="439631" y="39831"/>
                </a:cubicBezTo>
                <a:cubicBezTo>
                  <a:pt x="438532" y="37369"/>
                  <a:pt x="436895" y="35434"/>
                  <a:pt x="434719" y="34028"/>
                </a:cubicBezTo>
                <a:cubicBezTo>
                  <a:pt x="432542" y="32621"/>
                  <a:pt x="430267" y="31917"/>
                  <a:pt x="427893" y="31917"/>
                </a:cubicBezTo>
                <a:cubicBezTo>
                  <a:pt x="424244" y="31917"/>
                  <a:pt x="420980" y="33335"/>
                  <a:pt x="418100" y="36171"/>
                </a:cubicBezTo>
                <a:cubicBezTo>
                  <a:pt x="415221" y="39006"/>
                  <a:pt x="413539" y="42952"/>
                  <a:pt x="413056" y="48008"/>
                </a:cubicBezTo>
                <a:close/>
                <a:moveTo>
                  <a:pt x="516345" y="27301"/>
                </a:moveTo>
                <a:lnTo>
                  <a:pt x="516345" y="104927"/>
                </a:lnTo>
                <a:cubicBezTo>
                  <a:pt x="516345" y="108793"/>
                  <a:pt x="516609" y="111274"/>
                  <a:pt x="517137" y="112372"/>
                </a:cubicBezTo>
                <a:cubicBezTo>
                  <a:pt x="517664" y="113471"/>
                  <a:pt x="518488" y="114328"/>
                  <a:pt x="519609" y="114942"/>
                </a:cubicBezTo>
                <a:cubicBezTo>
                  <a:pt x="520731" y="115557"/>
                  <a:pt x="522918" y="115865"/>
                  <a:pt x="526171" y="115865"/>
                </a:cubicBezTo>
                <a:lnTo>
                  <a:pt x="526171" y="118305"/>
                </a:lnTo>
                <a:lnTo>
                  <a:pt x="495704" y="118305"/>
                </a:lnTo>
                <a:lnTo>
                  <a:pt x="495704" y="115865"/>
                </a:lnTo>
                <a:lnTo>
                  <a:pt x="496957" y="115865"/>
                </a:lnTo>
                <a:cubicBezTo>
                  <a:pt x="499419" y="115865"/>
                  <a:pt x="501288" y="115513"/>
                  <a:pt x="502563" y="114810"/>
                </a:cubicBezTo>
                <a:cubicBezTo>
                  <a:pt x="503442" y="114326"/>
                  <a:pt x="504145" y="113458"/>
                  <a:pt x="504673" y="112205"/>
                </a:cubicBezTo>
                <a:cubicBezTo>
                  <a:pt x="505201" y="110952"/>
                  <a:pt x="505464" y="108523"/>
                  <a:pt x="505464" y="104918"/>
                </a:cubicBezTo>
                <a:lnTo>
                  <a:pt x="505464" y="78936"/>
                </a:lnTo>
                <a:cubicBezTo>
                  <a:pt x="501464" y="83684"/>
                  <a:pt x="497969" y="86926"/>
                  <a:pt x="494979" y="88663"/>
                </a:cubicBezTo>
                <a:cubicBezTo>
                  <a:pt x="491990" y="90399"/>
                  <a:pt x="488890" y="91268"/>
                  <a:pt x="485681" y="91268"/>
                </a:cubicBezTo>
                <a:cubicBezTo>
                  <a:pt x="479834" y="91268"/>
                  <a:pt x="474613" y="88611"/>
                  <a:pt x="470019" y="83297"/>
                </a:cubicBezTo>
                <a:cubicBezTo>
                  <a:pt x="465425" y="77983"/>
                  <a:pt x="463128" y="70868"/>
                  <a:pt x="463128" y="61953"/>
                </a:cubicBezTo>
                <a:cubicBezTo>
                  <a:pt x="463128" y="51719"/>
                  <a:pt x="466161" y="43386"/>
                  <a:pt x="472228" y="36952"/>
                </a:cubicBezTo>
                <a:cubicBezTo>
                  <a:pt x="478295" y="30518"/>
                  <a:pt x="485615" y="27301"/>
                  <a:pt x="494188" y="27301"/>
                </a:cubicBezTo>
                <a:cubicBezTo>
                  <a:pt x="496694" y="27301"/>
                  <a:pt x="499002" y="27653"/>
                  <a:pt x="501112" y="28356"/>
                </a:cubicBezTo>
                <a:cubicBezTo>
                  <a:pt x="503222" y="29060"/>
                  <a:pt x="505113" y="30115"/>
                  <a:pt x="506783" y="31522"/>
                </a:cubicBezTo>
                <a:cubicBezTo>
                  <a:pt x="509333" y="30291"/>
                  <a:pt x="511773" y="28884"/>
                  <a:pt x="514103" y="27301"/>
                </a:cubicBezTo>
                <a:lnTo>
                  <a:pt x="516345" y="27301"/>
                </a:lnTo>
                <a:moveTo>
                  <a:pt x="505464" y="74792"/>
                </a:moveTo>
                <a:lnTo>
                  <a:pt x="505464" y="46473"/>
                </a:lnTo>
                <a:cubicBezTo>
                  <a:pt x="505464" y="43179"/>
                  <a:pt x="505036" y="40589"/>
                  <a:pt x="504178" y="38701"/>
                </a:cubicBezTo>
                <a:cubicBezTo>
                  <a:pt x="503321" y="36812"/>
                  <a:pt x="501793" y="35210"/>
                  <a:pt x="499595" y="33894"/>
                </a:cubicBezTo>
                <a:cubicBezTo>
                  <a:pt x="497397" y="32576"/>
                  <a:pt x="494913" y="31917"/>
                  <a:pt x="492143" y="31917"/>
                </a:cubicBezTo>
                <a:cubicBezTo>
                  <a:pt x="487220" y="31917"/>
                  <a:pt x="482999" y="34003"/>
                  <a:pt x="479482" y="38174"/>
                </a:cubicBezTo>
                <a:cubicBezTo>
                  <a:pt x="475965" y="42345"/>
                  <a:pt x="474206" y="48667"/>
                  <a:pt x="474206" y="57141"/>
                </a:cubicBezTo>
                <a:cubicBezTo>
                  <a:pt x="474206" y="65263"/>
                  <a:pt x="475998" y="71432"/>
                  <a:pt x="479581" y="75647"/>
                </a:cubicBezTo>
                <a:cubicBezTo>
                  <a:pt x="483164" y="79862"/>
                  <a:pt x="487483" y="81969"/>
                  <a:pt x="492539" y="81969"/>
                </a:cubicBezTo>
                <a:cubicBezTo>
                  <a:pt x="495133" y="81969"/>
                  <a:pt x="497441" y="81410"/>
                  <a:pt x="499463" y="80290"/>
                </a:cubicBezTo>
                <a:cubicBezTo>
                  <a:pt x="501486" y="79170"/>
                  <a:pt x="503486" y="77338"/>
                  <a:pt x="505464" y="74792"/>
                </a:cubicBezTo>
                <a:close/>
                <a:moveTo>
                  <a:pt x="543054" y="76628"/>
                </a:moveTo>
                <a:cubicBezTo>
                  <a:pt x="545120" y="76628"/>
                  <a:pt x="546857" y="77342"/>
                  <a:pt x="548263" y="78771"/>
                </a:cubicBezTo>
                <a:cubicBezTo>
                  <a:pt x="549670" y="80200"/>
                  <a:pt x="550374" y="81926"/>
                  <a:pt x="550374" y="83948"/>
                </a:cubicBezTo>
                <a:cubicBezTo>
                  <a:pt x="550374" y="85970"/>
                  <a:pt x="549659" y="87696"/>
                  <a:pt x="548230" y="89124"/>
                </a:cubicBezTo>
                <a:cubicBezTo>
                  <a:pt x="546802" y="90553"/>
                  <a:pt x="545076" y="91268"/>
                  <a:pt x="543054" y="91268"/>
                </a:cubicBezTo>
                <a:cubicBezTo>
                  <a:pt x="541031" y="91268"/>
                  <a:pt x="539306" y="90553"/>
                  <a:pt x="537877" y="89124"/>
                </a:cubicBezTo>
                <a:cubicBezTo>
                  <a:pt x="536448" y="87696"/>
                  <a:pt x="535734" y="85970"/>
                  <a:pt x="535734" y="83948"/>
                </a:cubicBezTo>
                <a:cubicBezTo>
                  <a:pt x="535734" y="81882"/>
                  <a:pt x="536448" y="80145"/>
                  <a:pt x="537877" y="78738"/>
                </a:cubicBezTo>
                <a:cubicBezTo>
                  <a:pt x="539306" y="77331"/>
                  <a:pt x="541031" y="76628"/>
                  <a:pt x="543054" y="766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A7193-03CA-4765-9303-F3E23A97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240" y="5228979"/>
            <a:ext cx="607748" cy="157564"/>
          </a:xfrm>
          <a:custGeom xmlns:a="http://schemas.openxmlformats.org/drawingml/2006/main">
            <a:pathLst>
              <a:path w="607748" h="157564">
                <a:moveTo>
                  <a:pt x="0" y="0"/>
                </a:moveTo>
                <a:lnTo>
                  <a:pt x="607748" y="0"/>
                </a:lnTo>
                <a:lnTo>
                  <a:pt x="607748" y="157564"/>
                </a:lnTo>
                <a:lnTo>
                  <a:pt x="0" y="1575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9E0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Mid.Freq.">
            <a:extLst xmlns:a="http://schemas.openxmlformats.org/drawingml/2006/main">
              <a:ext uri="{FF2B5EF4-FFF2-40B4-BE49-F238E27FC236}">
                <a16:creationId xmlns:a16="http://schemas.microsoft.com/office/drawing/2014/main" id="{402C7C3A-F34E-4933-BFC8-80493984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855" y="5259007"/>
            <a:ext cx="562180" cy="122657"/>
          </a:xfrm>
          <a:custGeom xmlns:a="http://schemas.openxmlformats.org/drawingml/2006/main">
            <a:pathLst>
              <a:path w="562180" h="122657">
                <a:moveTo>
                  <a:pt x="53020" y="93774"/>
                </a:moveTo>
                <a:lnTo>
                  <a:pt x="18465" y="18531"/>
                </a:lnTo>
                <a:lnTo>
                  <a:pt x="18465" y="78277"/>
                </a:lnTo>
                <a:cubicBezTo>
                  <a:pt x="18465" y="83772"/>
                  <a:pt x="19058" y="87201"/>
                  <a:pt x="20245" y="88564"/>
                </a:cubicBezTo>
                <a:cubicBezTo>
                  <a:pt x="21872" y="90410"/>
                  <a:pt x="24444" y="91334"/>
                  <a:pt x="27961" y="91334"/>
                </a:cubicBezTo>
                <a:lnTo>
                  <a:pt x="31126" y="91334"/>
                </a:lnTo>
                <a:lnTo>
                  <a:pt x="31126" y="93774"/>
                </a:lnTo>
                <a:lnTo>
                  <a:pt x="0" y="93774"/>
                </a:lnTo>
                <a:lnTo>
                  <a:pt x="0" y="91334"/>
                </a:lnTo>
                <a:lnTo>
                  <a:pt x="3165" y="91334"/>
                </a:lnTo>
                <a:cubicBezTo>
                  <a:pt x="6946" y="91334"/>
                  <a:pt x="9628" y="90191"/>
                  <a:pt x="11211" y="87905"/>
                </a:cubicBezTo>
                <a:cubicBezTo>
                  <a:pt x="12178" y="86498"/>
                  <a:pt x="12661" y="83288"/>
                  <a:pt x="12661" y="78277"/>
                </a:cubicBezTo>
                <a:lnTo>
                  <a:pt x="12661" y="19849"/>
                </a:lnTo>
                <a:cubicBezTo>
                  <a:pt x="12661" y="15893"/>
                  <a:pt x="12222" y="13035"/>
                  <a:pt x="11343" y="11277"/>
                </a:cubicBezTo>
                <a:cubicBezTo>
                  <a:pt x="10727" y="10002"/>
                  <a:pt x="9595" y="8936"/>
                  <a:pt x="7946" y="8078"/>
                </a:cubicBezTo>
                <a:cubicBezTo>
                  <a:pt x="6298" y="7221"/>
                  <a:pt x="3649" y="6792"/>
                  <a:pt x="0" y="6792"/>
                </a:cubicBezTo>
                <a:lnTo>
                  <a:pt x="0" y="4352"/>
                </a:lnTo>
                <a:lnTo>
                  <a:pt x="25323" y="4352"/>
                </a:lnTo>
                <a:lnTo>
                  <a:pt x="57768" y="74320"/>
                </a:lnTo>
                <a:lnTo>
                  <a:pt x="89685" y="4352"/>
                </a:lnTo>
                <a:lnTo>
                  <a:pt x="115008" y="4352"/>
                </a:lnTo>
                <a:lnTo>
                  <a:pt x="115008" y="6792"/>
                </a:lnTo>
                <a:lnTo>
                  <a:pt x="111908" y="6792"/>
                </a:lnTo>
                <a:cubicBezTo>
                  <a:pt x="108084" y="6792"/>
                  <a:pt x="105380" y="7935"/>
                  <a:pt x="103797" y="10221"/>
                </a:cubicBezTo>
                <a:cubicBezTo>
                  <a:pt x="102830" y="11628"/>
                  <a:pt x="102346" y="14838"/>
                  <a:pt x="102346" y="19849"/>
                </a:cubicBezTo>
                <a:lnTo>
                  <a:pt x="102346" y="78277"/>
                </a:lnTo>
                <a:cubicBezTo>
                  <a:pt x="102346" y="83772"/>
                  <a:pt x="102962" y="87201"/>
                  <a:pt x="104193" y="88564"/>
                </a:cubicBezTo>
                <a:cubicBezTo>
                  <a:pt x="105820" y="90410"/>
                  <a:pt x="108391" y="91334"/>
                  <a:pt x="111908" y="91334"/>
                </a:cubicBezTo>
                <a:lnTo>
                  <a:pt x="115008" y="91334"/>
                </a:lnTo>
                <a:lnTo>
                  <a:pt x="115008" y="93774"/>
                </a:lnTo>
                <a:lnTo>
                  <a:pt x="77024" y="93774"/>
                </a:lnTo>
                <a:lnTo>
                  <a:pt x="77024" y="91334"/>
                </a:lnTo>
                <a:lnTo>
                  <a:pt x="80189" y="91334"/>
                </a:lnTo>
                <a:cubicBezTo>
                  <a:pt x="84014" y="91334"/>
                  <a:pt x="86696" y="90191"/>
                  <a:pt x="88234" y="87905"/>
                </a:cubicBezTo>
                <a:cubicBezTo>
                  <a:pt x="89201" y="86498"/>
                  <a:pt x="89685" y="83288"/>
                  <a:pt x="89685" y="78277"/>
                </a:cubicBezTo>
                <a:lnTo>
                  <a:pt x="89685" y="18531"/>
                </a:lnTo>
                <a:lnTo>
                  <a:pt x="55196" y="93774"/>
                </a:lnTo>
                <a:lnTo>
                  <a:pt x="53020" y="93774"/>
                </a:lnTo>
                <a:close/>
                <a:moveTo>
                  <a:pt x="137409" y="0"/>
                </a:moveTo>
                <a:cubicBezTo>
                  <a:pt x="139255" y="0"/>
                  <a:pt x="140827" y="652"/>
                  <a:pt x="142124" y="1956"/>
                </a:cubicBezTo>
                <a:cubicBezTo>
                  <a:pt x="143421" y="3258"/>
                  <a:pt x="144069" y="4837"/>
                  <a:pt x="144069" y="6693"/>
                </a:cubicBezTo>
                <a:cubicBezTo>
                  <a:pt x="144069" y="8549"/>
                  <a:pt x="143421" y="10140"/>
                  <a:pt x="142124" y="11466"/>
                </a:cubicBezTo>
                <a:cubicBezTo>
                  <a:pt x="140827" y="12791"/>
                  <a:pt x="139255" y="13453"/>
                  <a:pt x="137409" y="13453"/>
                </a:cubicBezTo>
                <a:cubicBezTo>
                  <a:pt x="135562" y="13453"/>
                  <a:pt x="133979" y="12791"/>
                  <a:pt x="132661" y="11466"/>
                </a:cubicBezTo>
                <a:cubicBezTo>
                  <a:pt x="131342" y="10140"/>
                  <a:pt x="130682" y="8549"/>
                  <a:pt x="130682" y="6693"/>
                </a:cubicBezTo>
                <a:cubicBezTo>
                  <a:pt x="130682" y="4837"/>
                  <a:pt x="131331" y="3258"/>
                  <a:pt x="132628" y="1956"/>
                </a:cubicBezTo>
                <a:cubicBezTo>
                  <a:pt x="133925" y="652"/>
                  <a:pt x="135518" y="0"/>
                  <a:pt x="137409" y="0"/>
                </a:cubicBezTo>
                <a:moveTo>
                  <a:pt x="142882" y="31654"/>
                </a:moveTo>
                <a:lnTo>
                  <a:pt x="142882" y="80082"/>
                </a:lnTo>
                <a:cubicBezTo>
                  <a:pt x="142882" y="83854"/>
                  <a:pt x="143157" y="86366"/>
                  <a:pt x="143706" y="87616"/>
                </a:cubicBezTo>
                <a:cubicBezTo>
                  <a:pt x="144256" y="88866"/>
                  <a:pt x="145069" y="89798"/>
                  <a:pt x="146146" y="90412"/>
                </a:cubicBezTo>
                <a:cubicBezTo>
                  <a:pt x="147223" y="91027"/>
                  <a:pt x="149191" y="91334"/>
                  <a:pt x="152048" y="91334"/>
                </a:cubicBezTo>
                <a:lnTo>
                  <a:pt x="152048" y="93774"/>
                </a:lnTo>
                <a:lnTo>
                  <a:pt x="122703" y="93774"/>
                </a:lnTo>
                <a:lnTo>
                  <a:pt x="122703" y="91334"/>
                </a:lnTo>
                <a:cubicBezTo>
                  <a:pt x="125648" y="91334"/>
                  <a:pt x="127627" y="91049"/>
                  <a:pt x="128638" y="90478"/>
                </a:cubicBezTo>
                <a:cubicBezTo>
                  <a:pt x="129649" y="89908"/>
                  <a:pt x="130451" y="88965"/>
                  <a:pt x="131045" y="87649"/>
                </a:cubicBezTo>
                <a:cubicBezTo>
                  <a:pt x="131638" y="86333"/>
                  <a:pt x="131935" y="83810"/>
                  <a:pt x="131935" y="80082"/>
                </a:cubicBezTo>
                <a:lnTo>
                  <a:pt x="131935" y="56855"/>
                </a:lnTo>
                <a:cubicBezTo>
                  <a:pt x="131935" y="50318"/>
                  <a:pt x="131737" y="46085"/>
                  <a:pt x="131342" y="44156"/>
                </a:cubicBezTo>
                <a:cubicBezTo>
                  <a:pt x="131034" y="42752"/>
                  <a:pt x="130550" y="41776"/>
                  <a:pt x="129891" y="41228"/>
                </a:cubicBezTo>
                <a:cubicBezTo>
                  <a:pt x="129231" y="40680"/>
                  <a:pt x="128330" y="40406"/>
                  <a:pt x="127187" y="40406"/>
                </a:cubicBezTo>
                <a:cubicBezTo>
                  <a:pt x="125956" y="40406"/>
                  <a:pt x="124461" y="40735"/>
                  <a:pt x="122703" y="41393"/>
                </a:cubicBezTo>
                <a:lnTo>
                  <a:pt x="121780" y="39023"/>
                </a:lnTo>
                <a:lnTo>
                  <a:pt x="139980" y="31654"/>
                </a:lnTo>
                <a:lnTo>
                  <a:pt x="142882" y="31654"/>
                </a:lnTo>
                <a:close/>
                <a:moveTo>
                  <a:pt x="202254" y="86981"/>
                </a:moveTo>
                <a:cubicBezTo>
                  <a:pt x="199309" y="90059"/>
                  <a:pt x="196429" y="92268"/>
                  <a:pt x="193616" y="93609"/>
                </a:cubicBezTo>
                <a:cubicBezTo>
                  <a:pt x="190802" y="94950"/>
                  <a:pt x="187769" y="95620"/>
                  <a:pt x="184515" y="95620"/>
                </a:cubicBezTo>
                <a:cubicBezTo>
                  <a:pt x="177921" y="95620"/>
                  <a:pt x="172162" y="92868"/>
                  <a:pt x="167238" y="87363"/>
                </a:cubicBezTo>
                <a:cubicBezTo>
                  <a:pt x="162314" y="81856"/>
                  <a:pt x="159852" y="74781"/>
                  <a:pt x="159852" y="66137"/>
                </a:cubicBezTo>
                <a:cubicBezTo>
                  <a:pt x="159852" y="57494"/>
                  <a:pt x="162578" y="49586"/>
                  <a:pt x="168029" y="42413"/>
                </a:cubicBezTo>
                <a:cubicBezTo>
                  <a:pt x="173481" y="35240"/>
                  <a:pt x="180493" y="31654"/>
                  <a:pt x="189065" y="31654"/>
                </a:cubicBezTo>
                <a:cubicBezTo>
                  <a:pt x="194385" y="31654"/>
                  <a:pt x="198781" y="33346"/>
                  <a:pt x="202254" y="36731"/>
                </a:cubicBezTo>
                <a:lnTo>
                  <a:pt x="202254" y="25562"/>
                </a:lnTo>
                <a:cubicBezTo>
                  <a:pt x="202254" y="18631"/>
                  <a:pt x="202090" y="14370"/>
                  <a:pt x="201760" y="12781"/>
                </a:cubicBezTo>
                <a:cubicBezTo>
                  <a:pt x="201430" y="11191"/>
                  <a:pt x="200914" y="10110"/>
                  <a:pt x="200210" y="9537"/>
                </a:cubicBezTo>
                <a:cubicBezTo>
                  <a:pt x="199507" y="8963"/>
                  <a:pt x="198627" y="8676"/>
                  <a:pt x="197572" y="8676"/>
                </a:cubicBezTo>
                <a:cubicBezTo>
                  <a:pt x="196429" y="8676"/>
                  <a:pt x="194913" y="9029"/>
                  <a:pt x="193022" y="9735"/>
                </a:cubicBezTo>
                <a:lnTo>
                  <a:pt x="192165" y="7417"/>
                </a:lnTo>
                <a:lnTo>
                  <a:pt x="210168" y="0"/>
                </a:lnTo>
                <a:lnTo>
                  <a:pt x="213135" y="0"/>
                </a:lnTo>
                <a:lnTo>
                  <a:pt x="213135" y="69836"/>
                </a:lnTo>
                <a:cubicBezTo>
                  <a:pt x="213135" y="76914"/>
                  <a:pt x="213300" y="81233"/>
                  <a:pt x="213630" y="82794"/>
                </a:cubicBezTo>
                <a:cubicBezTo>
                  <a:pt x="213960" y="84354"/>
                  <a:pt x="214487" y="85443"/>
                  <a:pt x="215213" y="86058"/>
                </a:cubicBezTo>
                <a:cubicBezTo>
                  <a:pt x="215938" y="86674"/>
                  <a:pt x="216784" y="86981"/>
                  <a:pt x="217751" y="86981"/>
                </a:cubicBezTo>
                <a:cubicBezTo>
                  <a:pt x="218939" y="86981"/>
                  <a:pt x="220521" y="86608"/>
                  <a:pt x="222500" y="85860"/>
                </a:cubicBezTo>
                <a:lnTo>
                  <a:pt x="223225" y="88168"/>
                </a:lnTo>
                <a:lnTo>
                  <a:pt x="205288" y="95620"/>
                </a:lnTo>
                <a:lnTo>
                  <a:pt x="202254" y="95620"/>
                </a:lnTo>
                <a:lnTo>
                  <a:pt x="202254" y="86981"/>
                </a:lnTo>
                <a:moveTo>
                  <a:pt x="202254" y="82380"/>
                </a:moveTo>
                <a:lnTo>
                  <a:pt x="202254" y="51332"/>
                </a:lnTo>
                <a:cubicBezTo>
                  <a:pt x="201991" y="48349"/>
                  <a:pt x="201199" y="45630"/>
                  <a:pt x="199880" y="43175"/>
                </a:cubicBezTo>
                <a:cubicBezTo>
                  <a:pt x="198562" y="40719"/>
                  <a:pt x="196814" y="38866"/>
                  <a:pt x="194638" y="37617"/>
                </a:cubicBezTo>
                <a:cubicBezTo>
                  <a:pt x="192462" y="36367"/>
                  <a:pt x="190340" y="35742"/>
                  <a:pt x="188274" y="35742"/>
                </a:cubicBezTo>
                <a:cubicBezTo>
                  <a:pt x="184405" y="35742"/>
                  <a:pt x="180954" y="37475"/>
                  <a:pt x="177921" y="40939"/>
                </a:cubicBezTo>
                <a:cubicBezTo>
                  <a:pt x="173920" y="45499"/>
                  <a:pt x="171920" y="52164"/>
                  <a:pt x="171920" y="60935"/>
                </a:cubicBezTo>
                <a:cubicBezTo>
                  <a:pt x="171920" y="69794"/>
                  <a:pt x="173854" y="76581"/>
                  <a:pt x="177723" y="81296"/>
                </a:cubicBezTo>
                <a:cubicBezTo>
                  <a:pt x="181592" y="86009"/>
                  <a:pt x="185900" y="88366"/>
                  <a:pt x="190648" y="88366"/>
                </a:cubicBezTo>
                <a:cubicBezTo>
                  <a:pt x="194649" y="88366"/>
                  <a:pt x="198518" y="86371"/>
                  <a:pt x="202254" y="82380"/>
                </a:cubicBezTo>
                <a:close/>
                <a:moveTo>
                  <a:pt x="239777" y="80980"/>
                </a:moveTo>
                <a:cubicBezTo>
                  <a:pt x="241843" y="80980"/>
                  <a:pt x="243580" y="81695"/>
                  <a:pt x="244986" y="83123"/>
                </a:cubicBezTo>
                <a:cubicBezTo>
                  <a:pt x="246393" y="84552"/>
                  <a:pt x="247097" y="86278"/>
                  <a:pt x="247097" y="88300"/>
                </a:cubicBezTo>
                <a:cubicBezTo>
                  <a:pt x="247097" y="90322"/>
                  <a:pt x="246382" y="92048"/>
                  <a:pt x="244954" y="93477"/>
                </a:cubicBezTo>
                <a:cubicBezTo>
                  <a:pt x="243525" y="94906"/>
                  <a:pt x="241799" y="95620"/>
                  <a:pt x="239777" y="95620"/>
                </a:cubicBezTo>
                <a:cubicBezTo>
                  <a:pt x="237755" y="95620"/>
                  <a:pt x="236029" y="94906"/>
                  <a:pt x="234600" y="93477"/>
                </a:cubicBezTo>
                <a:cubicBezTo>
                  <a:pt x="233171" y="92048"/>
                  <a:pt x="232457" y="90322"/>
                  <a:pt x="232457" y="88300"/>
                </a:cubicBezTo>
                <a:cubicBezTo>
                  <a:pt x="232457" y="86234"/>
                  <a:pt x="233171" y="84497"/>
                  <a:pt x="234600" y="83091"/>
                </a:cubicBezTo>
                <a:cubicBezTo>
                  <a:pt x="236029" y="81684"/>
                  <a:pt x="237755" y="80980"/>
                  <a:pt x="239777" y="80980"/>
                </a:cubicBezTo>
                <a:close/>
                <a:moveTo>
                  <a:pt x="318054" y="9232"/>
                </a:moveTo>
                <a:lnTo>
                  <a:pt x="318054" y="44315"/>
                </a:lnTo>
                <a:lnTo>
                  <a:pt x="334342" y="44315"/>
                </a:lnTo>
                <a:cubicBezTo>
                  <a:pt x="338079" y="44315"/>
                  <a:pt x="340816" y="43491"/>
                  <a:pt x="342553" y="41842"/>
                </a:cubicBezTo>
                <a:cubicBezTo>
                  <a:pt x="344289" y="40193"/>
                  <a:pt x="345443" y="36929"/>
                  <a:pt x="346015" y="32049"/>
                </a:cubicBezTo>
                <a:lnTo>
                  <a:pt x="348455" y="32049"/>
                </a:lnTo>
                <a:lnTo>
                  <a:pt x="348455" y="62384"/>
                </a:lnTo>
                <a:lnTo>
                  <a:pt x="346015" y="62384"/>
                </a:lnTo>
                <a:cubicBezTo>
                  <a:pt x="345971" y="58893"/>
                  <a:pt x="345520" y="56330"/>
                  <a:pt x="344663" y="54695"/>
                </a:cubicBezTo>
                <a:cubicBezTo>
                  <a:pt x="343805" y="53059"/>
                  <a:pt x="342618" y="51832"/>
                  <a:pt x="341102" y="51015"/>
                </a:cubicBezTo>
                <a:cubicBezTo>
                  <a:pt x="339585" y="50197"/>
                  <a:pt x="337332" y="49788"/>
                  <a:pt x="334342" y="49788"/>
                </a:cubicBezTo>
                <a:lnTo>
                  <a:pt x="318054" y="49788"/>
                </a:lnTo>
                <a:lnTo>
                  <a:pt x="318054" y="77926"/>
                </a:lnTo>
                <a:cubicBezTo>
                  <a:pt x="318054" y="82461"/>
                  <a:pt x="318340" y="85456"/>
                  <a:pt x="318911" y="86909"/>
                </a:cubicBezTo>
                <a:cubicBezTo>
                  <a:pt x="319351" y="88010"/>
                  <a:pt x="320274" y="88956"/>
                  <a:pt x="321681" y="89749"/>
                </a:cubicBezTo>
                <a:cubicBezTo>
                  <a:pt x="323615" y="90805"/>
                  <a:pt x="325638" y="91334"/>
                  <a:pt x="327748" y="91334"/>
                </a:cubicBezTo>
                <a:lnTo>
                  <a:pt x="330979" y="91334"/>
                </a:lnTo>
                <a:lnTo>
                  <a:pt x="330979" y="93774"/>
                </a:lnTo>
                <a:lnTo>
                  <a:pt x="292599" y="93774"/>
                </a:lnTo>
                <a:lnTo>
                  <a:pt x="292599" y="91334"/>
                </a:lnTo>
                <a:lnTo>
                  <a:pt x="295765" y="91334"/>
                </a:lnTo>
                <a:cubicBezTo>
                  <a:pt x="299458" y="91334"/>
                  <a:pt x="302139" y="90257"/>
                  <a:pt x="303810" y="88102"/>
                </a:cubicBezTo>
                <a:cubicBezTo>
                  <a:pt x="304865" y="86696"/>
                  <a:pt x="305393" y="83310"/>
                  <a:pt x="305393" y="77947"/>
                </a:cubicBezTo>
                <a:lnTo>
                  <a:pt x="305393" y="20179"/>
                </a:lnTo>
                <a:cubicBezTo>
                  <a:pt x="305393" y="15651"/>
                  <a:pt x="305107" y="12661"/>
                  <a:pt x="304535" y="11211"/>
                </a:cubicBezTo>
                <a:cubicBezTo>
                  <a:pt x="304096" y="10112"/>
                  <a:pt x="303194" y="9166"/>
                  <a:pt x="301832" y="8375"/>
                </a:cubicBezTo>
                <a:cubicBezTo>
                  <a:pt x="299941" y="7320"/>
                  <a:pt x="297919" y="6792"/>
                  <a:pt x="295765" y="6792"/>
                </a:cubicBezTo>
                <a:lnTo>
                  <a:pt x="292599" y="6792"/>
                </a:lnTo>
                <a:lnTo>
                  <a:pt x="292599" y="4352"/>
                </a:lnTo>
                <a:lnTo>
                  <a:pt x="359138" y="4352"/>
                </a:lnTo>
                <a:lnTo>
                  <a:pt x="359995" y="24004"/>
                </a:lnTo>
                <a:lnTo>
                  <a:pt x="357687" y="24004"/>
                </a:lnTo>
                <a:cubicBezTo>
                  <a:pt x="356544" y="19827"/>
                  <a:pt x="355214" y="16761"/>
                  <a:pt x="353697" y="14805"/>
                </a:cubicBezTo>
                <a:cubicBezTo>
                  <a:pt x="352180" y="12848"/>
                  <a:pt x="350312" y="11430"/>
                  <a:pt x="348092" y="10551"/>
                </a:cubicBezTo>
                <a:cubicBezTo>
                  <a:pt x="345872" y="9672"/>
                  <a:pt x="342432" y="9232"/>
                  <a:pt x="337772" y="9232"/>
                </a:cubicBezTo>
                <a:lnTo>
                  <a:pt x="318054" y="9232"/>
                </a:lnTo>
                <a:close/>
                <a:moveTo>
                  <a:pt x="387407" y="31654"/>
                </a:moveTo>
                <a:lnTo>
                  <a:pt x="387407" y="45238"/>
                </a:lnTo>
                <a:cubicBezTo>
                  <a:pt x="392463" y="36182"/>
                  <a:pt x="397651" y="31654"/>
                  <a:pt x="402970" y="31654"/>
                </a:cubicBezTo>
                <a:cubicBezTo>
                  <a:pt x="405388" y="31654"/>
                  <a:pt x="407389" y="32390"/>
                  <a:pt x="408971" y="33863"/>
                </a:cubicBezTo>
                <a:cubicBezTo>
                  <a:pt x="410554" y="35335"/>
                  <a:pt x="411345" y="37039"/>
                  <a:pt x="411345" y="38973"/>
                </a:cubicBezTo>
                <a:cubicBezTo>
                  <a:pt x="411345" y="40688"/>
                  <a:pt x="410774" y="42139"/>
                  <a:pt x="409631" y="43326"/>
                </a:cubicBezTo>
                <a:cubicBezTo>
                  <a:pt x="408488" y="44513"/>
                  <a:pt x="407125" y="45106"/>
                  <a:pt x="405542" y="45106"/>
                </a:cubicBezTo>
                <a:cubicBezTo>
                  <a:pt x="404003" y="45106"/>
                  <a:pt x="402278" y="44348"/>
                  <a:pt x="400365" y="42831"/>
                </a:cubicBezTo>
                <a:cubicBezTo>
                  <a:pt x="398453" y="41314"/>
                  <a:pt x="397035" y="40556"/>
                  <a:pt x="396112" y="40556"/>
                </a:cubicBezTo>
                <a:cubicBezTo>
                  <a:pt x="395321" y="40556"/>
                  <a:pt x="394463" y="40994"/>
                  <a:pt x="393540" y="41871"/>
                </a:cubicBezTo>
                <a:cubicBezTo>
                  <a:pt x="391562" y="43669"/>
                  <a:pt x="389518" y="46629"/>
                  <a:pt x="387407" y="50751"/>
                </a:cubicBezTo>
                <a:lnTo>
                  <a:pt x="387407" y="79626"/>
                </a:lnTo>
                <a:cubicBezTo>
                  <a:pt x="387407" y="82958"/>
                  <a:pt x="387825" y="85479"/>
                  <a:pt x="388660" y="87189"/>
                </a:cubicBezTo>
                <a:cubicBezTo>
                  <a:pt x="389232" y="88374"/>
                  <a:pt x="390243" y="89361"/>
                  <a:pt x="391694" y="90151"/>
                </a:cubicBezTo>
                <a:cubicBezTo>
                  <a:pt x="393145" y="90939"/>
                  <a:pt x="395233" y="91334"/>
                  <a:pt x="397959" y="91334"/>
                </a:cubicBezTo>
                <a:lnTo>
                  <a:pt x="397959" y="93774"/>
                </a:lnTo>
                <a:lnTo>
                  <a:pt x="367030" y="93774"/>
                </a:lnTo>
                <a:lnTo>
                  <a:pt x="367030" y="91334"/>
                </a:lnTo>
                <a:cubicBezTo>
                  <a:pt x="370108" y="91334"/>
                  <a:pt x="372394" y="90851"/>
                  <a:pt x="373889" y="89887"/>
                </a:cubicBezTo>
                <a:cubicBezTo>
                  <a:pt x="374988" y="89185"/>
                  <a:pt x="375757" y="88066"/>
                  <a:pt x="376197" y="86530"/>
                </a:cubicBezTo>
                <a:cubicBezTo>
                  <a:pt x="376417" y="85784"/>
                  <a:pt x="376526" y="83657"/>
                  <a:pt x="376526" y="80148"/>
                </a:cubicBezTo>
                <a:lnTo>
                  <a:pt x="376526" y="56789"/>
                </a:lnTo>
                <a:cubicBezTo>
                  <a:pt x="376526" y="49770"/>
                  <a:pt x="376384" y="45592"/>
                  <a:pt x="376098" y="44255"/>
                </a:cubicBezTo>
                <a:cubicBezTo>
                  <a:pt x="375812" y="42917"/>
                  <a:pt x="375284" y="41941"/>
                  <a:pt x="374515" y="41327"/>
                </a:cubicBezTo>
                <a:cubicBezTo>
                  <a:pt x="373746" y="40713"/>
                  <a:pt x="372790" y="40406"/>
                  <a:pt x="371647" y="40406"/>
                </a:cubicBezTo>
                <a:cubicBezTo>
                  <a:pt x="370284" y="40406"/>
                  <a:pt x="368745" y="40735"/>
                  <a:pt x="367030" y="41393"/>
                </a:cubicBezTo>
                <a:lnTo>
                  <a:pt x="366371" y="39023"/>
                </a:lnTo>
                <a:lnTo>
                  <a:pt x="384638" y="31654"/>
                </a:lnTo>
                <a:lnTo>
                  <a:pt x="387407" y="31654"/>
                </a:lnTo>
                <a:close/>
                <a:moveTo>
                  <a:pt x="424862" y="56185"/>
                </a:moveTo>
                <a:cubicBezTo>
                  <a:pt x="424818" y="65133"/>
                  <a:pt x="426995" y="72151"/>
                  <a:pt x="431391" y="77240"/>
                </a:cubicBezTo>
                <a:cubicBezTo>
                  <a:pt x="435787" y="82327"/>
                  <a:pt x="440953" y="84871"/>
                  <a:pt x="446888" y="84871"/>
                </a:cubicBezTo>
                <a:cubicBezTo>
                  <a:pt x="450845" y="84871"/>
                  <a:pt x="454285" y="83783"/>
                  <a:pt x="457208" y="81607"/>
                </a:cubicBezTo>
                <a:cubicBezTo>
                  <a:pt x="460132" y="79431"/>
                  <a:pt x="462583" y="75705"/>
                  <a:pt x="464561" y="70429"/>
                </a:cubicBezTo>
                <a:lnTo>
                  <a:pt x="466605" y="71748"/>
                </a:lnTo>
                <a:cubicBezTo>
                  <a:pt x="465682" y="77771"/>
                  <a:pt x="463000" y="83255"/>
                  <a:pt x="458560" y="88201"/>
                </a:cubicBezTo>
                <a:cubicBezTo>
                  <a:pt x="454120" y="93147"/>
                  <a:pt x="448559" y="95620"/>
                  <a:pt x="441876" y="95620"/>
                </a:cubicBezTo>
                <a:cubicBezTo>
                  <a:pt x="434622" y="95620"/>
                  <a:pt x="428412" y="92802"/>
                  <a:pt x="423247" y="87165"/>
                </a:cubicBezTo>
                <a:cubicBezTo>
                  <a:pt x="418081" y="81526"/>
                  <a:pt x="415498" y="73947"/>
                  <a:pt x="415498" y="64426"/>
                </a:cubicBezTo>
                <a:cubicBezTo>
                  <a:pt x="415498" y="54117"/>
                  <a:pt x="418147" y="46078"/>
                  <a:pt x="423445" y="40309"/>
                </a:cubicBezTo>
                <a:cubicBezTo>
                  <a:pt x="428742" y="34539"/>
                  <a:pt x="435392" y="31654"/>
                  <a:pt x="443393" y="31654"/>
                </a:cubicBezTo>
                <a:cubicBezTo>
                  <a:pt x="450163" y="31654"/>
                  <a:pt x="455725" y="33879"/>
                  <a:pt x="460077" y="38330"/>
                </a:cubicBezTo>
                <a:cubicBezTo>
                  <a:pt x="464429" y="42780"/>
                  <a:pt x="466605" y="48732"/>
                  <a:pt x="466605" y="56185"/>
                </a:cubicBezTo>
                <a:lnTo>
                  <a:pt x="424862" y="56185"/>
                </a:lnTo>
                <a:moveTo>
                  <a:pt x="424862" y="52360"/>
                </a:moveTo>
                <a:lnTo>
                  <a:pt x="452823" y="52360"/>
                </a:lnTo>
                <a:cubicBezTo>
                  <a:pt x="452603" y="48491"/>
                  <a:pt x="452142" y="45766"/>
                  <a:pt x="451438" y="44183"/>
                </a:cubicBezTo>
                <a:cubicBezTo>
                  <a:pt x="450339" y="41721"/>
                  <a:pt x="448701" y="39787"/>
                  <a:pt x="446525" y="38380"/>
                </a:cubicBezTo>
                <a:cubicBezTo>
                  <a:pt x="444349" y="36973"/>
                  <a:pt x="442074" y="36270"/>
                  <a:pt x="439700" y="36270"/>
                </a:cubicBezTo>
                <a:cubicBezTo>
                  <a:pt x="436051" y="36270"/>
                  <a:pt x="432787" y="37687"/>
                  <a:pt x="429907" y="40523"/>
                </a:cubicBezTo>
                <a:cubicBezTo>
                  <a:pt x="427028" y="43359"/>
                  <a:pt x="425346" y="47304"/>
                  <a:pt x="424862" y="52360"/>
                </a:cubicBezTo>
                <a:close/>
                <a:moveTo>
                  <a:pt x="528153" y="31654"/>
                </a:moveTo>
                <a:lnTo>
                  <a:pt x="528153" y="109279"/>
                </a:lnTo>
                <a:cubicBezTo>
                  <a:pt x="528153" y="113145"/>
                  <a:pt x="528417" y="115627"/>
                  <a:pt x="528944" y="116724"/>
                </a:cubicBezTo>
                <a:cubicBezTo>
                  <a:pt x="529472" y="117824"/>
                  <a:pt x="530296" y="118680"/>
                  <a:pt x="531417" y="119294"/>
                </a:cubicBezTo>
                <a:cubicBezTo>
                  <a:pt x="532538" y="119910"/>
                  <a:pt x="534726" y="120217"/>
                  <a:pt x="537979" y="120217"/>
                </a:cubicBezTo>
                <a:lnTo>
                  <a:pt x="537979" y="122657"/>
                </a:lnTo>
                <a:lnTo>
                  <a:pt x="507512" y="122657"/>
                </a:lnTo>
                <a:lnTo>
                  <a:pt x="507512" y="120217"/>
                </a:lnTo>
                <a:lnTo>
                  <a:pt x="508765" y="120217"/>
                </a:lnTo>
                <a:cubicBezTo>
                  <a:pt x="511227" y="120217"/>
                  <a:pt x="513096" y="119866"/>
                  <a:pt x="514371" y="119162"/>
                </a:cubicBezTo>
                <a:cubicBezTo>
                  <a:pt x="515250" y="118679"/>
                  <a:pt x="515953" y="117810"/>
                  <a:pt x="516481" y="116558"/>
                </a:cubicBezTo>
                <a:cubicBezTo>
                  <a:pt x="517008" y="115305"/>
                  <a:pt x="517272" y="112876"/>
                  <a:pt x="517272" y="109271"/>
                </a:cubicBezTo>
                <a:lnTo>
                  <a:pt x="517272" y="83288"/>
                </a:lnTo>
                <a:cubicBezTo>
                  <a:pt x="513272" y="88036"/>
                  <a:pt x="509776" y="91279"/>
                  <a:pt x="506787" y="93015"/>
                </a:cubicBezTo>
                <a:cubicBezTo>
                  <a:pt x="503797" y="94752"/>
                  <a:pt x="500698" y="95620"/>
                  <a:pt x="497489" y="95620"/>
                </a:cubicBezTo>
                <a:cubicBezTo>
                  <a:pt x="491642" y="95620"/>
                  <a:pt x="486421" y="92963"/>
                  <a:pt x="481827" y="87649"/>
                </a:cubicBezTo>
                <a:cubicBezTo>
                  <a:pt x="477233" y="82335"/>
                  <a:pt x="474936" y="75220"/>
                  <a:pt x="474936" y="66305"/>
                </a:cubicBezTo>
                <a:cubicBezTo>
                  <a:pt x="474936" y="56072"/>
                  <a:pt x="477969" y="47738"/>
                  <a:pt x="484036" y="41304"/>
                </a:cubicBezTo>
                <a:cubicBezTo>
                  <a:pt x="490103" y="34870"/>
                  <a:pt x="497423" y="31654"/>
                  <a:pt x="505996" y="31654"/>
                </a:cubicBezTo>
                <a:cubicBezTo>
                  <a:pt x="508502" y="31654"/>
                  <a:pt x="510810" y="32005"/>
                  <a:pt x="512920" y="32709"/>
                </a:cubicBezTo>
                <a:cubicBezTo>
                  <a:pt x="515030" y="33412"/>
                  <a:pt x="516920" y="34467"/>
                  <a:pt x="518591" y="35874"/>
                </a:cubicBezTo>
                <a:cubicBezTo>
                  <a:pt x="521141" y="34643"/>
                  <a:pt x="523581" y="33236"/>
                  <a:pt x="525911" y="31654"/>
                </a:cubicBezTo>
                <a:lnTo>
                  <a:pt x="528153" y="31654"/>
                </a:lnTo>
                <a:moveTo>
                  <a:pt x="517272" y="79144"/>
                </a:moveTo>
                <a:lnTo>
                  <a:pt x="517272" y="50825"/>
                </a:lnTo>
                <a:cubicBezTo>
                  <a:pt x="517272" y="47532"/>
                  <a:pt x="516844" y="44941"/>
                  <a:pt x="515986" y="43054"/>
                </a:cubicBezTo>
                <a:cubicBezTo>
                  <a:pt x="515129" y="41165"/>
                  <a:pt x="513601" y="39562"/>
                  <a:pt x="511403" y="38246"/>
                </a:cubicBezTo>
                <a:cubicBezTo>
                  <a:pt x="509205" y="36928"/>
                  <a:pt x="506721" y="36270"/>
                  <a:pt x="503951" y="36270"/>
                </a:cubicBezTo>
                <a:cubicBezTo>
                  <a:pt x="499027" y="36270"/>
                  <a:pt x="494807" y="38355"/>
                  <a:pt x="491290" y="42526"/>
                </a:cubicBezTo>
                <a:cubicBezTo>
                  <a:pt x="487773" y="46697"/>
                  <a:pt x="486014" y="53020"/>
                  <a:pt x="486014" y="61494"/>
                </a:cubicBezTo>
                <a:cubicBezTo>
                  <a:pt x="486014" y="69616"/>
                  <a:pt x="487806" y="75784"/>
                  <a:pt x="491389" y="79999"/>
                </a:cubicBezTo>
                <a:cubicBezTo>
                  <a:pt x="494972" y="84214"/>
                  <a:pt x="499291" y="86322"/>
                  <a:pt x="504347" y="86322"/>
                </a:cubicBezTo>
                <a:cubicBezTo>
                  <a:pt x="506941" y="86322"/>
                  <a:pt x="509249" y="85762"/>
                  <a:pt x="511271" y="84642"/>
                </a:cubicBezTo>
                <a:cubicBezTo>
                  <a:pt x="513294" y="83523"/>
                  <a:pt x="515294" y="81690"/>
                  <a:pt x="517272" y="79144"/>
                </a:cubicBezTo>
                <a:close/>
                <a:moveTo>
                  <a:pt x="554861" y="80980"/>
                </a:moveTo>
                <a:cubicBezTo>
                  <a:pt x="556927" y="80980"/>
                  <a:pt x="558663" y="81695"/>
                  <a:pt x="560070" y="83123"/>
                </a:cubicBezTo>
                <a:cubicBezTo>
                  <a:pt x="561477" y="84552"/>
                  <a:pt x="562180" y="86278"/>
                  <a:pt x="562180" y="88300"/>
                </a:cubicBezTo>
                <a:cubicBezTo>
                  <a:pt x="562180" y="90322"/>
                  <a:pt x="561466" y="92048"/>
                  <a:pt x="560037" y="93477"/>
                </a:cubicBezTo>
                <a:cubicBezTo>
                  <a:pt x="558608" y="94906"/>
                  <a:pt x="556883" y="95620"/>
                  <a:pt x="554861" y="95620"/>
                </a:cubicBezTo>
                <a:cubicBezTo>
                  <a:pt x="552838" y="95620"/>
                  <a:pt x="551113" y="94906"/>
                  <a:pt x="549684" y="93477"/>
                </a:cubicBezTo>
                <a:cubicBezTo>
                  <a:pt x="548255" y="92048"/>
                  <a:pt x="547541" y="90322"/>
                  <a:pt x="547541" y="88300"/>
                </a:cubicBezTo>
                <a:cubicBezTo>
                  <a:pt x="547541" y="86234"/>
                  <a:pt x="548255" y="84497"/>
                  <a:pt x="549684" y="83091"/>
                </a:cubicBezTo>
                <a:cubicBezTo>
                  <a:pt x="551113" y="81684"/>
                  <a:pt x="552838" y="80980"/>
                  <a:pt x="554861" y="809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F4994-50C7-4DB2-ABBA-DAF58C54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986" y="5634144"/>
            <a:ext cx="585239" cy="168819"/>
          </a:xfrm>
          <a:custGeom xmlns:a="http://schemas.openxmlformats.org/drawingml/2006/main">
            <a:pathLst>
              <a:path w="585239" h="168819">
                <a:moveTo>
                  <a:pt x="0" y="0"/>
                </a:moveTo>
                <a:lnTo>
                  <a:pt x="585239" y="0"/>
                </a:lnTo>
                <a:lnTo>
                  <a:pt x="585239" y="168819"/>
                </a:lnTo>
                <a:lnTo>
                  <a:pt x="0" y="1688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7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HighFreq.">
            <a:extLst xmlns:a="http://schemas.openxmlformats.org/drawingml/2006/main">
              <a:ext uri="{FF2B5EF4-FFF2-40B4-BE49-F238E27FC236}">
                <a16:creationId xmlns:a16="http://schemas.microsoft.com/office/drawing/2014/main" id="{4CA0D80A-0D14-4895-A873-2947568B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294" y="5664171"/>
            <a:ext cx="573324" cy="122921"/>
          </a:xfrm>
          <a:custGeom xmlns:a="http://schemas.openxmlformats.org/drawingml/2006/main">
            <a:pathLst>
              <a:path w="573324" h="122921">
                <a:moveTo>
                  <a:pt x="25455" y="45766"/>
                </a:moveTo>
                <a:lnTo>
                  <a:pt x="67000" y="45766"/>
                </a:lnTo>
                <a:lnTo>
                  <a:pt x="67000" y="20222"/>
                </a:lnTo>
                <a:cubicBezTo>
                  <a:pt x="67000" y="15658"/>
                  <a:pt x="66714" y="12652"/>
                  <a:pt x="66143" y="11202"/>
                </a:cubicBezTo>
                <a:cubicBezTo>
                  <a:pt x="65703" y="10106"/>
                  <a:pt x="64780" y="9163"/>
                  <a:pt x="63373" y="8373"/>
                </a:cubicBezTo>
                <a:cubicBezTo>
                  <a:pt x="61483" y="7319"/>
                  <a:pt x="59482" y="6792"/>
                  <a:pt x="57372" y="6792"/>
                </a:cubicBezTo>
                <a:lnTo>
                  <a:pt x="54207" y="6792"/>
                </a:lnTo>
                <a:lnTo>
                  <a:pt x="54207" y="4352"/>
                </a:lnTo>
                <a:lnTo>
                  <a:pt x="92455" y="4352"/>
                </a:lnTo>
                <a:lnTo>
                  <a:pt x="92455" y="6792"/>
                </a:lnTo>
                <a:lnTo>
                  <a:pt x="89289" y="6792"/>
                </a:lnTo>
                <a:cubicBezTo>
                  <a:pt x="87179" y="6792"/>
                  <a:pt x="85179" y="7298"/>
                  <a:pt x="83288" y="8309"/>
                </a:cubicBezTo>
                <a:cubicBezTo>
                  <a:pt x="81882" y="9012"/>
                  <a:pt x="80925" y="10079"/>
                  <a:pt x="80420" y="11507"/>
                </a:cubicBezTo>
                <a:cubicBezTo>
                  <a:pt x="79914" y="12936"/>
                  <a:pt x="79661" y="15849"/>
                  <a:pt x="79661" y="20245"/>
                </a:cubicBezTo>
                <a:lnTo>
                  <a:pt x="79661" y="77947"/>
                </a:lnTo>
                <a:cubicBezTo>
                  <a:pt x="79661" y="82475"/>
                  <a:pt x="79947" y="85465"/>
                  <a:pt x="80519" y="86915"/>
                </a:cubicBezTo>
                <a:cubicBezTo>
                  <a:pt x="80958" y="88014"/>
                  <a:pt x="81860" y="88960"/>
                  <a:pt x="83222" y="89751"/>
                </a:cubicBezTo>
                <a:cubicBezTo>
                  <a:pt x="85157" y="90806"/>
                  <a:pt x="87179" y="91334"/>
                  <a:pt x="89289" y="91334"/>
                </a:cubicBezTo>
                <a:lnTo>
                  <a:pt x="92455" y="91334"/>
                </a:lnTo>
                <a:lnTo>
                  <a:pt x="92455" y="93774"/>
                </a:lnTo>
                <a:lnTo>
                  <a:pt x="54207" y="93774"/>
                </a:lnTo>
                <a:lnTo>
                  <a:pt x="54207" y="91334"/>
                </a:lnTo>
                <a:lnTo>
                  <a:pt x="57372" y="91334"/>
                </a:lnTo>
                <a:cubicBezTo>
                  <a:pt x="61021" y="91334"/>
                  <a:pt x="63681" y="90254"/>
                  <a:pt x="65351" y="88096"/>
                </a:cubicBezTo>
                <a:cubicBezTo>
                  <a:pt x="66450" y="86688"/>
                  <a:pt x="67000" y="83297"/>
                  <a:pt x="67000" y="77924"/>
                </a:cubicBezTo>
                <a:lnTo>
                  <a:pt x="67000" y="50646"/>
                </a:lnTo>
                <a:lnTo>
                  <a:pt x="25455" y="50646"/>
                </a:lnTo>
                <a:lnTo>
                  <a:pt x="25455" y="77924"/>
                </a:lnTo>
                <a:cubicBezTo>
                  <a:pt x="25455" y="82461"/>
                  <a:pt x="25740" y="85456"/>
                  <a:pt x="26312" y="86909"/>
                </a:cubicBezTo>
                <a:cubicBezTo>
                  <a:pt x="26752" y="88010"/>
                  <a:pt x="27675" y="88956"/>
                  <a:pt x="29082" y="89749"/>
                </a:cubicBezTo>
                <a:cubicBezTo>
                  <a:pt x="30972" y="90805"/>
                  <a:pt x="32972" y="91334"/>
                  <a:pt x="35083" y="91334"/>
                </a:cubicBezTo>
                <a:lnTo>
                  <a:pt x="38314" y="91334"/>
                </a:lnTo>
                <a:lnTo>
                  <a:pt x="38314" y="93774"/>
                </a:lnTo>
                <a:lnTo>
                  <a:pt x="0" y="93774"/>
                </a:lnTo>
                <a:lnTo>
                  <a:pt x="0" y="91334"/>
                </a:lnTo>
                <a:lnTo>
                  <a:pt x="3165" y="91334"/>
                </a:lnTo>
                <a:cubicBezTo>
                  <a:pt x="6858" y="91334"/>
                  <a:pt x="9540" y="90257"/>
                  <a:pt x="11211" y="88102"/>
                </a:cubicBezTo>
                <a:cubicBezTo>
                  <a:pt x="12266" y="86696"/>
                  <a:pt x="12793" y="83310"/>
                  <a:pt x="12793" y="77947"/>
                </a:cubicBezTo>
                <a:lnTo>
                  <a:pt x="12793" y="20245"/>
                </a:lnTo>
                <a:cubicBezTo>
                  <a:pt x="12793" y="15673"/>
                  <a:pt x="12508" y="12661"/>
                  <a:pt x="11936" y="11211"/>
                </a:cubicBezTo>
                <a:cubicBezTo>
                  <a:pt x="11496" y="10112"/>
                  <a:pt x="10595" y="9166"/>
                  <a:pt x="9232" y="8375"/>
                </a:cubicBezTo>
                <a:cubicBezTo>
                  <a:pt x="7298" y="7320"/>
                  <a:pt x="5276" y="6792"/>
                  <a:pt x="3165" y="6792"/>
                </a:cubicBezTo>
                <a:lnTo>
                  <a:pt x="0" y="6792"/>
                </a:lnTo>
                <a:lnTo>
                  <a:pt x="0" y="4352"/>
                </a:lnTo>
                <a:lnTo>
                  <a:pt x="38314" y="4352"/>
                </a:lnTo>
                <a:lnTo>
                  <a:pt x="38314" y="6792"/>
                </a:lnTo>
                <a:lnTo>
                  <a:pt x="35083" y="6792"/>
                </a:lnTo>
                <a:cubicBezTo>
                  <a:pt x="32972" y="6792"/>
                  <a:pt x="30972" y="7297"/>
                  <a:pt x="29082" y="8307"/>
                </a:cubicBezTo>
                <a:cubicBezTo>
                  <a:pt x="27719" y="9009"/>
                  <a:pt x="26774" y="10073"/>
                  <a:pt x="26246" y="11499"/>
                </a:cubicBezTo>
                <a:cubicBezTo>
                  <a:pt x="25718" y="12925"/>
                  <a:pt x="25455" y="15833"/>
                  <a:pt x="25455" y="20222"/>
                </a:cubicBezTo>
                <a:lnTo>
                  <a:pt x="25455" y="45766"/>
                </a:lnTo>
                <a:close/>
                <a:moveTo>
                  <a:pt x="114787" y="0"/>
                </a:moveTo>
                <a:cubicBezTo>
                  <a:pt x="116634" y="0"/>
                  <a:pt x="118205" y="652"/>
                  <a:pt x="119502" y="1956"/>
                </a:cubicBezTo>
                <a:cubicBezTo>
                  <a:pt x="120799" y="3258"/>
                  <a:pt x="121448" y="4837"/>
                  <a:pt x="121448" y="6693"/>
                </a:cubicBezTo>
                <a:cubicBezTo>
                  <a:pt x="121448" y="8549"/>
                  <a:pt x="120799" y="10140"/>
                  <a:pt x="119502" y="11466"/>
                </a:cubicBezTo>
                <a:cubicBezTo>
                  <a:pt x="118205" y="12791"/>
                  <a:pt x="116634" y="13453"/>
                  <a:pt x="114787" y="13453"/>
                </a:cubicBezTo>
                <a:cubicBezTo>
                  <a:pt x="112941" y="13453"/>
                  <a:pt x="111358" y="12791"/>
                  <a:pt x="110039" y="11466"/>
                </a:cubicBezTo>
                <a:cubicBezTo>
                  <a:pt x="108720" y="10140"/>
                  <a:pt x="108061" y="8549"/>
                  <a:pt x="108061" y="6693"/>
                </a:cubicBezTo>
                <a:cubicBezTo>
                  <a:pt x="108061" y="4837"/>
                  <a:pt x="108709" y="3258"/>
                  <a:pt x="110006" y="1956"/>
                </a:cubicBezTo>
                <a:cubicBezTo>
                  <a:pt x="111303" y="652"/>
                  <a:pt x="112897" y="0"/>
                  <a:pt x="114787" y="0"/>
                </a:cubicBezTo>
                <a:moveTo>
                  <a:pt x="120261" y="31654"/>
                </a:moveTo>
                <a:lnTo>
                  <a:pt x="120261" y="80082"/>
                </a:lnTo>
                <a:cubicBezTo>
                  <a:pt x="120261" y="83854"/>
                  <a:pt x="120535" y="86366"/>
                  <a:pt x="121085" y="87616"/>
                </a:cubicBezTo>
                <a:cubicBezTo>
                  <a:pt x="121635" y="88866"/>
                  <a:pt x="122448" y="89798"/>
                  <a:pt x="123525" y="90412"/>
                </a:cubicBezTo>
                <a:cubicBezTo>
                  <a:pt x="124602" y="91027"/>
                  <a:pt x="126569" y="91334"/>
                  <a:pt x="129427" y="91334"/>
                </a:cubicBezTo>
                <a:lnTo>
                  <a:pt x="129427" y="93774"/>
                </a:lnTo>
                <a:lnTo>
                  <a:pt x="100082" y="93774"/>
                </a:lnTo>
                <a:lnTo>
                  <a:pt x="100082" y="91334"/>
                </a:lnTo>
                <a:cubicBezTo>
                  <a:pt x="103027" y="91334"/>
                  <a:pt x="105005" y="91049"/>
                  <a:pt x="106017" y="90478"/>
                </a:cubicBezTo>
                <a:cubicBezTo>
                  <a:pt x="107028" y="89908"/>
                  <a:pt x="107830" y="88965"/>
                  <a:pt x="108424" y="87649"/>
                </a:cubicBezTo>
                <a:cubicBezTo>
                  <a:pt x="109017" y="86333"/>
                  <a:pt x="109314" y="83810"/>
                  <a:pt x="109314" y="80082"/>
                </a:cubicBezTo>
                <a:lnTo>
                  <a:pt x="109314" y="56855"/>
                </a:lnTo>
                <a:cubicBezTo>
                  <a:pt x="109314" y="50318"/>
                  <a:pt x="109116" y="46085"/>
                  <a:pt x="108720" y="44156"/>
                </a:cubicBezTo>
                <a:cubicBezTo>
                  <a:pt x="108413" y="42752"/>
                  <a:pt x="107929" y="41776"/>
                  <a:pt x="107270" y="41228"/>
                </a:cubicBezTo>
                <a:cubicBezTo>
                  <a:pt x="106610" y="40680"/>
                  <a:pt x="105709" y="40406"/>
                  <a:pt x="104566" y="40406"/>
                </a:cubicBezTo>
                <a:cubicBezTo>
                  <a:pt x="103335" y="40406"/>
                  <a:pt x="101840" y="40735"/>
                  <a:pt x="100082" y="41393"/>
                </a:cubicBezTo>
                <a:lnTo>
                  <a:pt x="99158" y="39023"/>
                </a:lnTo>
                <a:lnTo>
                  <a:pt x="117359" y="31654"/>
                </a:lnTo>
                <a:lnTo>
                  <a:pt x="120261" y="31654"/>
                </a:lnTo>
                <a:close/>
                <a:moveTo>
                  <a:pt x="153124" y="71762"/>
                </a:moveTo>
                <a:cubicBezTo>
                  <a:pt x="149432" y="69963"/>
                  <a:pt x="146596" y="67449"/>
                  <a:pt x="144618" y="64222"/>
                </a:cubicBezTo>
                <a:cubicBezTo>
                  <a:pt x="142639" y="60995"/>
                  <a:pt x="141650" y="57427"/>
                  <a:pt x="141650" y="53518"/>
                </a:cubicBezTo>
                <a:cubicBezTo>
                  <a:pt x="141650" y="47548"/>
                  <a:pt x="143903" y="42411"/>
                  <a:pt x="148409" y="38108"/>
                </a:cubicBezTo>
                <a:cubicBezTo>
                  <a:pt x="152916" y="33805"/>
                  <a:pt x="158686" y="31654"/>
                  <a:pt x="165720" y="31654"/>
                </a:cubicBezTo>
                <a:cubicBezTo>
                  <a:pt x="171479" y="31654"/>
                  <a:pt x="176469" y="33060"/>
                  <a:pt x="180689" y="35874"/>
                </a:cubicBezTo>
                <a:lnTo>
                  <a:pt x="193483" y="35874"/>
                </a:lnTo>
                <a:cubicBezTo>
                  <a:pt x="195373" y="35874"/>
                  <a:pt x="196472" y="35928"/>
                  <a:pt x="196780" y="36037"/>
                </a:cubicBezTo>
                <a:cubicBezTo>
                  <a:pt x="197088" y="36145"/>
                  <a:pt x="197307" y="36330"/>
                  <a:pt x="197439" y="36591"/>
                </a:cubicBezTo>
                <a:cubicBezTo>
                  <a:pt x="197703" y="36983"/>
                  <a:pt x="197835" y="37679"/>
                  <a:pt x="197835" y="38679"/>
                </a:cubicBezTo>
                <a:cubicBezTo>
                  <a:pt x="197835" y="39808"/>
                  <a:pt x="197725" y="40590"/>
                  <a:pt x="197505" y="41026"/>
                </a:cubicBezTo>
                <a:cubicBezTo>
                  <a:pt x="197373" y="41243"/>
                  <a:pt x="197143" y="41417"/>
                  <a:pt x="196813" y="41547"/>
                </a:cubicBezTo>
                <a:cubicBezTo>
                  <a:pt x="196483" y="41678"/>
                  <a:pt x="195373" y="41743"/>
                  <a:pt x="193483" y="41743"/>
                </a:cubicBezTo>
                <a:lnTo>
                  <a:pt x="185635" y="41743"/>
                </a:lnTo>
                <a:cubicBezTo>
                  <a:pt x="188097" y="44915"/>
                  <a:pt x="189328" y="48968"/>
                  <a:pt x="189328" y="53902"/>
                </a:cubicBezTo>
                <a:cubicBezTo>
                  <a:pt x="189328" y="59540"/>
                  <a:pt x="187174" y="64364"/>
                  <a:pt x="182866" y="68372"/>
                </a:cubicBezTo>
                <a:cubicBezTo>
                  <a:pt x="178557" y="72381"/>
                  <a:pt x="172776" y="74386"/>
                  <a:pt x="165522" y="74386"/>
                </a:cubicBezTo>
                <a:cubicBezTo>
                  <a:pt x="162533" y="74386"/>
                  <a:pt x="159477" y="73937"/>
                  <a:pt x="156356" y="73040"/>
                </a:cubicBezTo>
                <a:cubicBezTo>
                  <a:pt x="154421" y="74709"/>
                  <a:pt x="153113" y="76170"/>
                  <a:pt x="152432" y="77423"/>
                </a:cubicBezTo>
                <a:cubicBezTo>
                  <a:pt x="151751" y="78675"/>
                  <a:pt x="151410" y="79740"/>
                  <a:pt x="151410" y="80618"/>
                </a:cubicBezTo>
                <a:cubicBezTo>
                  <a:pt x="151410" y="81365"/>
                  <a:pt x="151773" y="82090"/>
                  <a:pt x="152498" y="82794"/>
                </a:cubicBezTo>
                <a:cubicBezTo>
                  <a:pt x="153223" y="83496"/>
                  <a:pt x="154641" y="84001"/>
                  <a:pt x="156751" y="84308"/>
                </a:cubicBezTo>
                <a:cubicBezTo>
                  <a:pt x="157982" y="84484"/>
                  <a:pt x="161060" y="84638"/>
                  <a:pt x="165984" y="84770"/>
                </a:cubicBezTo>
                <a:cubicBezTo>
                  <a:pt x="175040" y="84989"/>
                  <a:pt x="180909" y="85296"/>
                  <a:pt x="183591" y="85691"/>
                </a:cubicBezTo>
                <a:cubicBezTo>
                  <a:pt x="187680" y="86263"/>
                  <a:pt x="190944" y="87779"/>
                  <a:pt x="193384" y="90239"/>
                </a:cubicBezTo>
                <a:cubicBezTo>
                  <a:pt x="195824" y="92699"/>
                  <a:pt x="197044" y="95729"/>
                  <a:pt x="197044" y="99332"/>
                </a:cubicBezTo>
                <a:cubicBezTo>
                  <a:pt x="197044" y="104295"/>
                  <a:pt x="194714" y="108952"/>
                  <a:pt x="190054" y="113302"/>
                </a:cubicBezTo>
                <a:cubicBezTo>
                  <a:pt x="183195" y="119715"/>
                  <a:pt x="174249" y="122921"/>
                  <a:pt x="163214" y="122921"/>
                </a:cubicBezTo>
                <a:cubicBezTo>
                  <a:pt x="154729" y="122921"/>
                  <a:pt x="147563" y="121012"/>
                  <a:pt x="141716" y="117192"/>
                </a:cubicBezTo>
                <a:cubicBezTo>
                  <a:pt x="138419" y="114997"/>
                  <a:pt x="136770" y="112714"/>
                  <a:pt x="136770" y="110342"/>
                </a:cubicBezTo>
                <a:cubicBezTo>
                  <a:pt x="136770" y="109290"/>
                  <a:pt x="137012" y="108237"/>
                  <a:pt x="137495" y="107183"/>
                </a:cubicBezTo>
                <a:cubicBezTo>
                  <a:pt x="138243" y="105558"/>
                  <a:pt x="139782" y="103296"/>
                  <a:pt x="142112" y="100399"/>
                </a:cubicBezTo>
                <a:cubicBezTo>
                  <a:pt x="142419" y="100005"/>
                  <a:pt x="144662" y="97634"/>
                  <a:pt x="148838" y="93287"/>
                </a:cubicBezTo>
                <a:cubicBezTo>
                  <a:pt x="146552" y="91923"/>
                  <a:pt x="144936" y="90702"/>
                  <a:pt x="143991" y="89623"/>
                </a:cubicBezTo>
                <a:cubicBezTo>
                  <a:pt x="143046" y="88545"/>
                  <a:pt x="142573" y="87323"/>
                  <a:pt x="142573" y="85959"/>
                </a:cubicBezTo>
                <a:cubicBezTo>
                  <a:pt x="142573" y="84418"/>
                  <a:pt x="143200" y="82612"/>
                  <a:pt x="144453" y="80543"/>
                </a:cubicBezTo>
                <a:cubicBezTo>
                  <a:pt x="145706" y="78474"/>
                  <a:pt x="148596" y="75547"/>
                  <a:pt x="153124" y="71762"/>
                </a:cubicBezTo>
                <a:moveTo>
                  <a:pt x="164599" y="34951"/>
                </a:moveTo>
                <a:cubicBezTo>
                  <a:pt x="161346" y="34951"/>
                  <a:pt x="158620" y="36241"/>
                  <a:pt x="156422" y="38821"/>
                </a:cubicBezTo>
                <a:cubicBezTo>
                  <a:pt x="154224" y="41400"/>
                  <a:pt x="153124" y="45356"/>
                  <a:pt x="153124" y="50691"/>
                </a:cubicBezTo>
                <a:cubicBezTo>
                  <a:pt x="153124" y="57600"/>
                  <a:pt x="154619" y="62956"/>
                  <a:pt x="157609" y="66759"/>
                </a:cubicBezTo>
                <a:cubicBezTo>
                  <a:pt x="159895" y="69645"/>
                  <a:pt x="162796" y="71089"/>
                  <a:pt x="166313" y="71089"/>
                </a:cubicBezTo>
                <a:cubicBezTo>
                  <a:pt x="169655" y="71089"/>
                  <a:pt x="172402" y="69842"/>
                  <a:pt x="174557" y="67350"/>
                </a:cubicBezTo>
                <a:cubicBezTo>
                  <a:pt x="176711" y="64858"/>
                  <a:pt x="177788" y="60945"/>
                  <a:pt x="177788" y="55610"/>
                </a:cubicBezTo>
                <a:cubicBezTo>
                  <a:pt x="177788" y="48658"/>
                  <a:pt x="176271" y="43214"/>
                  <a:pt x="173238" y="39278"/>
                </a:cubicBezTo>
                <a:cubicBezTo>
                  <a:pt x="170995" y="36393"/>
                  <a:pt x="168116" y="34951"/>
                  <a:pt x="164599" y="34951"/>
                </a:cubicBezTo>
                <a:moveTo>
                  <a:pt x="152465" y="93813"/>
                </a:moveTo>
                <a:cubicBezTo>
                  <a:pt x="150399" y="96051"/>
                  <a:pt x="148838" y="98135"/>
                  <a:pt x="147783" y="100065"/>
                </a:cubicBezTo>
                <a:cubicBezTo>
                  <a:pt x="146728" y="101997"/>
                  <a:pt x="146200" y="103775"/>
                  <a:pt x="146200" y="105398"/>
                </a:cubicBezTo>
                <a:cubicBezTo>
                  <a:pt x="146200" y="107505"/>
                  <a:pt x="147475" y="109348"/>
                  <a:pt x="150025" y="110927"/>
                </a:cubicBezTo>
                <a:cubicBezTo>
                  <a:pt x="154421" y="113648"/>
                  <a:pt x="160774" y="115008"/>
                  <a:pt x="169083" y="115008"/>
                </a:cubicBezTo>
                <a:cubicBezTo>
                  <a:pt x="176996" y="115008"/>
                  <a:pt x="182833" y="113614"/>
                  <a:pt x="186591" y="110827"/>
                </a:cubicBezTo>
                <a:cubicBezTo>
                  <a:pt x="190350" y="108040"/>
                  <a:pt x="192230" y="105068"/>
                  <a:pt x="192230" y="101910"/>
                </a:cubicBezTo>
                <a:cubicBezTo>
                  <a:pt x="192230" y="99628"/>
                  <a:pt x="191109" y="98004"/>
                  <a:pt x="188867" y="97038"/>
                </a:cubicBezTo>
                <a:cubicBezTo>
                  <a:pt x="186580" y="96072"/>
                  <a:pt x="182052" y="95502"/>
                  <a:pt x="175282" y="95327"/>
                </a:cubicBezTo>
                <a:cubicBezTo>
                  <a:pt x="165390" y="95064"/>
                  <a:pt x="157785" y="94559"/>
                  <a:pt x="152465" y="93813"/>
                </a:cubicBezTo>
                <a:close/>
                <a:moveTo>
                  <a:pt x="222234" y="0"/>
                </a:moveTo>
                <a:lnTo>
                  <a:pt x="222234" y="44249"/>
                </a:lnTo>
                <a:cubicBezTo>
                  <a:pt x="227114" y="38885"/>
                  <a:pt x="230983" y="35445"/>
                  <a:pt x="233840" y="33929"/>
                </a:cubicBezTo>
                <a:cubicBezTo>
                  <a:pt x="236698" y="32412"/>
                  <a:pt x="239556" y="31654"/>
                  <a:pt x="242413" y="31654"/>
                </a:cubicBezTo>
                <a:cubicBezTo>
                  <a:pt x="245842" y="31654"/>
                  <a:pt x="248788" y="32597"/>
                  <a:pt x="251250" y="34483"/>
                </a:cubicBezTo>
                <a:cubicBezTo>
                  <a:pt x="253712" y="36369"/>
                  <a:pt x="255536" y="39330"/>
                  <a:pt x="256723" y="43365"/>
                </a:cubicBezTo>
                <a:cubicBezTo>
                  <a:pt x="257559" y="46173"/>
                  <a:pt x="257976" y="51306"/>
                  <a:pt x="257976" y="58763"/>
                </a:cubicBezTo>
                <a:lnTo>
                  <a:pt x="257976" y="80082"/>
                </a:lnTo>
                <a:cubicBezTo>
                  <a:pt x="257976" y="83898"/>
                  <a:pt x="258284" y="86509"/>
                  <a:pt x="258899" y="87913"/>
                </a:cubicBezTo>
                <a:cubicBezTo>
                  <a:pt x="259339" y="88965"/>
                  <a:pt x="260086" y="89798"/>
                  <a:pt x="261142" y="90412"/>
                </a:cubicBezTo>
                <a:cubicBezTo>
                  <a:pt x="262197" y="91027"/>
                  <a:pt x="264131" y="91334"/>
                  <a:pt x="266945" y="91334"/>
                </a:cubicBezTo>
                <a:lnTo>
                  <a:pt x="266945" y="93774"/>
                </a:lnTo>
                <a:lnTo>
                  <a:pt x="237270" y="93774"/>
                </a:lnTo>
                <a:lnTo>
                  <a:pt x="237270" y="91334"/>
                </a:lnTo>
                <a:lnTo>
                  <a:pt x="238654" y="91334"/>
                </a:lnTo>
                <a:cubicBezTo>
                  <a:pt x="241468" y="91334"/>
                  <a:pt x="243424" y="90905"/>
                  <a:pt x="244523" y="90048"/>
                </a:cubicBezTo>
                <a:cubicBezTo>
                  <a:pt x="245623" y="89190"/>
                  <a:pt x="246392" y="87926"/>
                  <a:pt x="246832" y="86256"/>
                </a:cubicBezTo>
                <a:cubicBezTo>
                  <a:pt x="246963" y="85552"/>
                  <a:pt x="247029" y="83486"/>
                  <a:pt x="247029" y="80057"/>
                </a:cubicBezTo>
                <a:lnTo>
                  <a:pt x="247029" y="58691"/>
                </a:lnTo>
                <a:cubicBezTo>
                  <a:pt x="247029" y="52096"/>
                  <a:pt x="246689" y="47766"/>
                  <a:pt x="246007" y="45700"/>
                </a:cubicBezTo>
                <a:cubicBezTo>
                  <a:pt x="245326" y="43634"/>
                  <a:pt x="244238" y="42084"/>
                  <a:pt x="242743" y="41051"/>
                </a:cubicBezTo>
                <a:cubicBezTo>
                  <a:pt x="241248" y="40018"/>
                  <a:pt x="239446" y="39501"/>
                  <a:pt x="237335" y="39501"/>
                </a:cubicBezTo>
                <a:cubicBezTo>
                  <a:pt x="235181" y="39501"/>
                  <a:pt x="232939" y="40072"/>
                  <a:pt x="230609" y="41216"/>
                </a:cubicBezTo>
                <a:cubicBezTo>
                  <a:pt x="228279" y="42359"/>
                  <a:pt x="225487" y="44667"/>
                  <a:pt x="222234" y="48140"/>
                </a:cubicBezTo>
                <a:lnTo>
                  <a:pt x="222234" y="80057"/>
                </a:lnTo>
                <a:cubicBezTo>
                  <a:pt x="222234" y="84190"/>
                  <a:pt x="222465" y="86761"/>
                  <a:pt x="222927" y="87773"/>
                </a:cubicBezTo>
                <a:cubicBezTo>
                  <a:pt x="223388" y="88784"/>
                  <a:pt x="224245" y="89630"/>
                  <a:pt x="225498" y="90311"/>
                </a:cubicBezTo>
                <a:cubicBezTo>
                  <a:pt x="226751" y="90993"/>
                  <a:pt x="228917" y="91334"/>
                  <a:pt x="231994" y="91334"/>
                </a:cubicBezTo>
                <a:lnTo>
                  <a:pt x="231994" y="93774"/>
                </a:lnTo>
                <a:lnTo>
                  <a:pt x="202055" y="93774"/>
                </a:lnTo>
                <a:lnTo>
                  <a:pt x="202055" y="91334"/>
                </a:lnTo>
                <a:cubicBezTo>
                  <a:pt x="204737" y="91334"/>
                  <a:pt x="206847" y="90916"/>
                  <a:pt x="208386" y="90081"/>
                </a:cubicBezTo>
                <a:cubicBezTo>
                  <a:pt x="209265" y="89642"/>
                  <a:pt x="209968" y="88808"/>
                  <a:pt x="210496" y="87579"/>
                </a:cubicBezTo>
                <a:cubicBezTo>
                  <a:pt x="211023" y="86348"/>
                  <a:pt x="211287" y="83843"/>
                  <a:pt x="211287" y="80065"/>
                </a:cubicBezTo>
                <a:lnTo>
                  <a:pt x="211287" y="25436"/>
                </a:lnTo>
                <a:cubicBezTo>
                  <a:pt x="211287" y="18539"/>
                  <a:pt x="211122" y="14300"/>
                  <a:pt x="210793" y="12719"/>
                </a:cubicBezTo>
                <a:cubicBezTo>
                  <a:pt x="210463" y="11136"/>
                  <a:pt x="209957" y="10060"/>
                  <a:pt x="209276" y="9490"/>
                </a:cubicBezTo>
                <a:cubicBezTo>
                  <a:pt x="208595" y="8918"/>
                  <a:pt x="207682" y="8633"/>
                  <a:pt x="206539" y="8633"/>
                </a:cubicBezTo>
                <a:cubicBezTo>
                  <a:pt x="205616" y="8633"/>
                  <a:pt x="204121" y="8984"/>
                  <a:pt x="202055" y="9688"/>
                </a:cubicBezTo>
                <a:lnTo>
                  <a:pt x="201132" y="7380"/>
                </a:lnTo>
                <a:lnTo>
                  <a:pt x="219201" y="0"/>
                </a:lnTo>
                <a:lnTo>
                  <a:pt x="222234" y="0"/>
                </a:lnTo>
                <a:close/>
                <a:moveTo>
                  <a:pt x="329197" y="9232"/>
                </a:moveTo>
                <a:lnTo>
                  <a:pt x="329197" y="44315"/>
                </a:lnTo>
                <a:lnTo>
                  <a:pt x="345486" y="44315"/>
                </a:lnTo>
                <a:cubicBezTo>
                  <a:pt x="349222" y="44315"/>
                  <a:pt x="351959" y="43491"/>
                  <a:pt x="353696" y="41842"/>
                </a:cubicBezTo>
                <a:cubicBezTo>
                  <a:pt x="355432" y="40193"/>
                  <a:pt x="356586" y="36929"/>
                  <a:pt x="357158" y="32049"/>
                </a:cubicBezTo>
                <a:lnTo>
                  <a:pt x="359598" y="32049"/>
                </a:lnTo>
                <a:lnTo>
                  <a:pt x="359598" y="62384"/>
                </a:lnTo>
                <a:lnTo>
                  <a:pt x="357158" y="62384"/>
                </a:lnTo>
                <a:cubicBezTo>
                  <a:pt x="357114" y="58893"/>
                  <a:pt x="356663" y="56330"/>
                  <a:pt x="355806" y="54695"/>
                </a:cubicBezTo>
                <a:cubicBezTo>
                  <a:pt x="354949" y="53059"/>
                  <a:pt x="353762" y="51832"/>
                  <a:pt x="352245" y="51015"/>
                </a:cubicBezTo>
                <a:cubicBezTo>
                  <a:pt x="350728" y="50197"/>
                  <a:pt x="348475" y="49788"/>
                  <a:pt x="345486" y="49788"/>
                </a:cubicBezTo>
                <a:lnTo>
                  <a:pt x="329197" y="49788"/>
                </a:lnTo>
                <a:lnTo>
                  <a:pt x="329197" y="77926"/>
                </a:lnTo>
                <a:cubicBezTo>
                  <a:pt x="329197" y="82461"/>
                  <a:pt x="329483" y="85456"/>
                  <a:pt x="330054" y="86909"/>
                </a:cubicBezTo>
                <a:cubicBezTo>
                  <a:pt x="330494" y="88010"/>
                  <a:pt x="331417" y="88956"/>
                  <a:pt x="332824" y="89749"/>
                </a:cubicBezTo>
                <a:cubicBezTo>
                  <a:pt x="334759" y="90805"/>
                  <a:pt x="336781" y="91334"/>
                  <a:pt x="338891" y="91334"/>
                </a:cubicBezTo>
                <a:lnTo>
                  <a:pt x="342122" y="91334"/>
                </a:lnTo>
                <a:lnTo>
                  <a:pt x="342122" y="93774"/>
                </a:lnTo>
                <a:lnTo>
                  <a:pt x="303742" y="93774"/>
                </a:lnTo>
                <a:lnTo>
                  <a:pt x="303742" y="91334"/>
                </a:lnTo>
                <a:lnTo>
                  <a:pt x="306908" y="91334"/>
                </a:lnTo>
                <a:cubicBezTo>
                  <a:pt x="310601" y="91334"/>
                  <a:pt x="313282" y="90257"/>
                  <a:pt x="314953" y="88102"/>
                </a:cubicBezTo>
                <a:cubicBezTo>
                  <a:pt x="316008" y="86696"/>
                  <a:pt x="316536" y="83310"/>
                  <a:pt x="316536" y="77947"/>
                </a:cubicBezTo>
                <a:lnTo>
                  <a:pt x="316536" y="20179"/>
                </a:lnTo>
                <a:cubicBezTo>
                  <a:pt x="316536" y="15651"/>
                  <a:pt x="316250" y="12661"/>
                  <a:pt x="315678" y="11211"/>
                </a:cubicBezTo>
                <a:cubicBezTo>
                  <a:pt x="315239" y="10112"/>
                  <a:pt x="314338" y="9166"/>
                  <a:pt x="312975" y="8375"/>
                </a:cubicBezTo>
                <a:cubicBezTo>
                  <a:pt x="311084" y="7320"/>
                  <a:pt x="309062" y="6792"/>
                  <a:pt x="306908" y="6792"/>
                </a:cubicBezTo>
                <a:lnTo>
                  <a:pt x="303742" y="6792"/>
                </a:lnTo>
                <a:lnTo>
                  <a:pt x="303742" y="4352"/>
                </a:lnTo>
                <a:lnTo>
                  <a:pt x="370281" y="4352"/>
                </a:lnTo>
                <a:lnTo>
                  <a:pt x="371138" y="24004"/>
                </a:lnTo>
                <a:lnTo>
                  <a:pt x="368830" y="24004"/>
                </a:lnTo>
                <a:cubicBezTo>
                  <a:pt x="367687" y="19827"/>
                  <a:pt x="366357" y="16761"/>
                  <a:pt x="364840" y="14805"/>
                </a:cubicBezTo>
                <a:cubicBezTo>
                  <a:pt x="363324" y="12848"/>
                  <a:pt x="361455" y="11430"/>
                  <a:pt x="359235" y="10551"/>
                </a:cubicBezTo>
                <a:cubicBezTo>
                  <a:pt x="357015" y="9672"/>
                  <a:pt x="353575" y="9232"/>
                  <a:pt x="348915" y="9232"/>
                </a:cubicBezTo>
                <a:lnTo>
                  <a:pt x="329197" y="9232"/>
                </a:lnTo>
                <a:close/>
                <a:moveTo>
                  <a:pt x="398551" y="31654"/>
                </a:moveTo>
                <a:lnTo>
                  <a:pt x="398551" y="45238"/>
                </a:lnTo>
                <a:cubicBezTo>
                  <a:pt x="403606" y="36182"/>
                  <a:pt x="408794" y="31654"/>
                  <a:pt x="414113" y="31654"/>
                </a:cubicBezTo>
                <a:cubicBezTo>
                  <a:pt x="416531" y="31654"/>
                  <a:pt x="418532" y="32390"/>
                  <a:pt x="420114" y="33863"/>
                </a:cubicBezTo>
                <a:cubicBezTo>
                  <a:pt x="421697" y="35335"/>
                  <a:pt x="422488" y="37039"/>
                  <a:pt x="422488" y="38973"/>
                </a:cubicBezTo>
                <a:cubicBezTo>
                  <a:pt x="422488" y="40688"/>
                  <a:pt x="421917" y="42139"/>
                  <a:pt x="420774" y="43326"/>
                </a:cubicBezTo>
                <a:cubicBezTo>
                  <a:pt x="419631" y="44513"/>
                  <a:pt x="418268" y="45106"/>
                  <a:pt x="416685" y="45106"/>
                </a:cubicBezTo>
                <a:cubicBezTo>
                  <a:pt x="415147" y="45106"/>
                  <a:pt x="413421" y="44348"/>
                  <a:pt x="411509" y="42831"/>
                </a:cubicBezTo>
                <a:cubicBezTo>
                  <a:pt x="409596" y="41314"/>
                  <a:pt x="408178" y="40556"/>
                  <a:pt x="407255" y="40556"/>
                </a:cubicBezTo>
                <a:cubicBezTo>
                  <a:pt x="406464" y="40556"/>
                  <a:pt x="405607" y="40994"/>
                  <a:pt x="404683" y="41871"/>
                </a:cubicBezTo>
                <a:cubicBezTo>
                  <a:pt x="402705" y="43669"/>
                  <a:pt x="400661" y="46629"/>
                  <a:pt x="398551" y="50751"/>
                </a:cubicBezTo>
                <a:lnTo>
                  <a:pt x="398551" y="79626"/>
                </a:lnTo>
                <a:cubicBezTo>
                  <a:pt x="398551" y="82958"/>
                  <a:pt x="398968" y="85479"/>
                  <a:pt x="399803" y="87189"/>
                </a:cubicBezTo>
                <a:cubicBezTo>
                  <a:pt x="400375" y="88374"/>
                  <a:pt x="401386" y="89361"/>
                  <a:pt x="402837" y="90151"/>
                </a:cubicBezTo>
                <a:cubicBezTo>
                  <a:pt x="404288" y="90939"/>
                  <a:pt x="406376" y="91334"/>
                  <a:pt x="409102" y="91334"/>
                </a:cubicBezTo>
                <a:lnTo>
                  <a:pt x="409102" y="93774"/>
                </a:lnTo>
                <a:lnTo>
                  <a:pt x="378174" y="93774"/>
                </a:lnTo>
                <a:lnTo>
                  <a:pt x="378174" y="91334"/>
                </a:lnTo>
                <a:cubicBezTo>
                  <a:pt x="381251" y="91334"/>
                  <a:pt x="383537" y="90851"/>
                  <a:pt x="385032" y="89887"/>
                </a:cubicBezTo>
                <a:cubicBezTo>
                  <a:pt x="386131" y="89185"/>
                  <a:pt x="386900" y="88066"/>
                  <a:pt x="387340" y="86530"/>
                </a:cubicBezTo>
                <a:cubicBezTo>
                  <a:pt x="387560" y="85784"/>
                  <a:pt x="387670" y="83657"/>
                  <a:pt x="387670" y="80148"/>
                </a:cubicBezTo>
                <a:lnTo>
                  <a:pt x="387670" y="56789"/>
                </a:lnTo>
                <a:cubicBezTo>
                  <a:pt x="387670" y="49770"/>
                  <a:pt x="387527" y="45592"/>
                  <a:pt x="387241" y="44255"/>
                </a:cubicBezTo>
                <a:cubicBezTo>
                  <a:pt x="386955" y="42917"/>
                  <a:pt x="386428" y="41941"/>
                  <a:pt x="385658" y="41327"/>
                </a:cubicBezTo>
                <a:cubicBezTo>
                  <a:pt x="384889" y="40713"/>
                  <a:pt x="383933" y="40406"/>
                  <a:pt x="382790" y="40406"/>
                </a:cubicBezTo>
                <a:cubicBezTo>
                  <a:pt x="381427" y="40406"/>
                  <a:pt x="379888" y="40735"/>
                  <a:pt x="378174" y="41393"/>
                </a:cubicBezTo>
                <a:lnTo>
                  <a:pt x="377514" y="39023"/>
                </a:lnTo>
                <a:lnTo>
                  <a:pt x="395781" y="31654"/>
                </a:lnTo>
                <a:lnTo>
                  <a:pt x="398551" y="31654"/>
                </a:lnTo>
                <a:close/>
                <a:moveTo>
                  <a:pt x="436006" y="56185"/>
                </a:moveTo>
                <a:cubicBezTo>
                  <a:pt x="435962" y="65133"/>
                  <a:pt x="438138" y="72151"/>
                  <a:pt x="442534" y="77240"/>
                </a:cubicBezTo>
                <a:cubicBezTo>
                  <a:pt x="446930" y="82327"/>
                  <a:pt x="452096" y="84871"/>
                  <a:pt x="458031" y="84871"/>
                </a:cubicBezTo>
                <a:cubicBezTo>
                  <a:pt x="461988" y="84871"/>
                  <a:pt x="465428" y="83783"/>
                  <a:pt x="468352" y="81607"/>
                </a:cubicBezTo>
                <a:cubicBezTo>
                  <a:pt x="471275" y="79431"/>
                  <a:pt x="473726" y="75705"/>
                  <a:pt x="475704" y="70429"/>
                </a:cubicBezTo>
                <a:lnTo>
                  <a:pt x="477749" y="71748"/>
                </a:lnTo>
                <a:cubicBezTo>
                  <a:pt x="476825" y="77771"/>
                  <a:pt x="474144" y="83255"/>
                  <a:pt x="469703" y="88201"/>
                </a:cubicBezTo>
                <a:cubicBezTo>
                  <a:pt x="465263" y="93147"/>
                  <a:pt x="459702" y="95620"/>
                  <a:pt x="453019" y="95620"/>
                </a:cubicBezTo>
                <a:cubicBezTo>
                  <a:pt x="445765" y="95620"/>
                  <a:pt x="439556" y="92802"/>
                  <a:pt x="434390" y="87165"/>
                </a:cubicBezTo>
                <a:cubicBezTo>
                  <a:pt x="429224" y="81526"/>
                  <a:pt x="426641" y="73947"/>
                  <a:pt x="426641" y="64426"/>
                </a:cubicBezTo>
                <a:cubicBezTo>
                  <a:pt x="426641" y="54117"/>
                  <a:pt x="429290" y="46078"/>
                  <a:pt x="434588" y="40309"/>
                </a:cubicBezTo>
                <a:cubicBezTo>
                  <a:pt x="439885" y="34539"/>
                  <a:pt x="446535" y="31654"/>
                  <a:pt x="454536" y="31654"/>
                </a:cubicBezTo>
                <a:cubicBezTo>
                  <a:pt x="461306" y="31654"/>
                  <a:pt x="466868" y="33879"/>
                  <a:pt x="471220" y="38330"/>
                </a:cubicBezTo>
                <a:cubicBezTo>
                  <a:pt x="475572" y="42780"/>
                  <a:pt x="477749" y="48732"/>
                  <a:pt x="477749" y="56185"/>
                </a:cubicBezTo>
                <a:lnTo>
                  <a:pt x="436006" y="56185"/>
                </a:lnTo>
                <a:moveTo>
                  <a:pt x="436006" y="52360"/>
                </a:moveTo>
                <a:lnTo>
                  <a:pt x="463966" y="52360"/>
                </a:lnTo>
                <a:cubicBezTo>
                  <a:pt x="463746" y="48491"/>
                  <a:pt x="463285" y="45766"/>
                  <a:pt x="462581" y="44183"/>
                </a:cubicBezTo>
                <a:cubicBezTo>
                  <a:pt x="461482" y="41721"/>
                  <a:pt x="459845" y="39787"/>
                  <a:pt x="457668" y="38380"/>
                </a:cubicBezTo>
                <a:cubicBezTo>
                  <a:pt x="455492" y="36973"/>
                  <a:pt x="453217" y="36270"/>
                  <a:pt x="450843" y="36270"/>
                </a:cubicBezTo>
                <a:cubicBezTo>
                  <a:pt x="447194" y="36270"/>
                  <a:pt x="443930" y="37687"/>
                  <a:pt x="441050" y="40523"/>
                </a:cubicBezTo>
                <a:cubicBezTo>
                  <a:pt x="438171" y="43359"/>
                  <a:pt x="436489" y="47304"/>
                  <a:pt x="436006" y="52360"/>
                </a:cubicBezTo>
                <a:close/>
                <a:moveTo>
                  <a:pt x="539297" y="31654"/>
                </a:moveTo>
                <a:lnTo>
                  <a:pt x="539297" y="109279"/>
                </a:lnTo>
                <a:cubicBezTo>
                  <a:pt x="539297" y="113145"/>
                  <a:pt x="539560" y="115627"/>
                  <a:pt x="540088" y="116724"/>
                </a:cubicBezTo>
                <a:cubicBezTo>
                  <a:pt x="540615" y="117824"/>
                  <a:pt x="541440" y="118680"/>
                  <a:pt x="542561" y="119294"/>
                </a:cubicBezTo>
                <a:cubicBezTo>
                  <a:pt x="543682" y="119910"/>
                  <a:pt x="545869" y="120217"/>
                  <a:pt x="549122" y="120217"/>
                </a:cubicBezTo>
                <a:lnTo>
                  <a:pt x="549122" y="122657"/>
                </a:lnTo>
                <a:lnTo>
                  <a:pt x="518656" y="122657"/>
                </a:lnTo>
                <a:lnTo>
                  <a:pt x="518656" y="120217"/>
                </a:lnTo>
                <a:lnTo>
                  <a:pt x="519909" y="120217"/>
                </a:lnTo>
                <a:cubicBezTo>
                  <a:pt x="522371" y="120217"/>
                  <a:pt x="524239" y="119866"/>
                  <a:pt x="525514" y="119162"/>
                </a:cubicBezTo>
                <a:cubicBezTo>
                  <a:pt x="526393" y="118679"/>
                  <a:pt x="527097" y="117810"/>
                  <a:pt x="527624" y="116558"/>
                </a:cubicBezTo>
                <a:cubicBezTo>
                  <a:pt x="528152" y="115305"/>
                  <a:pt x="528416" y="112876"/>
                  <a:pt x="528416" y="109271"/>
                </a:cubicBezTo>
                <a:lnTo>
                  <a:pt x="528416" y="83288"/>
                </a:lnTo>
                <a:cubicBezTo>
                  <a:pt x="524415" y="88036"/>
                  <a:pt x="520920" y="91279"/>
                  <a:pt x="517930" y="93015"/>
                </a:cubicBezTo>
                <a:cubicBezTo>
                  <a:pt x="514941" y="94752"/>
                  <a:pt x="511841" y="95620"/>
                  <a:pt x="508632" y="95620"/>
                </a:cubicBezTo>
                <a:cubicBezTo>
                  <a:pt x="502785" y="95620"/>
                  <a:pt x="497564" y="92963"/>
                  <a:pt x="492970" y="87649"/>
                </a:cubicBezTo>
                <a:cubicBezTo>
                  <a:pt x="488376" y="82335"/>
                  <a:pt x="486079" y="75220"/>
                  <a:pt x="486079" y="66305"/>
                </a:cubicBezTo>
                <a:cubicBezTo>
                  <a:pt x="486079" y="56072"/>
                  <a:pt x="489112" y="47738"/>
                  <a:pt x="495179" y="41304"/>
                </a:cubicBezTo>
                <a:cubicBezTo>
                  <a:pt x="501246" y="34870"/>
                  <a:pt x="508566" y="31654"/>
                  <a:pt x="517139" y="31654"/>
                </a:cubicBezTo>
                <a:cubicBezTo>
                  <a:pt x="519645" y="31654"/>
                  <a:pt x="521953" y="32005"/>
                  <a:pt x="524063" y="32709"/>
                </a:cubicBezTo>
                <a:cubicBezTo>
                  <a:pt x="526174" y="33412"/>
                  <a:pt x="528064" y="34467"/>
                  <a:pt x="529735" y="35874"/>
                </a:cubicBezTo>
                <a:cubicBezTo>
                  <a:pt x="532284" y="34643"/>
                  <a:pt x="534724" y="33236"/>
                  <a:pt x="537054" y="31654"/>
                </a:cubicBezTo>
                <a:lnTo>
                  <a:pt x="539297" y="31654"/>
                </a:lnTo>
                <a:moveTo>
                  <a:pt x="528416" y="79144"/>
                </a:moveTo>
                <a:lnTo>
                  <a:pt x="528416" y="50825"/>
                </a:lnTo>
                <a:cubicBezTo>
                  <a:pt x="528416" y="47532"/>
                  <a:pt x="527987" y="44941"/>
                  <a:pt x="527130" y="43054"/>
                </a:cubicBezTo>
                <a:cubicBezTo>
                  <a:pt x="526272" y="41165"/>
                  <a:pt x="524745" y="39562"/>
                  <a:pt x="522547" y="38246"/>
                </a:cubicBezTo>
                <a:cubicBezTo>
                  <a:pt x="520348" y="36928"/>
                  <a:pt x="517864" y="36270"/>
                  <a:pt x="515095" y="36270"/>
                </a:cubicBezTo>
                <a:cubicBezTo>
                  <a:pt x="510171" y="36270"/>
                  <a:pt x="505950" y="38355"/>
                  <a:pt x="502433" y="42526"/>
                </a:cubicBezTo>
                <a:cubicBezTo>
                  <a:pt x="498916" y="46697"/>
                  <a:pt x="497158" y="53020"/>
                  <a:pt x="497158" y="61494"/>
                </a:cubicBezTo>
                <a:cubicBezTo>
                  <a:pt x="497158" y="69616"/>
                  <a:pt x="498949" y="75784"/>
                  <a:pt x="502532" y="79999"/>
                </a:cubicBezTo>
                <a:cubicBezTo>
                  <a:pt x="506115" y="84214"/>
                  <a:pt x="510435" y="86322"/>
                  <a:pt x="515490" y="86322"/>
                </a:cubicBezTo>
                <a:cubicBezTo>
                  <a:pt x="518084" y="86322"/>
                  <a:pt x="520392" y="85762"/>
                  <a:pt x="522415" y="84642"/>
                </a:cubicBezTo>
                <a:cubicBezTo>
                  <a:pt x="524437" y="83523"/>
                  <a:pt x="526437" y="81690"/>
                  <a:pt x="528416" y="79144"/>
                </a:cubicBezTo>
                <a:close/>
                <a:moveTo>
                  <a:pt x="566004" y="80980"/>
                </a:moveTo>
                <a:cubicBezTo>
                  <a:pt x="568070" y="80980"/>
                  <a:pt x="569806" y="81695"/>
                  <a:pt x="571213" y="83123"/>
                </a:cubicBezTo>
                <a:cubicBezTo>
                  <a:pt x="572620" y="84552"/>
                  <a:pt x="573324" y="86278"/>
                  <a:pt x="573324" y="88300"/>
                </a:cubicBezTo>
                <a:cubicBezTo>
                  <a:pt x="573324" y="90322"/>
                  <a:pt x="572609" y="92048"/>
                  <a:pt x="571180" y="93477"/>
                </a:cubicBezTo>
                <a:cubicBezTo>
                  <a:pt x="569752" y="94906"/>
                  <a:pt x="568026" y="95620"/>
                  <a:pt x="566004" y="95620"/>
                </a:cubicBezTo>
                <a:cubicBezTo>
                  <a:pt x="563981" y="95620"/>
                  <a:pt x="562256" y="94906"/>
                  <a:pt x="560827" y="93477"/>
                </a:cubicBezTo>
                <a:cubicBezTo>
                  <a:pt x="559398" y="92048"/>
                  <a:pt x="558684" y="90322"/>
                  <a:pt x="558684" y="88300"/>
                </a:cubicBezTo>
                <a:cubicBezTo>
                  <a:pt x="558684" y="86234"/>
                  <a:pt x="559398" y="84497"/>
                  <a:pt x="560827" y="83091"/>
                </a:cubicBezTo>
                <a:cubicBezTo>
                  <a:pt x="562256" y="81684"/>
                  <a:pt x="563981" y="80980"/>
                  <a:pt x="566004" y="809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56B24-42BC-48BD-A1C9-BA357B4B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570" y="5454296"/>
            <a:ext cx="563630" cy="5402"/>
          </a:xfrm>
          <a:custGeom xmlns:a="http://schemas.openxmlformats.org/drawingml/2006/main">
            <a:pathLst>
              <a:path w="563630" h="5402" fill="none">
                <a:moveTo>
                  <a:pt x="0" y="5402"/>
                </a:moveTo>
                <a:lnTo>
                  <a:pt x="5636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057C7-950E-4616-9283-F81C3EA9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67" y="5415018"/>
            <a:ext cx="79120" cy="78782"/>
          </a:xfrm>
          <a:custGeom xmlns:a="http://schemas.openxmlformats.org/drawingml/2006/main">
            <a:pathLst>
              <a:path w="79120" h="78782">
                <a:moveTo>
                  <a:pt x="79120" y="38716"/>
                </a:moveTo>
                <a:lnTo>
                  <a:pt x="788" y="78782"/>
                </a:lnTo>
                <a:lnTo>
                  <a:pt x="20033" y="39279"/>
                </a:lnTo>
                <a:lnTo>
                  <a:pt x="0" y="0"/>
                </a:lnTo>
                <a:lnTo>
                  <a:pt x="79120" y="387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AC52B-2618-40C6-99B5-7E19B342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67" y="5415018"/>
            <a:ext cx="79120" cy="78782"/>
          </a:xfrm>
          <a:custGeom xmlns:a="http://schemas.openxmlformats.org/drawingml/2006/main">
            <a:pathLst>
              <a:path w="79120" h="78782" fill="none">
                <a:moveTo>
                  <a:pt x="79120" y="38716"/>
                </a:moveTo>
                <a:lnTo>
                  <a:pt x="788" y="78782"/>
                </a:lnTo>
                <a:lnTo>
                  <a:pt x="20033" y="39279"/>
                </a:lnTo>
                <a:lnTo>
                  <a:pt x="0" y="0"/>
                </a:lnTo>
                <a:lnTo>
                  <a:pt x="79120" y="387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71C35-2A55-42F4-89EB-1DEE32BD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922" y="5403988"/>
            <a:ext cx="866603" cy="7090"/>
          </a:xfrm>
          <a:custGeom xmlns:a="http://schemas.openxmlformats.org/drawingml/2006/main">
            <a:pathLst>
              <a:path w="866603" h="7090" fill="none">
                <a:moveTo>
                  <a:pt x="0" y="7090"/>
                </a:moveTo>
                <a:lnTo>
                  <a:pt x="8666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F9148-4D7D-460C-BC03-347E97C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92" y="5364822"/>
            <a:ext cx="79120" cy="78782"/>
          </a:xfrm>
          <a:custGeom xmlns:a="http://schemas.openxmlformats.org/drawingml/2006/main">
            <a:pathLst>
              <a:path w="79120" h="78782">
                <a:moveTo>
                  <a:pt x="79120" y="38716"/>
                </a:moveTo>
                <a:lnTo>
                  <a:pt x="675" y="78782"/>
                </a:lnTo>
                <a:lnTo>
                  <a:pt x="20033" y="39166"/>
                </a:lnTo>
                <a:lnTo>
                  <a:pt x="0" y="0"/>
                </a:lnTo>
                <a:lnTo>
                  <a:pt x="79120" y="387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C1DD3-EFEF-4589-87E5-5E043A81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92" y="5364822"/>
            <a:ext cx="79120" cy="78782"/>
          </a:xfrm>
          <a:custGeom xmlns:a="http://schemas.openxmlformats.org/drawingml/2006/main">
            <a:pathLst>
              <a:path w="79120" h="78782" fill="none">
                <a:moveTo>
                  <a:pt x="79120" y="38716"/>
                </a:moveTo>
                <a:lnTo>
                  <a:pt x="675" y="78782"/>
                </a:lnTo>
                <a:lnTo>
                  <a:pt x="20033" y="39166"/>
                </a:lnTo>
                <a:lnTo>
                  <a:pt x="0" y="0"/>
                </a:lnTo>
                <a:lnTo>
                  <a:pt x="79120" y="387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B7C47-8DF9-4FAC-8AF8-85FFBB0F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143" y="5324643"/>
            <a:ext cx="590866" cy="146310"/>
          </a:xfrm>
          <a:custGeom xmlns:a="http://schemas.openxmlformats.org/drawingml/2006/main">
            <a:pathLst>
              <a:path w="590866" h="146310">
                <a:moveTo>
                  <a:pt x="0" y="0"/>
                </a:moveTo>
                <a:lnTo>
                  <a:pt x="590866" y="0"/>
                </a:lnTo>
                <a:lnTo>
                  <a:pt x="59086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6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B8ADC-1237-464E-9BE9-EB185D2A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143" y="5324643"/>
            <a:ext cx="590866" cy="146310"/>
          </a:xfrm>
          <a:custGeom xmlns:a="http://schemas.openxmlformats.org/drawingml/2006/main">
            <a:pathLst>
              <a:path w="590866" h="146310" fill="none">
                <a:moveTo>
                  <a:pt x="0" y="0"/>
                </a:moveTo>
                <a:lnTo>
                  <a:pt x="590866" y="0"/>
                </a:lnTo>
                <a:lnTo>
                  <a:pt x="59086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C73500"/>
            </a:solidFill>
            <a:miter/>
          </a:ln>
        </p:spPr>
      </p:sp>
      <p:sp>
        <p:nvSpPr>
          <p:cNvPr id="123" name="Text Coef">
            <a:extLst xmlns:a="http://schemas.openxmlformats.org/drawingml/2006/main">
              <a:ext uri="{FF2B5EF4-FFF2-40B4-BE49-F238E27FC236}">
                <a16:creationId xmlns:a16="http://schemas.microsoft.com/office/drawing/2014/main" id="{5E253235-4271-48EC-9CFD-F85D51F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073" y="5146460"/>
            <a:ext cx="271385" cy="95752"/>
          </a:xfrm>
          <a:custGeom xmlns:a="http://schemas.openxmlformats.org/drawingml/2006/main">
            <a:pathLst>
              <a:path w="271385" h="95752">
                <a:moveTo>
                  <a:pt x="76430" y="2374"/>
                </a:moveTo>
                <a:lnTo>
                  <a:pt x="78474" y="32709"/>
                </a:lnTo>
                <a:lnTo>
                  <a:pt x="76430" y="32709"/>
                </a:lnTo>
                <a:cubicBezTo>
                  <a:pt x="73704" y="23585"/>
                  <a:pt x="69814" y="17018"/>
                  <a:pt x="64758" y="13008"/>
                </a:cubicBezTo>
                <a:cubicBezTo>
                  <a:pt x="59702" y="8996"/>
                  <a:pt x="53635" y="6990"/>
                  <a:pt x="46557" y="6990"/>
                </a:cubicBezTo>
                <a:cubicBezTo>
                  <a:pt x="40622" y="6990"/>
                  <a:pt x="35259" y="8497"/>
                  <a:pt x="30467" y="11511"/>
                </a:cubicBezTo>
                <a:cubicBezTo>
                  <a:pt x="25675" y="14524"/>
                  <a:pt x="21905" y="19331"/>
                  <a:pt x="19157" y="25931"/>
                </a:cubicBezTo>
                <a:cubicBezTo>
                  <a:pt x="16409" y="32531"/>
                  <a:pt x="15035" y="40737"/>
                  <a:pt x="15035" y="50549"/>
                </a:cubicBezTo>
                <a:cubicBezTo>
                  <a:pt x="15035" y="58644"/>
                  <a:pt x="16332" y="65661"/>
                  <a:pt x="18926" y="71602"/>
                </a:cubicBezTo>
                <a:cubicBezTo>
                  <a:pt x="21520" y="77541"/>
                  <a:pt x="25422" y="82094"/>
                  <a:pt x="30631" y="85263"/>
                </a:cubicBezTo>
                <a:cubicBezTo>
                  <a:pt x="35841" y="88431"/>
                  <a:pt x="41787" y="90015"/>
                  <a:pt x="48469" y="90015"/>
                </a:cubicBezTo>
                <a:cubicBezTo>
                  <a:pt x="54273" y="90015"/>
                  <a:pt x="59394" y="88773"/>
                  <a:pt x="63835" y="86289"/>
                </a:cubicBezTo>
                <a:cubicBezTo>
                  <a:pt x="68275" y="83805"/>
                  <a:pt x="73155" y="78870"/>
                  <a:pt x="78474" y="71484"/>
                </a:cubicBezTo>
                <a:lnTo>
                  <a:pt x="80519" y="72799"/>
                </a:lnTo>
                <a:cubicBezTo>
                  <a:pt x="76034" y="80736"/>
                  <a:pt x="70803" y="86546"/>
                  <a:pt x="64824" y="90229"/>
                </a:cubicBezTo>
                <a:cubicBezTo>
                  <a:pt x="58845" y="93911"/>
                  <a:pt x="51745" y="95752"/>
                  <a:pt x="43524" y="95752"/>
                </a:cubicBezTo>
                <a:cubicBezTo>
                  <a:pt x="28708" y="95752"/>
                  <a:pt x="17234" y="90264"/>
                  <a:pt x="9100" y="79288"/>
                </a:cubicBezTo>
                <a:cubicBezTo>
                  <a:pt x="3033" y="71124"/>
                  <a:pt x="0" y="61509"/>
                  <a:pt x="0" y="50446"/>
                </a:cubicBezTo>
                <a:cubicBezTo>
                  <a:pt x="0" y="41534"/>
                  <a:pt x="2000" y="33346"/>
                  <a:pt x="6001" y="25883"/>
                </a:cubicBezTo>
                <a:cubicBezTo>
                  <a:pt x="10002" y="18421"/>
                  <a:pt x="15508" y="12637"/>
                  <a:pt x="22520" y="8532"/>
                </a:cubicBezTo>
                <a:cubicBezTo>
                  <a:pt x="29532" y="4427"/>
                  <a:pt x="37193" y="2374"/>
                  <a:pt x="45502" y="2374"/>
                </a:cubicBezTo>
                <a:cubicBezTo>
                  <a:pt x="51965" y="2374"/>
                  <a:pt x="58339" y="3957"/>
                  <a:pt x="64626" y="7122"/>
                </a:cubicBezTo>
                <a:cubicBezTo>
                  <a:pt x="66472" y="8089"/>
                  <a:pt x="67791" y="8573"/>
                  <a:pt x="68583" y="8573"/>
                </a:cubicBezTo>
                <a:cubicBezTo>
                  <a:pt x="69770" y="8573"/>
                  <a:pt x="70803" y="8155"/>
                  <a:pt x="71682" y="7320"/>
                </a:cubicBezTo>
                <a:cubicBezTo>
                  <a:pt x="72825" y="6133"/>
                  <a:pt x="73638" y="4484"/>
                  <a:pt x="74122" y="2374"/>
                </a:cubicBezTo>
                <a:lnTo>
                  <a:pt x="76430" y="2374"/>
                </a:lnTo>
                <a:close/>
                <a:moveTo>
                  <a:pt x="118966" y="31654"/>
                </a:moveTo>
                <a:cubicBezTo>
                  <a:pt x="128110" y="31654"/>
                  <a:pt x="135452" y="35123"/>
                  <a:pt x="140991" y="42063"/>
                </a:cubicBezTo>
                <a:cubicBezTo>
                  <a:pt x="145695" y="47991"/>
                  <a:pt x="148047" y="54798"/>
                  <a:pt x="148047" y="62485"/>
                </a:cubicBezTo>
                <a:cubicBezTo>
                  <a:pt x="148047" y="67887"/>
                  <a:pt x="146750" y="73355"/>
                  <a:pt x="144157" y="78889"/>
                </a:cubicBezTo>
                <a:cubicBezTo>
                  <a:pt x="141563" y="84421"/>
                  <a:pt x="137991" y="88593"/>
                  <a:pt x="133441" y="91404"/>
                </a:cubicBezTo>
                <a:cubicBezTo>
                  <a:pt x="128890" y="94215"/>
                  <a:pt x="123824" y="95620"/>
                  <a:pt x="118240" y="95620"/>
                </a:cubicBezTo>
                <a:cubicBezTo>
                  <a:pt x="109140" y="95620"/>
                  <a:pt x="101908" y="91997"/>
                  <a:pt x="96544" y="84749"/>
                </a:cubicBezTo>
                <a:cubicBezTo>
                  <a:pt x="92016" y="78645"/>
                  <a:pt x="89752" y="71795"/>
                  <a:pt x="89752" y="64197"/>
                </a:cubicBezTo>
                <a:cubicBezTo>
                  <a:pt x="89752" y="58663"/>
                  <a:pt x="91126" y="53163"/>
                  <a:pt x="93874" y="47695"/>
                </a:cubicBezTo>
                <a:cubicBezTo>
                  <a:pt x="96621" y="42227"/>
                  <a:pt x="100237" y="38186"/>
                  <a:pt x="104722" y="35573"/>
                </a:cubicBezTo>
                <a:cubicBezTo>
                  <a:pt x="109206" y="32960"/>
                  <a:pt x="113954" y="31654"/>
                  <a:pt x="118966" y="31654"/>
                </a:cubicBezTo>
                <a:moveTo>
                  <a:pt x="116921" y="36006"/>
                </a:moveTo>
                <a:cubicBezTo>
                  <a:pt x="114591" y="36006"/>
                  <a:pt x="112250" y="36698"/>
                  <a:pt x="109898" y="38081"/>
                </a:cubicBezTo>
                <a:cubicBezTo>
                  <a:pt x="107546" y="39465"/>
                  <a:pt x="105645" y="41891"/>
                  <a:pt x="104194" y="45360"/>
                </a:cubicBezTo>
                <a:cubicBezTo>
                  <a:pt x="102743" y="48829"/>
                  <a:pt x="102018" y="53286"/>
                  <a:pt x="102018" y="58730"/>
                </a:cubicBezTo>
                <a:cubicBezTo>
                  <a:pt x="102018" y="67512"/>
                  <a:pt x="103765" y="75086"/>
                  <a:pt x="107260" y="81454"/>
                </a:cubicBezTo>
                <a:cubicBezTo>
                  <a:pt x="110756" y="87821"/>
                  <a:pt x="115361" y="91004"/>
                  <a:pt x="121076" y="91004"/>
                </a:cubicBezTo>
                <a:cubicBezTo>
                  <a:pt x="125340" y="91004"/>
                  <a:pt x="128857" y="89247"/>
                  <a:pt x="131627" y="85735"/>
                </a:cubicBezTo>
                <a:cubicBezTo>
                  <a:pt x="134397" y="82222"/>
                  <a:pt x="135782" y="76184"/>
                  <a:pt x="135782" y="67622"/>
                </a:cubicBezTo>
                <a:cubicBezTo>
                  <a:pt x="135782" y="56908"/>
                  <a:pt x="133474" y="48476"/>
                  <a:pt x="128857" y="42328"/>
                </a:cubicBezTo>
                <a:cubicBezTo>
                  <a:pt x="125736" y="38113"/>
                  <a:pt x="121757" y="36006"/>
                  <a:pt x="116921" y="36006"/>
                </a:cubicBezTo>
                <a:close/>
                <a:moveTo>
                  <a:pt x="167106" y="56185"/>
                </a:moveTo>
                <a:cubicBezTo>
                  <a:pt x="167062" y="65133"/>
                  <a:pt x="169238" y="72151"/>
                  <a:pt x="173635" y="77240"/>
                </a:cubicBezTo>
                <a:cubicBezTo>
                  <a:pt x="178031" y="82327"/>
                  <a:pt x="183197" y="84871"/>
                  <a:pt x="189132" y="84871"/>
                </a:cubicBezTo>
                <a:cubicBezTo>
                  <a:pt x="193088" y="84871"/>
                  <a:pt x="196528" y="83783"/>
                  <a:pt x="199452" y="81607"/>
                </a:cubicBezTo>
                <a:cubicBezTo>
                  <a:pt x="202376" y="79431"/>
                  <a:pt x="204827" y="75705"/>
                  <a:pt x="206805" y="70429"/>
                </a:cubicBezTo>
                <a:lnTo>
                  <a:pt x="208849" y="71748"/>
                </a:lnTo>
                <a:cubicBezTo>
                  <a:pt x="207926" y="77771"/>
                  <a:pt x="205244" y="83255"/>
                  <a:pt x="200804" y="88201"/>
                </a:cubicBezTo>
                <a:cubicBezTo>
                  <a:pt x="196364" y="93147"/>
                  <a:pt x="190802" y="95620"/>
                  <a:pt x="184120" y="95620"/>
                </a:cubicBezTo>
                <a:cubicBezTo>
                  <a:pt x="176866" y="95620"/>
                  <a:pt x="170656" y="92802"/>
                  <a:pt x="165490" y="87165"/>
                </a:cubicBezTo>
                <a:cubicBezTo>
                  <a:pt x="160325" y="81526"/>
                  <a:pt x="157742" y="73947"/>
                  <a:pt x="157742" y="64426"/>
                </a:cubicBezTo>
                <a:cubicBezTo>
                  <a:pt x="157742" y="54117"/>
                  <a:pt x="160391" y="46078"/>
                  <a:pt x="165688" y="40309"/>
                </a:cubicBezTo>
                <a:cubicBezTo>
                  <a:pt x="170986" y="34539"/>
                  <a:pt x="177635" y="31654"/>
                  <a:pt x="185637" y="31654"/>
                </a:cubicBezTo>
                <a:cubicBezTo>
                  <a:pt x="192407" y="31654"/>
                  <a:pt x="197968" y="33879"/>
                  <a:pt x="202321" y="38330"/>
                </a:cubicBezTo>
                <a:cubicBezTo>
                  <a:pt x="206673" y="42780"/>
                  <a:pt x="208849" y="48732"/>
                  <a:pt x="208849" y="56185"/>
                </a:cubicBezTo>
                <a:lnTo>
                  <a:pt x="167106" y="56185"/>
                </a:lnTo>
                <a:moveTo>
                  <a:pt x="167106" y="52360"/>
                </a:moveTo>
                <a:lnTo>
                  <a:pt x="195067" y="52360"/>
                </a:lnTo>
                <a:cubicBezTo>
                  <a:pt x="194847" y="48491"/>
                  <a:pt x="194385" y="45766"/>
                  <a:pt x="193682" y="44183"/>
                </a:cubicBezTo>
                <a:cubicBezTo>
                  <a:pt x="192583" y="41721"/>
                  <a:pt x="190945" y="39787"/>
                  <a:pt x="188769" y="38380"/>
                </a:cubicBezTo>
                <a:cubicBezTo>
                  <a:pt x="186593" y="36973"/>
                  <a:pt x="184318" y="36270"/>
                  <a:pt x="181944" y="36270"/>
                </a:cubicBezTo>
                <a:cubicBezTo>
                  <a:pt x="178295" y="36270"/>
                  <a:pt x="175030" y="37687"/>
                  <a:pt x="172151" y="40523"/>
                </a:cubicBezTo>
                <a:cubicBezTo>
                  <a:pt x="169271" y="43359"/>
                  <a:pt x="167590" y="47304"/>
                  <a:pt x="167106" y="52360"/>
                </a:cubicBezTo>
                <a:close/>
                <a:moveTo>
                  <a:pt x="240523" y="37984"/>
                </a:moveTo>
                <a:lnTo>
                  <a:pt x="240523" y="77733"/>
                </a:lnTo>
                <a:cubicBezTo>
                  <a:pt x="240523" y="83367"/>
                  <a:pt x="241138" y="86932"/>
                  <a:pt x="242369" y="88428"/>
                </a:cubicBezTo>
                <a:cubicBezTo>
                  <a:pt x="243996" y="90365"/>
                  <a:pt x="246172" y="91334"/>
                  <a:pt x="248898" y="91334"/>
                </a:cubicBezTo>
                <a:lnTo>
                  <a:pt x="254371" y="91334"/>
                </a:lnTo>
                <a:lnTo>
                  <a:pt x="254371" y="93774"/>
                </a:lnTo>
                <a:lnTo>
                  <a:pt x="218299" y="93774"/>
                </a:lnTo>
                <a:lnTo>
                  <a:pt x="218299" y="91334"/>
                </a:lnTo>
                <a:lnTo>
                  <a:pt x="221003" y="91334"/>
                </a:lnTo>
                <a:cubicBezTo>
                  <a:pt x="222762" y="91334"/>
                  <a:pt x="224366" y="90893"/>
                  <a:pt x="225817" y="90013"/>
                </a:cubicBezTo>
                <a:cubicBezTo>
                  <a:pt x="227268" y="89132"/>
                  <a:pt x="228268" y="87944"/>
                  <a:pt x="228818" y="86448"/>
                </a:cubicBezTo>
                <a:cubicBezTo>
                  <a:pt x="229367" y="84951"/>
                  <a:pt x="229642" y="82046"/>
                  <a:pt x="229642" y="77733"/>
                </a:cubicBezTo>
                <a:lnTo>
                  <a:pt x="229642" y="37984"/>
                </a:lnTo>
                <a:lnTo>
                  <a:pt x="217904" y="37984"/>
                </a:lnTo>
                <a:lnTo>
                  <a:pt x="217904" y="33368"/>
                </a:lnTo>
                <a:lnTo>
                  <a:pt x="229642" y="33368"/>
                </a:lnTo>
                <a:lnTo>
                  <a:pt x="229642" y="29395"/>
                </a:lnTo>
                <a:cubicBezTo>
                  <a:pt x="229642" y="23349"/>
                  <a:pt x="230609" y="18229"/>
                  <a:pt x="232544" y="14036"/>
                </a:cubicBezTo>
                <a:cubicBezTo>
                  <a:pt x="234478" y="9843"/>
                  <a:pt x="237434" y="6456"/>
                  <a:pt x="241413" y="3874"/>
                </a:cubicBezTo>
                <a:cubicBezTo>
                  <a:pt x="245392" y="1291"/>
                  <a:pt x="249865" y="0"/>
                  <a:pt x="254833" y="0"/>
                </a:cubicBezTo>
                <a:cubicBezTo>
                  <a:pt x="259449" y="0"/>
                  <a:pt x="263691" y="1495"/>
                  <a:pt x="267560" y="4484"/>
                </a:cubicBezTo>
                <a:cubicBezTo>
                  <a:pt x="270110" y="6463"/>
                  <a:pt x="271385" y="8683"/>
                  <a:pt x="271385" y="11145"/>
                </a:cubicBezTo>
                <a:cubicBezTo>
                  <a:pt x="271385" y="12464"/>
                  <a:pt x="270814" y="13706"/>
                  <a:pt x="269670" y="14871"/>
                </a:cubicBezTo>
                <a:cubicBezTo>
                  <a:pt x="268527" y="16036"/>
                  <a:pt x="267296" y="16618"/>
                  <a:pt x="265978" y="16618"/>
                </a:cubicBezTo>
                <a:cubicBezTo>
                  <a:pt x="264966" y="16618"/>
                  <a:pt x="263900" y="16251"/>
                  <a:pt x="262779" y="15518"/>
                </a:cubicBezTo>
                <a:cubicBezTo>
                  <a:pt x="261658" y="14784"/>
                  <a:pt x="260284" y="13206"/>
                  <a:pt x="258658" y="10784"/>
                </a:cubicBezTo>
                <a:cubicBezTo>
                  <a:pt x="257031" y="8362"/>
                  <a:pt x="255536" y="6728"/>
                  <a:pt x="254173" y="5884"/>
                </a:cubicBezTo>
                <a:cubicBezTo>
                  <a:pt x="252811" y="5039"/>
                  <a:pt x="251294" y="4616"/>
                  <a:pt x="249623" y="4616"/>
                </a:cubicBezTo>
                <a:cubicBezTo>
                  <a:pt x="247601" y="4616"/>
                  <a:pt x="245886" y="5160"/>
                  <a:pt x="244480" y="6248"/>
                </a:cubicBezTo>
                <a:cubicBezTo>
                  <a:pt x="243073" y="7335"/>
                  <a:pt x="242062" y="9021"/>
                  <a:pt x="241446" y="11305"/>
                </a:cubicBezTo>
                <a:cubicBezTo>
                  <a:pt x="240831" y="13590"/>
                  <a:pt x="240523" y="19480"/>
                  <a:pt x="240523" y="28975"/>
                </a:cubicBezTo>
                <a:lnTo>
                  <a:pt x="240523" y="33368"/>
                </a:lnTo>
                <a:lnTo>
                  <a:pt x="256086" y="33368"/>
                </a:lnTo>
                <a:lnTo>
                  <a:pt x="256086" y="37984"/>
                </a:lnTo>
                <a:lnTo>
                  <a:pt x="240523" y="37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f">
            <a:extLst xmlns:a="http://schemas.openxmlformats.org/drawingml/2006/main">
              <a:ext uri="{FF2B5EF4-FFF2-40B4-BE49-F238E27FC236}">
                <a16:creationId xmlns:a16="http://schemas.microsoft.com/office/drawing/2014/main" id="{28CE21E9-6329-40EE-B122-94E8E514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489" y="5146460"/>
            <a:ext cx="53481" cy="93774"/>
          </a:xfrm>
          <a:custGeom xmlns:a="http://schemas.openxmlformats.org/drawingml/2006/main">
            <a:pathLst>
              <a:path w="53481" h="93774">
                <a:moveTo>
                  <a:pt x="22619" y="37984"/>
                </a:moveTo>
                <a:lnTo>
                  <a:pt x="22619" y="77733"/>
                </a:lnTo>
                <a:cubicBezTo>
                  <a:pt x="22619" y="83367"/>
                  <a:pt x="23235" y="86932"/>
                  <a:pt x="24466" y="88428"/>
                </a:cubicBezTo>
                <a:cubicBezTo>
                  <a:pt x="26092" y="90365"/>
                  <a:pt x="28268" y="91334"/>
                  <a:pt x="30994" y="91334"/>
                </a:cubicBezTo>
                <a:lnTo>
                  <a:pt x="36468" y="91334"/>
                </a:lnTo>
                <a:lnTo>
                  <a:pt x="36468" y="93774"/>
                </a:lnTo>
                <a:lnTo>
                  <a:pt x="396" y="93774"/>
                </a:lnTo>
                <a:lnTo>
                  <a:pt x="396" y="91334"/>
                </a:lnTo>
                <a:lnTo>
                  <a:pt x="3099" y="91334"/>
                </a:lnTo>
                <a:cubicBezTo>
                  <a:pt x="4858" y="91334"/>
                  <a:pt x="6463" y="90893"/>
                  <a:pt x="7913" y="90013"/>
                </a:cubicBezTo>
                <a:cubicBezTo>
                  <a:pt x="9364" y="89132"/>
                  <a:pt x="10364" y="87944"/>
                  <a:pt x="10914" y="86448"/>
                </a:cubicBezTo>
                <a:cubicBezTo>
                  <a:pt x="11463" y="84951"/>
                  <a:pt x="11738" y="82046"/>
                  <a:pt x="11738" y="77733"/>
                </a:cubicBezTo>
                <a:lnTo>
                  <a:pt x="11738" y="37984"/>
                </a:lnTo>
                <a:lnTo>
                  <a:pt x="0" y="37984"/>
                </a:lnTo>
                <a:lnTo>
                  <a:pt x="0" y="33368"/>
                </a:lnTo>
                <a:lnTo>
                  <a:pt x="11738" y="33368"/>
                </a:lnTo>
                <a:lnTo>
                  <a:pt x="11738" y="29395"/>
                </a:lnTo>
                <a:cubicBezTo>
                  <a:pt x="11738" y="23349"/>
                  <a:pt x="12705" y="18229"/>
                  <a:pt x="14640" y="14036"/>
                </a:cubicBezTo>
                <a:cubicBezTo>
                  <a:pt x="16574" y="9843"/>
                  <a:pt x="19531" y="6456"/>
                  <a:pt x="23509" y="3874"/>
                </a:cubicBezTo>
                <a:cubicBezTo>
                  <a:pt x="27488" y="1291"/>
                  <a:pt x="31961" y="0"/>
                  <a:pt x="36929" y="0"/>
                </a:cubicBezTo>
                <a:cubicBezTo>
                  <a:pt x="41545" y="0"/>
                  <a:pt x="45788" y="1495"/>
                  <a:pt x="49656" y="4484"/>
                </a:cubicBezTo>
                <a:cubicBezTo>
                  <a:pt x="52206" y="6463"/>
                  <a:pt x="53481" y="8683"/>
                  <a:pt x="53481" y="11145"/>
                </a:cubicBezTo>
                <a:cubicBezTo>
                  <a:pt x="53481" y="12464"/>
                  <a:pt x="52910" y="13706"/>
                  <a:pt x="51767" y="14871"/>
                </a:cubicBezTo>
                <a:cubicBezTo>
                  <a:pt x="50624" y="16036"/>
                  <a:pt x="49393" y="16618"/>
                  <a:pt x="48074" y="16618"/>
                </a:cubicBezTo>
                <a:cubicBezTo>
                  <a:pt x="47063" y="16618"/>
                  <a:pt x="45997" y="16251"/>
                  <a:pt x="44875" y="15518"/>
                </a:cubicBezTo>
                <a:cubicBezTo>
                  <a:pt x="43754" y="14784"/>
                  <a:pt x="42381" y="13206"/>
                  <a:pt x="40754" y="10784"/>
                </a:cubicBezTo>
                <a:cubicBezTo>
                  <a:pt x="39127" y="8362"/>
                  <a:pt x="37633" y="6728"/>
                  <a:pt x="36270" y="5884"/>
                </a:cubicBezTo>
                <a:cubicBezTo>
                  <a:pt x="34907" y="5039"/>
                  <a:pt x="33390" y="4616"/>
                  <a:pt x="31719" y="4616"/>
                </a:cubicBezTo>
                <a:cubicBezTo>
                  <a:pt x="29697" y="4616"/>
                  <a:pt x="27983" y="5160"/>
                  <a:pt x="26576" y="6248"/>
                </a:cubicBezTo>
                <a:cubicBezTo>
                  <a:pt x="25169" y="7335"/>
                  <a:pt x="24158" y="9021"/>
                  <a:pt x="23542" y="11305"/>
                </a:cubicBezTo>
                <a:cubicBezTo>
                  <a:pt x="22927" y="13590"/>
                  <a:pt x="22619" y="19480"/>
                  <a:pt x="22619" y="28975"/>
                </a:cubicBezTo>
                <a:lnTo>
                  <a:pt x="22619" y="33368"/>
                </a:lnTo>
                <a:lnTo>
                  <a:pt x="38182" y="33368"/>
                </a:lnTo>
                <a:lnTo>
                  <a:pt x="38182" y="37984"/>
                </a:lnTo>
                <a:lnTo>
                  <a:pt x="22619" y="37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icients">
            <a:extLst xmlns:a="http://schemas.openxmlformats.org/drawingml/2006/main">
              <a:ext uri="{FF2B5EF4-FFF2-40B4-BE49-F238E27FC236}">
                <a16:creationId xmlns:a16="http://schemas.microsoft.com/office/drawing/2014/main" id="{402B7CBE-14FB-4F60-9244-3DA5F940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209" y="5146460"/>
            <a:ext cx="343946" cy="95620"/>
          </a:xfrm>
          <a:custGeom xmlns:a="http://schemas.openxmlformats.org/drawingml/2006/main">
            <a:pathLst>
              <a:path w="343946" h="95620">
                <a:moveTo>
                  <a:pt x="15629" y="0"/>
                </a:moveTo>
                <a:cubicBezTo>
                  <a:pt x="17475" y="0"/>
                  <a:pt x="19047" y="652"/>
                  <a:pt x="20344" y="1956"/>
                </a:cubicBezTo>
                <a:cubicBezTo>
                  <a:pt x="21641" y="3258"/>
                  <a:pt x="22289" y="4837"/>
                  <a:pt x="22289" y="6693"/>
                </a:cubicBezTo>
                <a:cubicBezTo>
                  <a:pt x="22289" y="8549"/>
                  <a:pt x="21641" y="10140"/>
                  <a:pt x="20344" y="11466"/>
                </a:cubicBezTo>
                <a:cubicBezTo>
                  <a:pt x="19047" y="12791"/>
                  <a:pt x="17475" y="13453"/>
                  <a:pt x="15629" y="13453"/>
                </a:cubicBezTo>
                <a:cubicBezTo>
                  <a:pt x="13782" y="13453"/>
                  <a:pt x="12200" y="12791"/>
                  <a:pt x="10881" y="11466"/>
                </a:cubicBezTo>
                <a:cubicBezTo>
                  <a:pt x="9562" y="10140"/>
                  <a:pt x="8903" y="8549"/>
                  <a:pt x="8903" y="6693"/>
                </a:cubicBezTo>
                <a:cubicBezTo>
                  <a:pt x="8903" y="4837"/>
                  <a:pt x="9551" y="3258"/>
                  <a:pt x="10848" y="1956"/>
                </a:cubicBezTo>
                <a:cubicBezTo>
                  <a:pt x="12145" y="652"/>
                  <a:pt x="13739" y="0"/>
                  <a:pt x="15629" y="0"/>
                </a:cubicBezTo>
                <a:moveTo>
                  <a:pt x="21102" y="31654"/>
                </a:moveTo>
                <a:lnTo>
                  <a:pt x="21102" y="80082"/>
                </a:lnTo>
                <a:cubicBezTo>
                  <a:pt x="21102" y="83854"/>
                  <a:pt x="21377" y="86366"/>
                  <a:pt x="21927" y="87616"/>
                </a:cubicBezTo>
                <a:cubicBezTo>
                  <a:pt x="22476" y="88866"/>
                  <a:pt x="23290" y="89798"/>
                  <a:pt x="24367" y="90412"/>
                </a:cubicBezTo>
                <a:cubicBezTo>
                  <a:pt x="25444" y="91027"/>
                  <a:pt x="27411" y="91334"/>
                  <a:pt x="30269" y="91334"/>
                </a:cubicBezTo>
                <a:lnTo>
                  <a:pt x="30269" y="93774"/>
                </a:lnTo>
                <a:lnTo>
                  <a:pt x="923" y="93774"/>
                </a:lnTo>
                <a:lnTo>
                  <a:pt x="923" y="91334"/>
                </a:lnTo>
                <a:cubicBezTo>
                  <a:pt x="3869" y="91334"/>
                  <a:pt x="5847" y="91049"/>
                  <a:pt x="6858" y="90478"/>
                </a:cubicBezTo>
                <a:cubicBezTo>
                  <a:pt x="7869" y="89908"/>
                  <a:pt x="8672" y="88965"/>
                  <a:pt x="9265" y="87649"/>
                </a:cubicBezTo>
                <a:cubicBezTo>
                  <a:pt x="9859" y="86333"/>
                  <a:pt x="10156" y="83810"/>
                  <a:pt x="10156" y="80082"/>
                </a:cubicBezTo>
                <a:lnTo>
                  <a:pt x="10156" y="56855"/>
                </a:lnTo>
                <a:cubicBezTo>
                  <a:pt x="10156" y="50318"/>
                  <a:pt x="9958" y="46085"/>
                  <a:pt x="9562" y="44156"/>
                </a:cubicBezTo>
                <a:cubicBezTo>
                  <a:pt x="9254" y="42752"/>
                  <a:pt x="8771" y="41776"/>
                  <a:pt x="8111" y="41228"/>
                </a:cubicBezTo>
                <a:cubicBezTo>
                  <a:pt x="7452" y="40680"/>
                  <a:pt x="6551" y="40406"/>
                  <a:pt x="5407" y="40406"/>
                </a:cubicBezTo>
                <a:cubicBezTo>
                  <a:pt x="4177" y="40406"/>
                  <a:pt x="2682" y="40735"/>
                  <a:pt x="923" y="41393"/>
                </a:cubicBezTo>
                <a:lnTo>
                  <a:pt x="0" y="39023"/>
                </a:lnTo>
                <a:lnTo>
                  <a:pt x="18201" y="31654"/>
                </a:lnTo>
                <a:lnTo>
                  <a:pt x="21102" y="31654"/>
                </a:lnTo>
                <a:close/>
                <a:moveTo>
                  <a:pt x="89114" y="70825"/>
                </a:moveTo>
                <a:cubicBezTo>
                  <a:pt x="87487" y="78782"/>
                  <a:pt x="84300" y="84904"/>
                  <a:pt x="79552" y="89190"/>
                </a:cubicBezTo>
                <a:cubicBezTo>
                  <a:pt x="74804" y="93477"/>
                  <a:pt x="69550" y="95620"/>
                  <a:pt x="63791" y="95620"/>
                </a:cubicBezTo>
                <a:cubicBezTo>
                  <a:pt x="56932" y="95620"/>
                  <a:pt x="50953" y="92744"/>
                  <a:pt x="45854" y="86992"/>
                </a:cubicBezTo>
                <a:cubicBezTo>
                  <a:pt x="40754" y="81238"/>
                  <a:pt x="38204" y="73464"/>
                  <a:pt x="38204" y="63670"/>
                </a:cubicBezTo>
                <a:cubicBezTo>
                  <a:pt x="38204" y="54183"/>
                  <a:pt x="41029" y="46476"/>
                  <a:pt x="46678" y="40548"/>
                </a:cubicBezTo>
                <a:cubicBezTo>
                  <a:pt x="52327" y="34618"/>
                  <a:pt x="59109" y="31654"/>
                  <a:pt x="67022" y="31654"/>
                </a:cubicBezTo>
                <a:cubicBezTo>
                  <a:pt x="72957" y="31654"/>
                  <a:pt x="77837" y="33220"/>
                  <a:pt x="81662" y="36354"/>
                </a:cubicBezTo>
                <a:cubicBezTo>
                  <a:pt x="85487" y="39487"/>
                  <a:pt x="87399" y="42740"/>
                  <a:pt x="87399" y="46114"/>
                </a:cubicBezTo>
                <a:cubicBezTo>
                  <a:pt x="87399" y="47779"/>
                  <a:pt x="86860" y="49127"/>
                  <a:pt x="85783" y="50157"/>
                </a:cubicBezTo>
                <a:cubicBezTo>
                  <a:pt x="84706" y="51186"/>
                  <a:pt x="83201" y="51701"/>
                  <a:pt x="81266" y="51701"/>
                </a:cubicBezTo>
                <a:cubicBezTo>
                  <a:pt x="78672" y="51701"/>
                  <a:pt x="76716" y="50865"/>
                  <a:pt x="75397" y="49195"/>
                </a:cubicBezTo>
                <a:cubicBezTo>
                  <a:pt x="74650" y="48272"/>
                  <a:pt x="74155" y="46513"/>
                  <a:pt x="73913" y="43919"/>
                </a:cubicBezTo>
                <a:cubicBezTo>
                  <a:pt x="73671" y="41325"/>
                  <a:pt x="72781" y="39347"/>
                  <a:pt x="71243" y="37984"/>
                </a:cubicBezTo>
                <a:cubicBezTo>
                  <a:pt x="69704" y="36665"/>
                  <a:pt x="67572" y="36006"/>
                  <a:pt x="64846" y="36006"/>
                </a:cubicBezTo>
                <a:cubicBezTo>
                  <a:pt x="60450" y="36006"/>
                  <a:pt x="56910" y="37633"/>
                  <a:pt x="54229" y="40886"/>
                </a:cubicBezTo>
                <a:cubicBezTo>
                  <a:pt x="50668" y="45194"/>
                  <a:pt x="48887" y="50887"/>
                  <a:pt x="48887" y="57966"/>
                </a:cubicBezTo>
                <a:cubicBezTo>
                  <a:pt x="48887" y="65176"/>
                  <a:pt x="50657" y="71539"/>
                  <a:pt x="54196" y="77057"/>
                </a:cubicBezTo>
                <a:cubicBezTo>
                  <a:pt x="57735" y="82574"/>
                  <a:pt x="62516" y="85333"/>
                  <a:pt x="68539" y="85333"/>
                </a:cubicBezTo>
                <a:cubicBezTo>
                  <a:pt x="72847" y="85333"/>
                  <a:pt x="76716" y="83860"/>
                  <a:pt x="80145" y="80914"/>
                </a:cubicBezTo>
                <a:cubicBezTo>
                  <a:pt x="82563" y="78892"/>
                  <a:pt x="84915" y="75221"/>
                  <a:pt x="87201" y="69902"/>
                </a:cubicBezTo>
                <a:lnTo>
                  <a:pt x="89114" y="70825"/>
                </a:lnTo>
                <a:close/>
                <a:moveTo>
                  <a:pt x="113139" y="0"/>
                </a:moveTo>
                <a:cubicBezTo>
                  <a:pt x="114985" y="0"/>
                  <a:pt x="116557" y="652"/>
                  <a:pt x="117854" y="1956"/>
                </a:cubicBezTo>
                <a:cubicBezTo>
                  <a:pt x="119151" y="3258"/>
                  <a:pt x="119799" y="4837"/>
                  <a:pt x="119799" y="6693"/>
                </a:cubicBezTo>
                <a:cubicBezTo>
                  <a:pt x="119799" y="8549"/>
                  <a:pt x="119151" y="10140"/>
                  <a:pt x="117854" y="11466"/>
                </a:cubicBezTo>
                <a:cubicBezTo>
                  <a:pt x="116557" y="12791"/>
                  <a:pt x="114985" y="13453"/>
                  <a:pt x="113139" y="13453"/>
                </a:cubicBezTo>
                <a:cubicBezTo>
                  <a:pt x="111292" y="13453"/>
                  <a:pt x="109710" y="12791"/>
                  <a:pt x="108391" y="11466"/>
                </a:cubicBezTo>
                <a:cubicBezTo>
                  <a:pt x="107072" y="10140"/>
                  <a:pt x="106412" y="8549"/>
                  <a:pt x="106412" y="6693"/>
                </a:cubicBezTo>
                <a:cubicBezTo>
                  <a:pt x="106412" y="4837"/>
                  <a:pt x="107061" y="3258"/>
                  <a:pt x="108358" y="1956"/>
                </a:cubicBezTo>
                <a:cubicBezTo>
                  <a:pt x="109655" y="652"/>
                  <a:pt x="111248" y="0"/>
                  <a:pt x="113139" y="0"/>
                </a:cubicBezTo>
                <a:moveTo>
                  <a:pt x="118612" y="31654"/>
                </a:moveTo>
                <a:lnTo>
                  <a:pt x="118612" y="80082"/>
                </a:lnTo>
                <a:cubicBezTo>
                  <a:pt x="118612" y="83854"/>
                  <a:pt x="118887" y="86366"/>
                  <a:pt x="119437" y="87616"/>
                </a:cubicBezTo>
                <a:cubicBezTo>
                  <a:pt x="119986" y="88866"/>
                  <a:pt x="120799" y="89798"/>
                  <a:pt x="121877" y="90412"/>
                </a:cubicBezTo>
                <a:cubicBezTo>
                  <a:pt x="122954" y="91027"/>
                  <a:pt x="124921" y="91334"/>
                  <a:pt x="127779" y="91334"/>
                </a:cubicBezTo>
                <a:lnTo>
                  <a:pt x="127779" y="93774"/>
                </a:lnTo>
                <a:lnTo>
                  <a:pt x="98433" y="93774"/>
                </a:lnTo>
                <a:lnTo>
                  <a:pt x="98433" y="91334"/>
                </a:lnTo>
                <a:cubicBezTo>
                  <a:pt x="101379" y="91334"/>
                  <a:pt x="103357" y="91049"/>
                  <a:pt x="104368" y="90478"/>
                </a:cubicBezTo>
                <a:cubicBezTo>
                  <a:pt x="105379" y="89908"/>
                  <a:pt x="106182" y="88965"/>
                  <a:pt x="106775" y="87649"/>
                </a:cubicBezTo>
                <a:cubicBezTo>
                  <a:pt x="107369" y="86333"/>
                  <a:pt x="107665" y="83810"/>
                  <a:pt x="107665" y="80082"/>
                </a:cubicBezTo>
                <a:lnTo>
                  <a:pt x="107665" y="56855"/>
                </a:lnTo>
                <a:cubicBezTo>
                  <a:pt x="107665" y="50318"/>
                  <a:pt x="107468" y="46085"/>
                  <a:pt x="107072" y="44156"/>
                </a:cubicBezTo>
                <a:cubicBezTo>
                  <a:pt x="106764" y="42752"/>
                  <a:pt x="106281" y="41776"/>
                  <a:pt x="105621" y="41228"/>
                </a:cubicBezTo>
                <a:cubicBezTo>
                  <a:pt x="104962" y="40680"/>
                  <a:pt x="104060" y="40406"/>
                  <a:pt x="102917" y="40406"/>
                </a:cubicBezTo>
                <a:cubicBezTo>
                  <a:pt x="101686" y="40406"/>
                  <a:pt x="100192" y="40735"/>
                  <a:pt x="98433" y="41393"/>
                </a:cubicBezTo>
                <a:lnTo>
                  <a:pt x="97510" y="39023"/>
                </a:lnTo>
                <a:lnTo>
                  <a:pt x="115711" y="31654"/>
                </a:lnTo>
                <a:lnTo>
                  <a:pt x="118612" y="31654"/>
                </a:lnTo>
                <a:close/>
                <a:moveTo>
                  <a:pt x="145474" y="56185"/>
                </a:moveTo>
                <a:cubicBezTo>
                  <a:pt x="145430" y="65133"/>
                  <a:pt x="147606" y="72151"/>
                  <a:pt x="152002" y="77240"/>
                </a:cubicBezTo>
                <a:cubicBezTo>
                  <a:pt x="156399" y="82327"/>
                  <a:pt x="161564" y="84871"/>
                  <a:pt x="167499" y="84871"/>
                </a:cubicBezTo>
                <a:cubicBezTo>
                  <a:pt x="171456" y="84871"/>
                  <a:pt x="174896" y="83783"/>
                  <a:pt x="177820" y="81607"/>
                </a:cubicBezTo>
                <a:cubicBezTo>
                  <a:pt x="180743" y="79431"/>
                  <a:pt x="183194" y="75705"/>
                  <a:pt x="185173" y="70429"/>
                </a:cubicBezTo>
                <a:lnTo>
                  <a:pt x="187217" y="71748"/>
                </a:lnTo>
                <a:cubicBezTo>
                  <a:pt x="186294" y="77771"/>
                  <a:pt x="183612" y="83255"/>
                  <a:pt x="179172" y="88201"/>
                </a:cubicBezTo>
                <a:cubicBezTo>
                  <a:pt x="174731" y="93147"/>
                  <a:pt x="169170" y="95620"/>
                  <a:pt x="162488" y="95620"/>
                </a:cubicBezTo>
                <a:cubicBezTo>
                  <a:pt x="155234" y="95620"/>
                  <a:pt x="149024" y="92802"/>
                  <a:pt x="143858" y="87165"/>
                </a:cubicBezTo>
                <a:cubicBezTo>
                  <a:pt x="138693" y="81526"/>
                  <a:pt x="136110" y="73947"/>
                  <a:pt x="136110" y="64426"/>
                </a:cubicBezTo>
                <a:cubicBezTo>
                  <a:pt x="136110" y="54117"/>
                  <a:pt x="138758" y="46078"/>
                  <a:pt x="144056" y="40309"/>
                </a:cubicBezTo>
                <a:cubicBezTo>
                  <a:pt x="149354" y="34539"/>
                  <a:pt x="156003" y="31654"/>
                  <a:pt x="164004" y="31654"/>
                </a:cubicBezTo>
                <a:cubicBezTo>
                  <a:pt x="170775" y="31654"/>
                  <a:pt x="176336" y="33879"/>
                  <a:pt x="180688" y="38330"/>
                </a:cubicBezTo>
                <a:cubicBezTo>
                  <a:pt x="185041" y="42780"/>
                  <a:pt x="187217" y="48732"/>
                  <a:pt x="187217" y="56185"/>
                </a:cubicBezTo>
                <a:lnTo>
                  <a:pt x="145474" y="56185"/>
                </a:lnTo>
                <a:moveTo>
                  <a:pt x="145474" y="52360"/>
                </a:moveTo>
                <a:lnTo>
                  <a:pt x="173435" y="52360"/>
                </a:lnTo>
                <a:cubicBezTo>
                  <a:pt x="173215" y="48491"/>
                  <a:pt x="172753" y="45766"/>
                  <a:pt x="172050" y="44183"/>
                </a:cubicBezTo>
                <a:cubicBezTo>
                  <a:pt x="170951" y="41721"/>
                  <a:pt x="169313" y="39787"/>
                  <a:pt x="167137" y="38380"/>
                </a:cubicBezTo>
                <a:cubicBezTo>
                  <a:pt x="164961" y="36973"/>
                  <a:pt x="162685" y="36270"/>
                  <a:pt x="160311" y="36270"/>
                </a:cubicBezTo>
                <a:cubicBezTo>
                  <a:pt x="156663" y="36270"/>
                  <a:pt x="153398" y="37687"/>
                  <a:pt x="150519" y="40523"/>
                </a:cubicBezTo>
                <a:cubicBezTo>
                  <a:pt x="147639" y="43359"/>
                  <a:pt x="145957" y="47304"/>
                  <a:pt x="145474" y="52360"/>
                </a:cubicBezTo>
                <a:close/>
                <a:moveTo>
                  <a:pt x="212890" y="44447"/>
                </a:moveTo>
                <a:cubicBezTo>
                  <a:pt x="219968" y="35918"/>
                  <a:pt x="226717" y="31654"/>
                  <a:pt x="233135" y="31654"/>
                </a:cubicBezTo>
                <a:cubicBezTo>
                  <a:pt x="236433" y="31654"/>
                  <a:pt x="239268" y="32476"/>
                  <a:pt x="241642" y="34122"/>
                </a:cubicBezTo>
                <a:cubicBezTo>
                  <a:pt x="244016" y="35767"/>
                  <a:pt x="245907" y="38475"/>
                  <a:pt x="247314" y="42248"/>
                </a:cubicBezTo>
                <a:cubicBezTo>
                  <a:pt x="248281" y="44879"/>
                  <a:pt x="248764" y="48915"/>
                  <a:pt x="248764" y="54355"/>
                </a:cubicBezTo>
                <a:lnTo>
                  <a:pt x="248764" y="80082"/>
                </a:lnTo>
                <a:cubicBezTo>
                  <a:pt x="248764" y="83898"/>
                  <a:pt x="249072" y="86487"/>
                  <a:pt x="249688" y="87847"/>
                </a:cubicBezTo>
                <a:cubicBezTo>
                  <a:pt x="250171" y="88943"/>
                  <a:pt x="250951" y="89798"/>
                  <a:pt x="252029" y="90412"/>
                </a:cubicBezTo>
                <a:cubicBezTo>
                  <a:pt x="253106" y="91027"/>
                  <a:pt x="255095" y="91334"/>
                  <a:pt x="257997" y="91334"/>
                </a:cubicBezTo>
                <a:lnTo>
                  <a:pt x="257997" y="93774"/>
                </a:lnTo>
                <a:lnTo>
                  <a:pt x="228124" y="93774"/>
                </a:lnTo>
                <a:lnTo>
                  <a:pt x="228124" y="91334"/>
                </a:lnTo>
                <a:lnTo>
                  <a:pt x="229377" y="91334"/>
                </a:lnTo>
                <a:cubicBezTo>
                  <a:pt x="232190" y="91334"/>
                  <a:pt x="234158" y="90907"/>
                  <a:pt x="235279" y="90054"/>
                </a:cubicBezTo>
                <a:cubicBezTo>
                  <a:pt x="236400" y="89201"/>
                  <a:pt x="237180" y="87944"/>
                  <a:pt x="237620" y="86283"/>
                </a:cubicBezTo>
                <a:cubicBezTo>
                  <a:pt x="237795" y="85626"/>
                  <a:pt x="237883" y="83570"/>
                  <a:pt x="237883" y="80115"/>
                </a:cubicBezTo>
                <a:lnTo>
                  <a:pt x="237883" y="55511"/>
                </a:lnTo>
                <a:cubicBezTo>
                  <a:pt x="237883" y="50045"/>
                  <a:pt x="237169" y="46076"/>
                  <a:pt x="235740" y="43604"/>
                </a:cubicBezTo>
                <a:cubicBezTo>
                  <a:pt x="234311" y="41132"/>
                  <a:pt x="231904" y="39897"/>
                  <a:pt x="228519" y="39897"/>
                </a:cubicBezTo>
                <a:cubicBezTo>
                  <a:pt x="223288" y="39897"/>
                  <a:pt x="218078" y="42740"/>
                  <a:pt x="212890" y="48426"/>
                </a:cubicBezTo>
                <a:lnTo>
                  <a:pt x="212890" y="80115"/>
                </a:lnTo>
                <a:cubicBezTo>
                  <a:pt x="212890" y="84183"/>
                  <a:pt x="213132" y="86698"/>
                  <a:pt x="213616" y="87659"/>
                </a:cubicBezTo>
                <a:cubicBezTo>
                  <a:pt x="214231" y="88927"/>
                  <a:pt x="215077" y="89857"/>
                  <a:pt x="216155" y="90447"/>
                </a:cubicBezTo>
                <a:cubicBezTo>
                  <a:pt x="217232" y="91038"/>
                  <a:pt x="219419" y="91334"/>
                  <a:pt x="222716" y="91334"/>
                </a:cubicBezTo>
                <a:lnTo>
                  <a:pt x="222716" y="93774"/>
                </a:lnTo>
                <a:lnTo>
                  <a:pt x="192843" y="93774"/>
                </a:lnTo>
                <a:lnTo>
                  <a:pt x="192843" y="91334"/>
                </a:lnTo>
                <a:lnTo>
                  <a:pt x="194162" y="91334"/>
                </a:lnTo>
                <a:cubicBezTo>
                  <a:pt x="197239" y="91334"/>
                  <a:pt x="199317" y="90555"/>
                  <a:pt x="200394" y="88999"/>
                </a:cubicBezTo>
                <a:cubicBezTo>
                  <a:pt x="201471" y="87441"/>
                  <a:pt x="202009" y="84468"/>
                  <a:pt x="202009" y="80082"/>
                </a:cubicBezTo>
                <a:lnTo>
                  <a:pt x="202009" y="57710"/>
                </a:lnTo>
                <a:cubicBezTo>
                  <a:pt x="202009" y="50473"/>
                  <a:pt x="201845" y="46065"/>
                  <a:pt x="201515" y="44486"/>
                </a:cubicBezTo>
                <a:cubicBezTo>
                  <a:pt x="201185" y="42906"/>
                  <a:pt x="200679" y="41831"/>
                  <a:pt x="199998" y="41261"/>
                </a:cubicBezTo>
                <a:cubicBezTo>
                  <a:pt x="199317" y="40691"/>
                  <a:pt x="198404" y="40406"/>
                  <a:pt x="197261" y="40406"/>
                </a:cubicBezTo>
                <a:cubicBezTo>
                  <a:pt x="196030" y="40406"/>
                  <a:pt x="194558" y="40735"/>
                  <a:pt x="192843" y="41393"/>
                </a:cubicBezTo>
                <a:lnTo>
                  <a:pt x="191854" y="39023"/>
                </a:lnTo>
                <a:lnTo>
                  <a:pt x="210055" y="31654"/>
                </a:lnTo>
                <a:lnTo>
                  <a:pt x="212890" y="31654"/>
                </a:lnTo>
                <a:lnTo>
                  <a:pt x="212890" y="44447"/>
                </a:lnTo>
                <a:close/>
                <a:moveTo>
                  <a:pt x="280352" y="13453"/>
                </a:moveTo>
                <a:lnTo>
                  <a:pt x="280352" y="33368"/>
                </a:lnTo>
                <a:lnTo>
                  <a:pt x="294464" y="33368"/>
                </a:lnTo>
                <a:lnTo>
                  <a:pt x="294464" y="37984"/>
                </a:lnTo>
                <a:lnTo>
                  <a:pt x="280352" y="37984"/>
                </a:lnTo>
                <a:lnTo>
                  <a:pt x="280352" y="77102"/>
                </a:lnTo>
                <a:cubicBezTo>
                  <a:pt x="280352" y="81011"/>
                  <a:pt x="280912" y="83646"/>
                  <a:pt x="282034" y="85007"/>
                </a:cubicBezTo>
                <a:cubicBezTo>
                  <a:pt x="283155" y="86367"/>
                  <a:pt x="284594" y="87047"/>
                  <a:pt x="286353" y="87047"/>
                </a:cubicBezTo>
                <a:cubicBezTo>
                  <a:pt x="287804" y="87047"/>
                  <a:pt x="289211" y="86597"/>
                  <a:pt x="290573" y="85695"/>
                </a:cubicBezTo>
                <a:cubicBezTo>
                  <a:pt x="291936" y="84794"/>
                  <a:pt x="292991" y="83464"/>
                  <a:pt x="293739" y="81706"/>
                </a:cubicBezTo>
                <a:lnTo>
                  <a:pt x="296311" y="81706"/>
                </a:lnTo>
                <a:cubicBezTo>
                  <a:pt x="294772" y="86026"/>
                  <a:pt x="292596" y="89294"/>
                  <a:pt x="289782" y="91509"/>
                </a:cubicBezTo>
                <a:cubicBezTo>
                  <a:pt x="286968" y="93722"/>
                  <a:pt x="284067" y="94829"/>
                  <a:pt x="281077" y="94829"/>
                </a:cubicBezTo>
                <a:cubicBezTo>
                  <a:pt x="279055" y="94829"/>
                  <a:pt x="277077" y="94267"/>
                  <a:pt x="275142" y="93145"/>
                </a:cubicBezTo>
                <a:cubicBezTo>
                  <a:pt x="273208" y="92023"/>
                  <a:pt x="271779" y="90417"/>
                  <a:pt x="270856" y="88327"/>
                </a:cubicBezTo>
                <a:cubicBezTo>
                  <a:pt x="269933" y="86236"/>
                  <a:pt x="269471" y="83012"/>
                  <a:pt x="269471" y="78654"/>
                </a:cubicBezTo>
                <a:lnTo>
                  <a:pt x="269471" y="37984"/>
                </a:lnTo>
                <a:lnTo>
                  <a:pt x="259909" y="37984"/>
                </a:lnTo>
                <a:lnTo>
                  <a:pt x="259909" y="35808"/>
                </a:lnTo>
                <a:cubicBezTo>
                  <a:pt x="262327" y="34838"/>
                  <a:pt x="264800" y="33196"/>
                  <a:pt x="267328" y="30881"/>
                </a:cubicBezTo>
                <a:cubicBezTo>
                  <a:pt x="269856" y="28566"/>
                  <a:pt x="272109" y="25821"/>
                  <a:pt x="274087" y="22646"/>
                </a:cubicBezTo>
                <a:cubicBezTo>
                  <a:pt x="275098" y="20971"/>
                  <a:pt x="276505" y="17907"/>
                  <a:pt x="278308" y="13453"/>
                </a:cubicBezTo>
                <a:lnTo>
                  <a:pt x="280352" y="13453"/>
                </a:lnTo>
                <a:close/>
                <a:moveTo>
                  <a:pt x="339395" y="31654"/>
                </a:moveTo>
                <a:lnTo>
                  <a:pt x="339395" y="52096"/>
                </a:lnTo>
                <a:lnTo>
                  <a:pt x="337219" y="52096"/>
                </a:lnTo>
                <a:cubicBezTo>
                  <a:pt x="335549" y="45685"/>
                  <a:pt x="333406" y="41323"/>
                  <a:pt x="330790" y="39013"/>
                </a:cubicBezTo>
                <a:cubicBezTo>
                  <a:pt x="328174" y="36700"/>
                  <a:pt x="324844" y="35544"/>
                  <a:pt x="320799" y="35544"/>
                </a:cubicBezTo>
                <a:cubicBezTo>
                  <a:pt x="317722" y="35544"/>
                  <a:pt x="315238" y="36357"/>
                  <a:pt x="313347" y="37982"/>
                </a:cubicBezTo>
                <a:cubicBezTo>
                  <a:pt x="311457" y="39606"/>
                  <a:pt x="310512" y="41407"/>
                  <a:pt x="310512" y="43383"/>
                </a:cubicBezTo>
                <a:cubicBezTo>
                  <a:pt x="310512" y="45843"/>
                  <a:pt x="311215" y="47950"/>
                  <a:pt x="312622" y="49706"/>
                </a:cubicBezTo>
                <a:cubicBezTo>
                  <a:pt x="313985" y="51507"/>
                  <a:pt x="316754" y="53417"/>
                  <a:pt x="320931" y="55437"/>
                </a:cubicBezTo>
                <a:lnTo>
                  <a:pt x="330559" y="60115"/>
                </a:lnTo>
                <a:cubicBezTo>
                  <a:pt x="339483" y="64462"/>
                  <a:pt x="343946" y="70193"/>
                  <a:pt x="343946" y="77308"/>
                </a:cubicBezTo>
                <a:cubicBezTo>
                  <a:pt x="343946" y="82797"/>
                  <a:pt x="341868" y="87221"/>
                  <a:pt x="337714" y="90581"/>
                </a:cubicBezTo>
                <a:cubicBezTo>
                  <a:pt x="333559" y="93941"/>
                  <a:pt x="328910" y="95620"/>
                  <a:pt x="323767" y="95620"/>
                </a:cubicBezTo>
                <a:cubicBezTo>
                  <a:pt x="320074" y="95620"/>
                  <a:pt x="315853" y="94961"/>
                  <a:pt x="311105" y="93642"/>
                </a:cubicBezTo>
                <a:cubicBezTo>
                  <a:pt x="309654" y="93202"/>
                  <a:pt x="308467" y="92982"/>
                  <a:pt x="307544" y="92982"/>
                </a:cubicBezTo>
                <a:cubicBezTo>
                  <a:pt x="306533" y="92982"/>
                  <a:pt x="305742" y="93554"/>
                  <a:pt x="305170" y="94697"/>
                </a:cubicBezTo>
                <a:lnTo>
                  <a:pt x="302994" y="94697"/>
                </a:lnTo>
                <a:lnTo>
                  <a:pt x="302994" y="73067"/>
                </a:lnTo>
                <a:lnTo>
                  <a:pt x="305170" y="73067"/>
                </a:lnTo>
                <a:cubicBezTo>
                  <a:pt x="306401" y="79244"/>
                  <a:pt x="308753" y="83898"/>
                  <a:pt x="312226" y="87031"/>
                </a:cubicBezTo>
                <a:cubicBezTo>
                  <a:pt x="315699" y="90163"/>
                  <a:pt x="319590" y="91729"/>
                  <a:pt x="323898" y="91729"/>
                </a:cubicBezTo>
                <a:cubicBezTo>
                  <a:pt x="326932" y="91729"/>
                  <a:pt x="329405" y="90840"/>
                  <a:pt x="331317" y="89063"/>
                </a:cubicBezTo>
                <a:cubicBezTo>
                  <a:pt x="333230" y="87284"/>
                  <a:pt x="334186" y="85142"/>
                  <a:pt x="334186" y="82639"/>
                </a:cubicBezTo>
                <a:cubicBezTo>
                  <a:pt x="334186" y="79608"/>
                  <a:pt x="333120" y="77061"/>
                  <a:pt x="330988" y="74998"/>
                </a:cubicBezTo>
                <a:cubicBezTo>
                  <a:pt x="328855" y="72934"/>
                  <a:pt x="324602" y="70322"/>
                  <a:pt x="318227" y="67161"/>
                </a:cubicBezTo>
                <a:cubicBezTo>
                  <a:pt x="311853" y="63998"/>
                  <a:pt x="307676" y="61143"/>
                  <a:pt x="305698" y="58596"/>
                </a:cubicBezTo>
                <a:cubicBezTo>
                  <a:pt x="303719" y="56093"/>
                  <a:pt x="302730" y="52931"/>
                  <a:pt x="302730" y="49110"/>
                </a:cubicBezTo>
                <a:cubicBezTo>
                  <a:pt x="302730" y="44148"/>
                  <a:pt x="304434" y="39998"/>
                  <a:pt x="307841" y="36661"/>
                </a:cubicBezTo>
                <a:cubicBezTo>
                  <a:pt x="311248" y="33323"/>
                  <a:pt x="315655" y="31654"/>
                  <a:pt x="321063" y="31654"/>
                </a:cubicBezTo>
                <a:cubicBezTo>
                  <a:pt x="323437" y="31654"/>
                  <a:pt x="326316" y="32159"/>
                  <a:pt x="329702" y="33170"/>
                </a:cubicBezTo>
                <a:cubicBezTo>
                  <a:pt x="331944" y="33830"/>
                  <a:pt x="333438" y="34159"/>
                  <a:pt x="334186" y="34159"/>
                </a:cubicBezTo>
                <a:cubicBezTo>
                  <a:pt x="334889" y="34159"/>
                  <a:pt x="335439" y="34006"/>
                  <a:pt x="335834" y="33698"/>
                </a:cubicBezTo>
                <a:cubicBezTo>
                  <a:pt x="336230" y="33390"/>
                  <a:pt x="336692" y="32709"/>
                  <a:pt x="337219" y="31654"/>
                </a:cubicBezTo>
                <a:lnTo>
                  <a:pt x="339395" y="316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97BCC-5A73-4B80-9ABF-7A7F10FF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59" y="5133315"/>
            <a:ext cx="675275" cy="506344"/>
          </a:xfrm>
          <a:custGeom xmlns:a="http://schemas.openxmlformats.org/drawingml/2006/main">
            <a:pathLst>
              <a:path w="675275" h="506344">
                <a:moveTo>
                  <a:pt x="0" y="0"/>
                </a:moveTo>
                <a:lnTo>
                  <a:pt x="675275" y="0"/>
                </a:lnTo>
                <a:lnTo>
                  <a:pt x="675275" y="506344"/>
                </a:lnTo>
                <a:lnTo>
                  <a:pt x="0" y="5063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6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AB1FB-D1FD-4727-9A32-379FDF80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59" y="5133315"/>
            <a:ext cx="675275" cy="506344"/>
          </a:xfrm>
          <a:custGeom xmlns:a="http://schemas.openxmlformats.org/drawingml/2006/main">
            <a:pathLst>
              <a:path w="675275" h="506344" fill="none">
                <a:moveTo>
                  <a:pt x="0" y="0"/>
                </a:moveTo>
                <a:lnTo>
                  <a:pt x="675275" y="0"/>
                </a:lnTo>
                <a:lnTo>
                  <a:pt x="675275" y="506344"/>
                </a:lnTo>
                <a:lnTo>
                  <a:pt x="0" y="5063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C018D-BB9A-4F25-B3C2-93695BD2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955" y="5679162"/>
            <a:ext cx="101037" cy="97760"/>
          </a:xfrm>
          <a:custGeom xmlns:a="http://schemas.openxmlformats.org/drawingml/2006/main">
            <a:pathLst>
              <a:path w="101037" h="97760">
                <a:moveTo>
                  <a:pt x="683" y="97760"/>
                </a:moveTo>
                <a:cubicBezTo>
                  <a:pt x="228" y="97396"/>
                  <a:pt x="0" y="97077"/>
                  <a:pt x="0" y="96804"/>
                </a:cubicBezTo>
                <a:cubicBezTo>
                  <a:pt x="0" y="96622"/>
                  <a:pt x="7692" y="80693"/>
                  <a:pt x="23075" y="49017"/>
                </a:cubicBezTo>
                <a:cubicBezTo>
                  <a:pt x="38458" y="17340"/>
                  <a:pt x="46331" y="1320"/>
                  <a:pt x="46695" y="956"/>
                </a:cubicBezTo>
                <a:cubicBezTo>
                  <a:pt x="46968" y="319"/>
                  <a:pt x="48243" y="0"/>
                  <a:pt x="50518" y="0"/>
                </a:cubicBezTo>
                <a:cubicBezTo>
                  <a:pt x="52612" y="0"/>
                  <a:pt x="53886" y="319"/>
                  <a:pt x="54341" y="956"/>
                </a:cubicBezTo>
                <a:cubicBezTo>
                  <a:pt x="54614" y="1320"/>
                  <a:pt x="62443" y="17340"/>
                  <a:pt x="77826" y="49017"/>
                </a:cubicBezTo>
                <a:cubicBezTo>
                  <a:pt x="93209" y="80693"/>
                  <a:pt x="100946" y="96622"/>
                  <a:pt x="101037" y="96804"/>
                </a:cubicBezTo>
                <a:cubicBezTo>
                  <a:pt x="101037" y="97077"/>
                  <a:pt x="100809" y="97396"/>
                  <a:pt x="100354" y="97760"/>
                </a:cubicBezTo>
                <a:lnTo>
                  <a:pt x="683" y="97760"/>
                </a:lnTo>
                <a:close/>
                <a:moveTo>
                  <a:pt x="62943" y="50791"/>
                </a:moveTo>
                <a:lnTo>
                  <a:pt x="46149" y="16384"/>
                </a:lnTo>
                <a:lnTo>
                  <a:pt x="12425" y="85199"/>
                </a:lnTo>
                <a:lnTo>
                  <a:pt x="46013" y="85335"/>
                </a:lnTo>
                <a:lnTo>
                  <a:pt x="79737" y="85335"/>
                </a:lnTo>
                <a:cubicBezTo>
                  <a:pt x="79737" y="85153"/>
                  <a:pt x="74139" y="73639"/>
                  <a:pt x="62943" y="507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E984F-EDEE-4AF9-9526-28513822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955" y="5679162"/>
            <a:ext cx="101037" cy="97760"/>
          </a:xfrm>
          <a:custGeom xmlns:a="http://schemas.openxmlformats.org/drawingml/2006/main">
            <a:pathLst>
              <a:path w="101037" h="97760" fill="none">
                <a:moveTo>
                  <a:pt x="683" y="97760"/>
                </a:moveTo>
                <a:cubicBezTo>
                  <a:pt x="228" y="97396"/>
                  <a:pt x="0" y="97077"/>
                  <a:pt x="0" y="96804"/>
                </a:cubicBezTo>
                <a:cubicBezTo>
                  <a:pt x="0" y="96622"/>
                  <a:pt x="7692" y="80693"/>
                  <a:pt x="23075" y="49017"/>
                </a:cubicBezTo>
                <a:cubicBezTo>
                  <a:pt x="38458" y="17340"/>
                  <a:pt x="46331" y="1320"/>
                  <a:pt x="46695" y="956"/>
                </a:cubicBezTo>
                <a:cubicBezTo>
                  <a:pt x="46968" y="319"/>
                  <a:pt x="48243" y="0"/>
                  <a:pt x="50518" y="0"/>
                </a:cubicBezTo>
                <a:cubicBezTo>
                  <a:pt x="52612" y="0"/>
                  <a:pt x="53886" y="319"/>
                  <a:pt x="54341" y="956"/>
                </a:cubicBezTo>
                <a:cubicBezTo>
                  <a:pt x="54614" y="1320"/>
                  <a:pt x="62443" y="17340"/>
                  <a:pt x="77826" y="49017"/>
                </a:cubicBezTo>
                <a:cubicBezTo>
                  <a:pt x="93209" y="80693"/>
                  <a:pt x="100946" y="96622"/>
                  <a:pt x="101037" y="96804"/>
                </a:cubicBezTo>
                <a:cubicBezTo>
                  <a:pt x="101037" y="97077"/>
                  <a:pt x="100809" y="97396"/>
                  <a:pt x="100354" y="97760"/>
                </a:cubicBezTo>
                <a:lnTo>
                  <a:pt x="683" y="97760"/>
                </a:lnTo>
                <a:close/>
                <a:moveTo>
                  <a:pt x="62943" y="50791"/>
                </a:moveTo>
                <a:lnTo>
                  <a:pt x="46149" y="16384"/>
                </a:lnTo>
                <a:lnTo>
                  <a:pt x="12425" y="85199"/>
                </a:lnTo>
                <a:lnTo>
                  <a:pt x="46013" y="85335"/>
                </a:lnTo>
                <a:lnTo>
                  <a:pt x="79737" y="85335"/>
                </a:lnTo>
                <a:cubicBezTo>
                  <a:pt x="79737" y="85153"/>
                  <a:pt x="74139" y="73639"/>
                  <a:pt x="62943" y="507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5AA6C-690A-4B92-8D7B-9A6B1F2B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372" y="5683668"/>
            <a:ext cx="136127" cy="96258"/>
          </a:xfrm>
          <a:custGeom xmlns:a="http://schemas.openxmlformats.org/drawingml/2006/main">
            <a:pathLst>
              <a:path w="136127" h="96258">
                <a:moveTo>
                  <a:pt x="52566" y="0"/>
                </a:moveTo>
                <a:cubicBezTo>
                  <a:pt x="53841" y="0"/>
                  <a:pt x="56116" y="46"/>
                  <a:pt x="59393" y="137"/>
                </a:cubicBezTo>
                <a:cubicBezTo>
                  <a:pt x="62670" y="228"/>
                  <a:pt x="65719" y="319"/>
                  <a:pt x="68541" y="410"/>
                </a:cubicBezTo>
                <a:cubicBezTo>
                  <a:pt x="73183" y="410"/>
                  <a:pt x="77052" y="364"/>
                  <a:pt x="80147" y="273"/>
                </a:cubicBezTo>
                <a:cubicBezTo>
                  <a:pt x="83242" y="182"/>
                  <a:pt x="85017" y="137"/>
                  <a:pt x="85472" y="137"/>
                </a:cubicBezTo>
                <a:cubicBezTo>
                  <a:pt x="87110" y="137"/>
                  <a:pt x="87929" y="501"/>
                  <a:pt x="87929" y="1229"/>
                </a:cubicBezTo>
                <a:cubicBezTo>
                  <a:pt x="87929" y="1593"/>
                  <a:pt x="87793" y="2276"/>
                  <a:pt x="87520" y="3277"/>
                </a:cubicBezTo>
                <a:cubicBezTo>
                  <a:pt x="87065" y="4915"/>
                  <a:pt x="86655" y="5826"/>
                  <a:pt x="86291" y="6008"/>
                </a:cubicBezTo>
                <a:cubicBezTo>
                  <a:pt x="85927" y="6190"/>
                  <a:pt x="84926" y="6281"/>
                  <a:pt x="83287" y="6281"/>
                </a:cubicBezTo>
                <a:cubicBezTo>
                  <a:pt x="81011" y="6372"/>
                  <a:pt x="79191" y="6599"/>
                  <a:pt x="77826" y="6963"/>
                </a:cubicBezTo>
                <a:cubicBezTo>
                  <a:pt x="76460" y="7327"/>
                  <a:pt x="75505" y="7692"/>
                  <a:pt x="74958" y="8056"/>
                </a:cubicBezTo>
                <a:cubicBezTo>
                  <a:pt x="74412" y="8420"/>
                  <a:pt x="74276" y="8829"/>
                  <a:pt x="74549" y="9284"/>
                </a:cubicBezTo>
                <a:cubicBezTo>
                  <a:pt x="74549" y="10377"/>
                  <a:pt x="75277" y="21209"/>
                  <a:pt x="76733" y="41780"/>
                </a:cubicBezTo>
                <a:cubicBezTo>
                  <a:pt x="78190" y="62352"/>
                  <a:pt x="78918" y="73229"/>
                  <a:pt x="78918" y="74412"/>
                </a:cubicBezTo>
                <a:lnTo>
                  <a:pt x="79191" y="74003"/>
                </a:lnTo>
                <a:cubicBezTo>
                  <a:pt x="79373" y="73730"/>
                  <a:pt x="79646" y="73274"/>
                  <a:pt x="80010" y="72637"/>
                </a:cubicBezTo>
                <a:cubicBezTo>
                  <a:pt x="80374" y="72000"/>
                  <a:pt x="80920" y="71135"/>
                  <a:pt x="81649" y="70043"/>
                </a:cubicBezTo>
                <a:cubicBezTo>
                  <a:pt x="82377" y="68951"/>
                  <a:pt x="83151" y="67585"/>
                  <a:pt x="83970" y="65947"/>
                </a:cubicBezTo>
                <a:cubicBezTo>
                  <a:pt x="84789" y="64309"/>
                  <a:pt x="85881" y="62443"/>
                  <a:pt x="87247" y="60349"/>
                </a:cubicBezTo>
                <a:cubicBezTo>
                  <a:pt x="88612" y="58255"/>
                  <a:pt x="89977" y="55798"/>
                  <a:pt x="91343" y="52976"/>
                </a:cubicBezTo>
                <a:cubicBezTo>
                  <a:pt x="92708" y="50154"/>
                  <a:pt x="94483" y="47105"/>
                  <a:pt x="96668" y="43828"/>
                </a:cubicBezTo>
                <a:cubicBezTo>
                  <a:pt x="106134" y="27080"/>
                  <a:pt x="111505" y="17522"/>
                  <a:pt x="112779" y="15156"/>
                </a:cubicBezTo>
                <a:cubicBezTo>
                  <a:pt x="114053" y="12789"/>
                  <a:pt x="114736" y="11333"/>
                  <a:pt x="114827" y="10786"/>
                </a:cubicBezTo>
                <a:cubicBezTo>
                  <a:pt x="114827" y="9421"/>
                  <a:pt x="113962" y="8329"/>
                  <a:pt x="112233" y="7509"/>
                </a:cubicBezTo>
                <a:cubicBezTo>
                  <a:pt x="110503" y="6690"/>
                  <a:pt x="108592" y="6281"/>
                  <a:pt x="106498" y="6281"/>
                </a:cubicBezTo>
                <a:cubicBezTo>
                  <a:pt x="105224" y="6281"/>
                  <a:pt x="104587" y="5826"/>
                  <a:pt x="104587" y="4915"/>
                </a:cubicBezTo>
                <a:cubicBezTo>
                  <a:pt x="104587" y="4642"/>
                  <a:pt x="104678" y="4051"/>
                  <a:pt x="104860" y="3140"/>
                </a:cubicBezTo>
                <a:cubicBezTo>
                  <a:pt x="105224" y="1684"/>
                  <a:pt x="105497" y="819"/>
                  <a:pt x="105679" y="546"/>
                </a:cubicBezTo>
                <a:cubicBezTo>
                  <a:pt x="105861" y="273"/>
                  <a:pt x="106498" y="137"/>
                  <a:pt x="107591" y="137"/>
                </a:cubicBezTo>
                <a:cubicBezTo>
                  <a:pt x="107864" y="137"/>
                  <a:pt x="108637" y="137"/>
                  <a:pt x="109912" y="137"/>
                </a:cubicBezTo>
                <a:cubicBezTo>
                  <a:pt x="111186" y="137"/>
                  <a:pt x="112961" y="137"/>
                  <a:pt x="115237" y="137"/>
                </a:cubicBezTo>
                <a:cubicBezTo>
                  <a:pt x="117512" y="137"/>
                  <a:pt x="119970" y="182"/>
                  <a:pt x="122610" y="273"/>
                </a:cubicBezTo>
                <a:cubicBezTo>
                  <a:pt x="128617" y="273"/>
                  <a:pt x="132486" y="182"/>
                  <a:pt x="134215" y="0"/>
                </a:cubicBezTo>
                <a:cubicBezTo>
                  <a:pt x="135489" y="0"/>
                  <a:pt x="136127" y="501"/>
                  <a:pt x="136127" y="1502"/>
                </a:cubicBezTo>
                <a:cubicBezTo>
                  <a:pt x="136127" y="2048"/>
                  <a:pt x="135990" y="2822"/>
                  <a:pt x="135717" y="3823"/>
                </a:cubicBezTo>
                <a:cubicBezTo>
                  <a:pt x="135444" y="4824"/>
                  <a:pt x="135125" y="5507"/>
                  <a:pt x="134761" y="5871"/>
                </a:cubicBezTo>
                <a:cubicBezTo>
                  <a:pt x="134397" y="6235"/>
                  <a:pt x="133942" y="6372"/>
                  <a:pt x="133396" y="6281"/>
                </a:cubicBezTo>
                <a:cubicBezTo>
                  <a:pt x="131393" y="6281"/>
                  <a:pt x="129573" y="6554"/>
                  <a:pt x="127934" y="7100"/>
                </a:cubicBezTo>
                <a:cubicBezTo>
                  <a:pt x="126296" y="7646"/>
                  <a:pt x="124931" y="8283"/>
                  <a:pt x="123838" y="9011"/>
                </a:cubicBezTo>
                <a:cubicBezTo>
                  <a:pt x="122746" y="9740"/>
                  <a:pt x="121881" y="10513"/>
                  <a:pt x="121244" y="11333"/>
                </a:cubicBezTo>
                <a:cubicBezTo>
                  <a:pt x="120607" y="12152"/>
                  <a:pt x="120061" y="12880"/>
                  <a:pt x="119606" y="13517"/>
                </a:cubicBezTo>
                <a:lnTo>
                  <a:pt x="119060" y="14336"/>
                </a:lnTo>
                <a:lnTo>
                  <a:pt x="95985" y="54751"/>
                </a:lnTo>
                <a:cubicBezTo>
                  <a:pt x="80693" y="81694"/>
                  <a:pt x="73001" y="95211"/>
                  <a:pt x="72910" y="95302"/>
                </a:cubicBezTo>
                <a:cubicBezTo>
                  <a:pt x="72364" y="95939"/>
                  <a:pt x="71272" y="96258"/>
                  <a:pt x="69633" y="96258"/>
                </a:cubicBezTo>
                <a:cubicBezTo>
                  <a:pt x="68268" y="96258"/>
                  <a:pt x="67403" y="96030"/>
                  <a:pt x="67039" y="95575"/>
                </a:cubicBezTo>
                <a:cubicBezTo>
                  <a:pt x="66766" y="95302"/>
                  <a:pt x="65901" y="84106"/>
                  <a:pt x="64445" y="61987"/>
                </a:cubicBezTo>
                <a:cubicBezTo>
                  <a:pt x="62989" y="39869"/>
                  <a:pt x="62215" y="28445"/>
                  <a:pt x="62124" y="27717"/>
                </a:cubicBezTo>
                <a:lnTo>
                  <a:pt x="60486" y="30175"/>
                </a:lnTo>
                <a:cubicBezTo>
                  <a:pt x="58483" y="33542"/>
                  <a:pt x="52657" y="43692"/>
                  <a:pt x="43009" y="60622"/>
                </a:cubicBezTo>
                <a:cubicBezTo>
                  <a:pt x="29901" y="83560"/>
                  <a:pt x="23257" y="95120"/>
                  <a:pt x="23075" y="95302"/>
                </a:cubicBezTo>
                <a:cubicBezTo>
                  <a:pt x="22893" y="95484"/>
                  <a:pt x="22665" y="95666"/>
                  <a:pt x="22392" y="95848"/>
                </a:cubicBezTo>
                <a:cubicBezTo>
                  <a:pt x="21937" y="96122"/>
                  <a:pt x="21118" y="96258"/>
                  <a:pt x="19934" y="96258"/>
                </a:cubicBezTo>
                <a:cubicBezTo>
                  <a:pt x="18205" y="96258"/>
                  <a:pt x="17249" y="95939"/>
                  <a:pt x="17067" y="95302"/>
                </a:cubicBezTo>
                <a:cubicBezTo>
                  <a:pt x="17067" y="95029"/>
                  <a:pt x="16066" y="80511"/>
                  <a:pt x="14063" y="51747"/>
                </a:cubicBezTo>
                <a:cubicBezTo>
                  <a:pt x="12061" y="22984"/>
                  <a:pt x="11014" y="8511"/>
                  <a:pt x="10923" y="8329"/>
                </a:cubicBezTo>
                <a:cubicBezTo>
                  <a:pt x="10741" y="7509"/>
                  <a:pt x="10286" y="7009"/>
                  <a:pt x="9558" y="6827"/>
                </a:cubicBezTo>
                <a:cubicBezTo>
                  <a:pt x="8829" y="6645"/>
                  <a:pt x="7054" y="6463"/>
                  <a:pt x="4233" y="6281"/>
                </a:cubicBezTo>
                <a:lnTo>
                  <a:pt x="956" y="6281"/>
                </a:lnTo>
                <a:cubicBezTo>
                  <a:pt x="319" y="5643"/>
                  <a:pt x="0" y="5143"/>
                  <a:pt x="0" y="4779"/>
                </a:cubicBezTo>
                <a:cubicBezTo>
                  <a:pt x="91" y="2685"/>
                  <a:pt x="683" y="1092"/>
                  <a:pt x="1775" y="0"/>
                </a:cubicBezTo>
                <a:lnTo>
                  <a:pt x="3413" y="0"/>
                </a:lnTo>
                <a:cubicBezTo>
                  <a:pt x="7236" y="273"/>
                  <a:pt x="11788" y="410"/>
                  <a:pt x="17067" y="410"/>
                </a:cubicBezTo>
                <a:cubicBezTo>
                  <a:pt x="28445" y="410"/>
                  <a:pt x="34680" y="273"/>
                  <a:pt x="35772" y="0"/>
                </a:cubicBezTo>
                <a:lnTo>
                  <a:pt x="37138" y="0"/>
                </a:lnTo>
                <a:cubicBezTo>
                  <a:pt x="37684" y="546"/>
                  <a:pt x="37957" y="956"/>
                  <a:pt x="37957" y="1229"/>
                </a:cubicBezTo>
                <a:cubicBezTo>
                  <a:pt x="37957" y="1502"/>
                  <a:pt x="37866" y="2321"/>
                  <a:pt x="37684" y="3686"/>
                </a:cubicBezTo>
                <a:cubicBezTo>
                  <a:pt x="37229" y="5052"/>
                  <a:pt x="36819" y="5917"/>
                  <a:pt x="36455" y="6281"/>
                </a:cubicBezTo>
                <a:lnTo>
                  <a:pt x="33588" y="6281"/>
                </a:lnTo>
                <a:cubicBezTo>
                  <a:pt x="28035" y="6554"/>
                  <a:pt x="25077" y="7327"/>
                  <a:pt x="24713" y="8602"/>
                </a:cubicBezTo>
                <a:cubicBezTo>
                  <a:pt x="27444" y="50473"/>
                  <a:pt x="28991" y="72501"/>
                  <a:pt x="29355" y="74685"/>
                </a:cubicBezTo>
                <a:lnTo>
                  <a:pt x="61441" y="18159"/>
                </a:lnTo>
                <a:lnTo>
                  <a:pt x="61168" y="13107"/>
                </a:lnTo>
                <a:cubicBezTo>
                  <a:pt x="60895" y="9284"/>
                  <a:pt x="60440" y="7236"/>
                  <a:pt x="59803" y="6963"/>
                </a:cubicBezTo>
                <a:cubicBezTo>
                  <a:pt x="59257" y="6599"/>
                  <a:pt x="57345" y="6372"/>
                  <a:pt x="54068" y="6281"/>
                </a:cubicBezTo>
                <a:cubicBezTo>
                  <a:pt x="52339" y="6281"/>
                  <a:pt x="51201" y="6190"/>
                  <a:pt x="50655" y="6008"/>
                </a:cubicBezTo>
                <a:cubicBezTo>
                  <a:pt x="50109" y="5826"/>
                  <a:pt x="49836" y="5416"/>
                  <a:pt x="49836" y="4779"/>
                </a:cubicBezTo>
                <a:cubicBezTo>
                  <a:pt x="49836" y="4597"/>
                  <a:pt x="49927" y="4051"/>
                  <a:pt x="50109" y="3140"/>
                </a:cubicBezTo>
                <a:cubicBezTo>
                  <a:pt x="50200" y="2776"/>
                  <a:pt x="50291" y="2367"/>
                  <a:pt x="50382" y="1912"/>
                </a:cubicBezTo>
                <a:cubicBezTo>
                  <a:pt x="50473" y="1456"/>
                  <a:pt x="50518" y="1138"/>
                  <a:pt x="50518" y="956"/>
                </a:cubicBezTo>
                <a:cubicBezTo>
                  <a:pt x="50518" y="774"/>
                  <a:pt x="50655" y="592"/>
                  <a:pt x="50928" y="410"/>
                </a:cubicBezTo>
                <a:cubicBezTo>
                  <a:pt x="51201" y="228"/>
                  <a:pt x="51383" y="137"/>
                  <a:pt x="51474" y="137"/>
                </a:cubicBezTo>
                <a:cubicBezTo>
                  <a:pt x="51565" y="137"/>
                  <a:pt x="51929" y="91"/>
                  <a:pt x="5256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200B0-9AA1-4042-9A22-939A6AF1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372" y="5683668"/>
            <a:ext cx="136127" cy="96258"/>
          </a:xfrm>
          <a:custGeom xmlns:a="http://schemas.openxmlformats.org/drawingml/2006/main">
            <a:pathLst>
              <a:path w="136127" h="96258" fill="none">
                <a:moveTo>
                  <a:pt x="52566" y="0"/>
                </a:moveTo>
                <a:cubicBezTo>
                  <a:pt x="53841" y="0"/>
                  <a:pt x="56116" y="46"/>
                  <a:pt x="59393" y="137"/>
                </a:cubicBezTo>
                <a:cubicBezTo>
                  <a:pt x="62670" y="228"/>
                  <a:pt x="65719" y="319"/>
                  <a:pt x="68541" y="410"/>
                </a:cubicBezTo>
                <a:cubicBezTo>
                  <a:pt x="73183" y="410"/>
                  <a:pt x="77052" y="364"/>
                  <a:pt x="80147" y="273"/>
                </a:cubicBezTo>
                <a:cubicBezTo>
                  <a:pt x="83242" y="182"/>
                  <a:pt x="85017" y="137"/>
                  <a:pt x="85472" y="137"/>
                </a:cubicBezTo>
                <a:cubicBezTo>
                  <a:pt x="87110" y="137"/>
                  <a:pt x="87929" y="501"/>
                  <a:pt x="87929" y="1229"/>
                </a:cubicBezTo>
                <a:cubicBezTo>
                  <a:pt x="87929" y="1593"/>
                  <a:pt x="87793" y="2276"/>
                  <a:pt x="87520" y="3277"/>
                </a:cubicBezTo>
                <a:cubicBezTo>
                  <a:pt x="87065" y="4915"/>
                  <a:pt x="86655" y="5826"/>
                  <a:pt x="86291" y="6008"/>
                </a:cubicBezTo>
                <a:cubicBezTo>
                  <a:pt x="85927" y="6190"/>
                  <a:pt x="84926" y="6281"/>
                  <a:pt x="83287" y="6281"/>
                </a:cubicBezTo>
                <a:cubicBezTo>
                  <a:pt x="81011" y="6372"/>
                  <a:pt x="79191" y="6599"/>
                  <a:pt x="77826" y="6963"/>
                </a:cubicBezTo>
                <a:cubicBezTo>
                  <a:pt x="76460" y="7327"/>
                  <a:pt x="75505" y="7692"/>
                  <a:pt x="74958" y="8056"/>
                </a:cubicBezTo>
                <a:cubicBezTo>
                  <a:pt x="74412" y="8420"/>
                  <a:pt x="74276" y="8829"/>
                  <a:pt x="74549" y="9284"/>
                </a:cubicBezTo>
                <a:cubicBezTo>
                  <a:pt x="74549" y="10377"/>
                  <a:pt x="75277" y="21209"/>
                  <a:pt x="76733" y="41780"/>
                </a:cubicBezTo>
                <a:cubicBezTo>
                  <a:pt x="78190" y="62352"/>
                  <a:pt x="78918" y="73229"/>
                  <a:pt x="78918" y="74412"/>
                </a:cubicBezTo>
                <a:lnTo>
                  <a:pt x="79191" y="74003"/>
                </a:lnTo>
                <a:cubicBezTo>
                  <a:pt x="79373" y="73730"/>
                  <a:pt x="79646" y="73274"/>
                  <a:pt x="80010" y="72637"/>
                </a:cubicBezTo>
                <a:cubicBezTo>
                  <a:pt x="80374" y="72000"/>
                  <a:pt x="80920" y="71135"/>
                  <a:pt x="81649" y="70043"/>
                </a:cubicBezTo>
                <a:cubicBezTo>
                  <a:pt x="82377" y="68951"/>
                  <a:pt x="83151" y="67585"/>
                  <a:pt x="83970" y="65947"/>
                </a:cubicBezTo>
                <a:cubicBezTo>
                  <a:pt x="84789" y="64309"/>
                  <a:pt x="85881" y="62443"/>
                  <a:pt x="87247" y="60349"/>
                </a:cubicBezTo>
                <a:cubicBezTo>
                  <a:pt x="88612" y="58255"/>
                  <a:pt x="89977" y="55798"/>
                  <a:pt x="91343" y="52976"/>
                </a:cubicBezTo>
                <a:cubicBezTo>
                  <a:pt x="92708" y="50154"/>
                  <a:pt x="94483" y="47105"/>
                  <a:pt x="96668" y="43828"/>
                </a:cubicBezTo>
                <a:cubicBezTo>
                  <a:pt x="106134" y="27080"/>
                  <a:pt x="111505" y="17522"/>
                  <a:pt x="112779" y="15156"/>
                </a:cubicBezTo>
                <a:cubicBezTo>
                  <a:pt x="114053" y="12789"/>
                  <a:pt x="114736" y="11333"/>
                  <a:pt x="114827" y="10786"/>
                </a:cubicBezTo>
                <a:cubicBezTo>
                  <a:pt x="114827" y="9421"/>
                  <a:pt x="113962" y="8329"/>
                  <a:pt x="112233" y="7509"/>
                </a:cubicBezTo>
                <a:cubicBezTo>
                  <a:pt x="110503" y="6690"/>
                  <a:pt x="108592" y="6281"/>
                  <a:pt x="106498" y="6281"/>
                </a:cubicBezTo>
                <a:cubicBezTo>
                  <a:pt x="105224" y="6281"/>
                  <a:pt x="104587" y="5826"/>
                  <a:pt x="104587" y="4915"/>
                </a:cubicBezTo>
                <a:cubicBezTo>
                  <a:pt x="104587" y="4642"/>
                  <a:pt x="104678" y="4051"/>
                  <a:pt x="104860" y="3140"/>
                </a:cubicBezTo>
                <a:cubicBezTo>
                  <a:pt x="105224" y="1684"/>
                  <a:pt x="105497" y="819"/>
                  <a:pt x="105679" y="546"/>
                </a:cubicBezTo>
                <a:cubicBezTo>
                  <a:pt x="105861" y="273"/>
                  <a:pt x="106498" y="137"/>
                  <a:pt x="107591" y="137"/>
                </a:cubicBezTo>
                <a:cubicBezTo>
                  <a:pt x="107864" y="137"/>
                  <a:pt x="108637" y="137"/>
                  <a:pt x="109912" y="137"/>
                </a:cubicBezTo>
                <a:cubicBezTo>
                  <a:pt x="111186" y="137"/>
                  <a:pt x="112961" y="137"/>
                  <a:pt x="115237" y="137"/>
                </a:cubicBezTo>
                <a:cubicBezTo>
                  <a:pt x="117512" y="137"/>
                  <a:pt x="119970" y="182"/>
                  <a:pt x="122610" y="273"/>
                </a:cubicBezTo>
                <a:cubicBezTo>
                  <a:pt x="128617" y="273"/>
                  <a:pt x="132486" y="182"/>
                  <a:pt x="134215" y="0"/>
                </a:cubicBezTo>
                <a:cubicBezTo>
                  <a:pt x="135489" y="0"/>
                  <a:pt x="136127" y="501"/>
                  <a:pt x="136127" y="1502"/>
                </a:cubicBezTo>
                <a:cubicBezTo>
                  <a:pt x="136127" y="2048"/>
                  <a:pt x="135990" y="2822"/>
                  <a:pt x="135717" y="3823"/>
                </a:cubicBezTo>
                <a:cubicBezTo>
                  <a:pt x="135444" y="4824"/>
                  <a:pt x="135125" y="5507"/>
                  <a:pt x="134761" y="5871"/>
                </a:cubicBezTo>
                <a:cubicBezTo>
                  <a:pt x="134397" y="6235"/>
                  <a:pt x="133942" y="6372"/>
                  <a:pt x="133396" y="6281"/>
                </a:cubicBezTo>
                <a:cubicBezTo>
                  <a:pt x="131393" y="6281"/>
                  <a:pt x="129573" y="6554"/>
                  <a:pt x="127934" y="7100"/>
                </a:cubicBezTo>
                <a:cubicBezTo>
                  <a:pt x="126296" y="7646"/>
                  <a:pt x="124931" y="8283"/>
                  <a:pt x="123838" y="9011"/>
                </a:cubicBezTo>
                <a:cubicBezTo>
                  <a:pt x="122746" y="9740"/>
                  <a:pt x="121881" y="10513"/>
                  <a:pt x="121244" y="11333"/>
                </a:cubicBezTo>
                <a:cubicBezTo>
                  <a:pt x="120607" y="12152"/>
                  <a:pt x="120061" y="12880"/>
                  <a:pt x="119606" y="13517"/>
                </a:cubicBezTo>
                <a:lnTo>
                  <a:pt x="119060" y="14336"/>
                </a:lnTo>
                <a:lnTo>
                  <a:pt x="95985" y="54751"/>
                </a:lnTo>
                <a:cubicBezTo>
                  <a:pt x="80693" y="81694"/>
                  <a:pt x="73001" y="95211"/>
                  <a:pt x="72910" y="95302"/>
                </a:cubicBezTo>
                <a:cubicBezTo>
                  <a:pt x="72364" y="95939"/>
                  <a:pt x="71272" y="96258"/>
                  <a:pt x="69633" y="96258"/>
                </a:cubicBezTo>
                <a:cubicBezTo>
                  <a:pt x="68268" y="96258"/>
                  <a:pt x="67403" y="96030"/>
                  <a:pt x="67039" y="95575"/>
                </a:cubicBezTo>
                <a:cubicBezTo>
                  <a:pt x="66766" y="95302"/>
                  <a:pt x="65901" y="84106"/>
                  <a:pt x="64445" y="61987"/>
                </a:cubicBezTo>
                <a:cubicBezTo>
                  <a:pt x="62989" y="39869"/>
                  <a:pt x="62215" y="28445"/>
                  <a:pt x="62124" y="27717"/>
                </a:cubicBezTo>
                <a:lnTo>
                  <a:pt x="60486" y="30175"/>
                </a:lnTo>
                <a:cubicBezTo>
                  <a:pt x="58483" y="33542"/>
                  <a:pt x="52657" y="43692"/>
                  <a:pt x="43009" y="60622"/>
                </a:cubicBezTo>
                <a:cubicBezTo>
                  <a:pt x="29901" y="83560"/>
                  <a:pt x="23257" y="95120"/>
                  <a:pt x="23075" y="95302"/>
                </a:cubicBezTo>
                <a:cubicBezTo>
                  <a:pt x="22893" y="95484"/>
                  <a:pt x="22665" y="95666"/>
                  <a:pt x="22392" y="95848"/>
                </a:cubicBezTo>
                <a:cubicBezTo>
                  <a:pt x="21937" y="96122"/>
                  <a:pt x="21118" y="96258"/>
                  <a:pt x="19934" y="96258"/>
                </a:cubicBezTo>
                <a:cubicBezTo>
                  <a:pt x="18205" y="96258"/>
                  <a:pt x="17249" y="95939"/>
                  <a:pt x="17067" y="95302"/>
                </a:cubicBezTo>
                <a:cubicBezTo>
                  <a:pt x="17067" y="95029"/>
                  <a:pt x="16066" y="80511"/>
                  <a:pt x="14063" y="51747"/>
                </a:cubicBezTo>
                <a:cubicBezTo>
                  <a:pt x="12061" y="22984"/>
                  <a:pt x="11014" y="8511"/>
                  <a:pt x="10923" y="8329"/>
                </a:cubicBezTo>
                <a:cubicBezTo>
                  <a:pt x="10741" y="7509"/>
                  <a:pt x="10286" y="7009"/>
                  <a:pt x="9558" y="6827"/>
                </a:cubicBezTo>
                <a:cubicBezTo>
                  <a:pt x="8829" y="6645"/>
                  <a:pt x="7054" y="6463"/>
                  <a:pt x="4233" y="6281"/>
                </a:cubicBezTo>
                <a:lnTo>
                  <a:pt x="956" y="6281"/>
                </a:lnTo>
                <a:cubicBezTo>
                  <a:pt x="319" y="5643"/>
                  <a:pt x="0" y="5143"/>
                  <a:pt x="0" y="4779"/>
                </a:cubicBezTo>
                <a:cubicBezTo>
                  <a:pt x="91" y="2685"/>
                  <a:pt x="683" y="1092"/>
                  <a:pt x="1775" y="0"/>
                </a:cubicBezTo>
                <a:lnTo>
                  <a:pt x="3413" y="0"/>
                </a:lnTo>
                <a:cubicBezTo>
                  <a:pt x="7236" y="273"/>
                  <a:pt x="11788" y="410"/>
                  <a:pt x="17067" y="410"/>
                </a:cubicBezTo>
                <a:cubicBezTo>
                  <a:pt x="28445" y="410"/>
                  <a:pt x="34680" y="273"/>
                  <a:pt x="35772" y="0"/>
                </a:cubicBezTo>
                <a:lnTo>
                  <a:pt x="37138" y="0"/>
                </a:lnTo>
                <a:cubicBezTo>
                  <a:pt x="37684" y="546"/>
                  <a:pt x="37957" y="956"/>
                  <a:pt x="37957" y="1229"/>
                </a:cubicBezTo>
                <a:cubicBezTo>
                  <a:pt x="37957" y="1502"/>
                  <a:pt x="37866" y="2321"/>
                  <a:pt x="37684" y="3686"/>
                </a:cubicBezTo>
                <a:cubicBezTo>
                  <a:pt x="37229" y="5052"/>
                  <a:pt x="36819" y="5917"/>
                  <a:pt x="36455" y="6281"/>
                </a:cubicBezTo>
                <a:lnTo>
                  <a:pt x="33588" y="6281"/>
                </a:lnTo>
                <a:cubicBezTo>
                  <a:pt x="28035" y="6554"/>
                  <a:pt x="25077" y="7327"/>
                  <a:pt x="24713" y="8602"/>
                </a:cubicBezTo>
                <a:cubicBezTo>
                  <a:pt x="27444" y="50473"/>
                  <a:pt x="28991" y="72501"/>
                  <a:pt x="29355" y="74685"/>
                </a:cubicBezTo>
                <a:lnTo>
                  <a:pt x="61441" y="18159"/>
                </a:lnTo>
                <a:lnTo>
                  <a:pt x="61168" y="13107"/>
                </a:lnTo>
                <a:cubicBezTo>
                  <a:pt x="60895" y="9284"/>
                  <a:pt x="60440" y="7236"/>
                  <a:pt x="59803" y="6963"/>
                </a:cubicBezTo>
                <a:cubicBezTo>
                  <a:pt x="59257" y="6599"/>
                  <a:pt x="57345" y="6372"/>
                  <a:pt x="54068" y="6281"/>
                </a:cubicBezTo>
                <a:cubicBezTo>
                  <a:pt x="52339" y="6281"/>
                  <a:pt x="51201" y="6190"/>
                  <a:pt x="50655" y="6008"/>
                </a:cubicBezTo>
                <a:cubicBezTo>
                  <a:pt x="50109" y="5826"/>
                  <a:pt x="49836" y="5416"/>
                  <a:pt x="49836" y="4779"/>
                </a:cubicBezTo>
                <a:cubicBezTo>
                  <a:pt x="49836" y="4597"/>
                  <a:pt x="49927" y="4051"/>
                  <a:pt x="50109" y="3140"/>
                </a:cubicBezTo>
                <a:cubicBezTo>
                  <a:pt x="50200" y="2776"/>
                  <a:pt x="50291" y="2367"/>
                  <a:pt x="50382" y="1912"/>
                </a:cubicBezTo>
                <a:cubicBezTo>
                  <a:pt x="50473" y="1456"/>
                  <a:pt x="50518" y="1138"/>
                  <a:pt x="50518" y="956"/>
                </a:cubicBezTo>
                <a:cubicBezTo>
                  <a:pt x="50518" y="774"/>
                  <a:pt x="50655" y="592"/>
                  <a:pt x="50928" y="410"/>
                </a:cubicBezTo>
                <a:cubicBezTo>
                  <a:pt x="51201" y="228"/>
                  <a:pt x="51383" y="137"/>
                  <a:pt x="51474" y="137"/>
                </a:cubicBezTo>
                <a:cubicBezTo>
                  <a:pt x="51565" y="137"/>
                  <a:pt x="51929" y="91"/>
                  <a:pt x="5256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32" name="Text Entries">
            <a:extLst xmlns:a="http://schemas.openxmlformats.org/drawingml/2006/main">
              <a:ext uri="{FF2B5EF4-FFF2-40B4-BE49-F238E27FC236}">
                <a16:creationId xmlns:a16="http://schemas.microsoft.com/office/drawing/2014/main" id="{AA9432A1-35EC-467B-8B52-0C23DB30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960" y="5686680"/>
            <a:ext cx="375114" cy="95620"/>
          </a:xfrm>
          <a:custGeom xmlns:a="http://schemas.openxmlformats.org/drawingml/2006/main">
            <a:pathLst>
              <a:path w="375114" h="95620">
                <a:moveTo>
                  <a:pt x="25455" y="9232"/>
                </a:moveTo>
                <a:lnTo>
                  <a:pt x="25455" y="44579"/>
                </a:lnTo>
                <a:lnTo>
                  <a:pt x="45106" y="44579"/>
                </a:lnTo>
                <a:cubicBezTo>
                  <a:pt x="50206" y="44579"/>
                  <a:pt x="53613" y="43805"/>
                  <a:pt x="55328" y="42258"/>
                </a:cubicBezTo>
                <a:cubicBezTo>
                  <a:pt x="57614" y="40226"/>
                  <a:pt x="58889" y="36647"/>
                  <a:pt x="59153" y="31522"/>
                </a:cubicBezTo>
                <a:lnTo>
                  <a:pt x="61592" y="31522"/>
                </a:lnTo>
                <a:lnTo>
                  <a:pt x="61592" y="62648"/>
                </a:lnTo>
                <a:lnTo>
                  <a:pt x="59153" y="62648"/>
                </a:lnTo>
                <a:cubicBezTo>
                  <a:pt x="58537" y="58338"/>
                  <a:pt x="57922" y="55574"/>
                  <a:pt x="57306" y="54355"/>
                </a:cubicBezTo>
                <a:cubicBezTo>
                  <a:pt x="56515" y="52831"/>
                  <a:pt x="55218" y="51635"/>
                  <a:pt x="53415" y="50765"/>
                </a:cubicBezTo>
                <a:cubicBezTo>
                  <a:pt x="51613" y="49894"/>
                  <a:pt x="48843" y="49459"/>
                  <a:pt x="45106" y="49459"/>
                </a:cubicBezTo>
                <a:lnTo>
                  <a:pt x="25455" y="49459"/>
                </a:lnTo>
                <a:lnTo>
                  <a:pt x="25455" y="78887"/>
                </a:lnTo>
                <a:cubicBezTo>
                  <a:pt x="25455" y="82836"/>
                  <a:pt x="25631" y="85239"/>
                  <a:pt x="25982" y="86095"/>
                </a:cubicBezTo>
                <a:cubicBezTo>
                  <a:pt x="26334" y="86951"/>
                  <a:pt x="26949" y="87632"/>
                  <a:pt x="27829" y="88137"/>
                </a:cubicBezTo>
                <a:cubicBezTo>
                  <a:pt x="28708" y="88642"/>
                  <a:pt x="30379" y="88894"/>
                  <a:pt x="32841" y="88894"/>
                </a:cubicBezTo>
                <a:lnTo>
                  <a:pt x="48008" y="88894"/>
                </a:lnTo>
                <a:cubicBezTo>
                  <a:pt x="53064" y="88894"/>
                  <a:pt x="56735" y="88542"/>
                  <a:pt x="59021" y="87839"/>
                </a:cubicBezTo>
                <a:cubicBezTo>
                  <a:pt x="61307" y="87135"/>
                  <a:pt x="63505" y="85750"/>
                  <a:pt x="65615" y="83684"/>
                </a:cubicBezTo>
                <a:cubicBezTo>
                  <a:pt x="68341" y="80958"/>
                  <a:pt x="71133" y="76848"/>
                  <a:pt x="73990" y="71352"/>
                </a:cubicBezTo>
                <a:lnTo>
                  <a:pt x="76628" y="71352"/>
                </a:lnTo>
                <a:lnTo>
                  <a:pt x="68912" y="93774"/>
                </a:lnTo>
                <a:lnTo>
                  <a:pt x="0" y="93774"/>
                </a:lnTo>
                <a:lnTo>
                  <a:pt x="0" y="91334"/>
                </a:lnTo>
                <a:lnTo>
                  <a:pt x="3165" y="91334"/>
                </a:lnTo>
                <a:cubicBezTo>
                  <a:pt x="5276" y="91334"/>
                  <a:pt x="7276" y="90828"/>
                  <a:pt x="9166" y="89817"/>
                </a:cubicBezTo>
                <a:cubicBezTo>
                  <a:pt x="10573" y="89113"/>
                  <a:pt x="11529" y="88058"/>
                  <a:pt x="12035" y="86652"/>
                </a:cubicBezTo>
                <a:cubicBezTo>
                  <a:pt x="12541" y="85245"/>
                  <a:pt x="12793" y="82365"/>
                  <a:pt x="12793" y="78013"/>
                </a:cubicBezTo>
                <a:lnTo>
                  <a:pt x="12793" y="19915"/>
                </a:lnTo>
                <a:cubicBezTo>
                  <a:pt x="12793" y="14244"/>
                  <a:pt x="12222" y="10749"/>
                  <a:pt x="11079" y="9430"/>
                </a:cubicBezTo>
                <a:cubicBezTo>
                  <a:pt x="9496" y="7672"/>
                  <a:pt x="6858" y="6792"/>
                  <a:pt x="3165" y="6792"/>
                </a:cubicBezTo>
                <a:lnTo>
                  <a:pt x="0" y="6792"/>
                </a:lnTo>
                <a:lnTo>
                  <a:pt x="0" y="4352"/>
                </a:lnTo>
                <a:lnTo>
                  <a:pt x="68912" y="4352"/>
                </a:lnTo>
                <a:lnTo>
                  <a:pt x="69902" y="23872"/>
                </a:lnTo>
                <a:lnTo>
                  <a:pt x="67330" y="23872"/>
                </a:lnTo>
                <a:cubicBezTo>
                  <a:pt x="66406" y="19189"/>
                  <a:pt x="65384" y="15972"/>
                  <a:pt x="64263" y="14221"/>
                </a:cubicBezTo>
                <a:cubicBezTo>
                  <a:pt x="63142" y="12471"/>
                  <a:pt x="61483" y="11136"/>
                  <a:pt x="59284" y="10217"/>
                </a:cubicBezTo>
                <a:cubicBezTo>
                  <a:pt x="57526" y="9561"/>
                  <a:pt x="54426" y="9232"/>
                  <a:pt x="49986" y="9232"/>
                </a:cubicBezTo>
                <a:lnTo>
                  <a:pt x="25455" y="9232"/>
                </a:lnTo>
                <a:close/>
                <a:moveTo>
                  <a:pt x="101577" y="44447"/>
                </a:moveTo>
                <a:cubicBezTo>
                  <a:pt x="108655" y="35918"/>
                  <a:pt x="115403" y="31654"/>
                  <a:pt x="121822" y="31654"/>
                </a:cubicBezTo>
                <a:cubicBezTo>
                  <a:pt x="125119" y="31654"/>
                  <a:pt x="127955" y="32476"/>
                  <a:pt x="130329" y="34122"/>
                </a:cubicBezTo>
                <a:cubicBezTo>
                  <a:pt x="132703" y="35767"/>
                  <a:pt x="134593" y="38475"/>
                  <a:pt x="136000" y="42248"/>
                </a:cubicBezTo>
                <a:cubicBezTo>
                  <a:pt x="136967" y="44879"/>
                  <a:pt x="137451" y="48915"/>
                  <a:pt x="137451" y="54355"/>
                </a:cubicBezTo>
                <a:lnTo>
                  <a:pt x="137451" y="80082"/>
                </a:lnTo>
                <a:cubicBezTo>
                  <a:pt x="137451" y="83898"/>
                  <a:pt x="137758" y="86487"/>
                  <a:pt x="138374" y="87847"/>
                </a:cubicBezTo>
                <a:cubicBezTo>
                  <a:pt x="138857" y="88943"/>
                  <a:pt x="139638" y="89798"/>
                  <a:pt x="140715" y="90412"/>
                </a:cubicBezTo>
                <a:cubicBezTo>
                  <a:pt x="141792" y="91027"/>
                  <a:pt x="143781" y="91334"/>
                  <a:pt x="146683" y="91334"/>
                </a:cubicBezTo>
                <a:lnTo>
                  <a:pt x="146683" y="93774"/>
                </a:lnTo>
                <a:lnTo>
                  <a:pt x="116810" y="93774"/>
                </a:lnTo>
                <a:lnTo>
                  <a:pt x="116810" y="91334"/>
                </a:lnTo>
                <a:lnTo>
                  <a:pt x="118063" y="91334"/>
                </a:lnTo>
                <a:cubicBezTo>
                  <a:pt x="120877" y="91334"/>
                  <a:pt x="122844" y="90907"/>
                  <a:pt x="123965" y="90054"/>
                </a:cubicBezTo>
                <a:cubicBezTo>
                  <a:pt x="125086" y="89201"/>
                  <a:pt x="125866" y="87944"/>
                  <a:pt x="126306" y="86283"/>
                </a:cubicBezTo>
                <a:cubicBezTo>
                  <a:pt x="126482" y="85626"/>
                  <a:pt x="126570" y="83570"/>
                  <a:pt x="126570" y="80115"/>
                </a:cubicBezTo>
                <a:lnTo>
                  <a:pt x="126570" y="55511"/>
                </a:lnTo>
                <a:cubicBezTo>
                  <a:pt x="126570" y="50045"/>
                  <a:pt x="125855" y="46076"/>
                  <a:pt x="124427" y="43604"/>
                </a:cubicBezTo>
                <a:cubicBezTo>
                  <a:pt x="122998" y="41132"/>
                  <a:pt x="120591" y="39897"/>
                  <a:pt x="117206" y="39897"/>
                </a:cubicBezTo>
                <a:cubicBezTo>
                  <a:pt x="111974" y="39897"/>
                  <a:pt x="106764" y="42740"/>
                  <a:pt x="101577" y="48426"/>
                </a:cubicBezTo>
                <a:lnTo>
                  <a:pt x="101577" y="80115"/>
                </a:lnTo>
                <a:cubicBezTo>
                  <a:pt x="101577" y="84183"/>
                  <a:pt x="101818" y="86698"/>
                  <a:pt x="102302" y="87659"/>
                </a:cubicBezTo>
                <a:cubicBezTo>
                  <a:pt x="102918" y="88927"/>
                  <a:pt x="103764" y="89857"/>
                  <a:pt x="104841" y="90447"/>
                </a:cubicBezTo>
                <a:cubicBezTo>
                  <a:pt x="105918" y="91038"/>
                  <a:pt x="108105" y="91334"/>
                  <a:pt x="111402" y="91334"/>
                </a:cubicBezTo>
                <a:lnTo>
                  <a:pt x="111402" y="93774"/>
                </a:lnTo>
                <a:lnTo>
                  <a:pt x="81529" y="93774"/>
                </a:lnTo>
                <a:lnTo>
                  <a:pt x="81529" y="91334"/>
                </a:lnTo>
                <a:lnTo>
                  <a:pt x="82848" y="91334"/>
                </a:lnTo>
                <a:cubicBezTo>
                  <a:pt x="85926" y="91334"/>
                  <a:pt x="88003" y="90555"/>
                  <a:pt x="89080" y="88999"/>
                </a:cubicBezTo>
                <a:cubicBezTo>
                  <a:pt x="90157" y="87441"/>
                  <a:pt x="90696" y="84468"/>
                  <a:pt x="90696" y="80082"/>
                </a:cubicBezTo>
                <a:lnTo>
                  <a:pt x="90696" y="57710"/>
                </a:lnTo>
                <a:cubicBezTo>
                  <a:pt x="90696" y="50473"/>
                  <a:pt x="90531" y="46065"/>
                  <a:pt x="90201" y="44486"/>
                </a:cubicBezTo>
                <a:cubicBezTo>
                  <a:pt x="89871" y="42906"/>
                  <a:pt x="89366" y="41831"/>
                  <a:pt x="88684" y="41261"/>
                </a:cubicBezTo>
                <a:cubicBezTo>
                  <a:pt x="88003" y="40691"/>
                  <a:pt x="87091" y="40406"/>
                  <a:pt x="85948" y="40406"/>
                </a:cubicBezTo>
                <a:cubicBezTo>
                  <a:pt x="84717" y="40406"/>
                  <a:pt x="83244" y="40735"/>
                  <a:pt x="81529" y="41393"/>
                </a:cubicBezTo>
                <a:lnTo>
                  <a:pt x="80540" y="39023"/>
                </a:lnTo>
                <a:lnTo>
                  <a:pt x="98741" y="31654"/>
                </a:lnTo>
                <a:lnTo>
                  <a:pt x="101577" y="31654"/>
                </a:lnTo>
                <a:lnTo>
                  <a:pt x="101577" y="44447"/>
                </a:lnTo>
                <a:close/>
                <a:moveTo>
                  <a:pt x="169038" y="13453"/>
                </a:moveTo>
                <a:lnTo>
                  <a:pt x="169038" y="33368"/>
                </a:lnTo>
                <a:lnTo>
                  <a:pt x="183150" y="33368"/>
                </a:lnTo>
                <a:lnTo>
                  <a:pt x="183150" y="37984"/>
                </a:lnTo>
                <a:lnTo>
                  <a:pt x="169038" y="37984"/>
                </a:lnTo>
                <a:lnTo>
                  <a:pt x="169038" y="77102"/>
                </a:lnTo>
                <a:cubicBezTo>
                  <a:pt x="169038" y="81011"/>
                  <a:pt x="169598" y="83646"/>
                  <a:pt x="170719" y="85007"/>
                </a:cubicBezTo>
                <a:cubicBezTo>
                  <a:pt x="171840" y="86367"/>
                  <a:pt x="173280" y="87047"/>
                  <a:pt x="175039" y="87047"/>
                </a:cubicBezTo>
                <a:cubicBezTo>
                  <a:pt x="176489" y="87047"/>
                  <a:pt x="177896" y="86597"/>
                  <a:pt x="179259" y="85695"/>
                </a:cubicBezTo>
                <a:cubicBezTo>
                  <a:pt x="180622" y="84794"/>
                  <a:pt x="181677" y="83464"/>
                  <a:pt x="182425" y="81706"/>
                </a:cubicBezTo>
                <a:lnTo>
                  <a:pt x="184996" y="81706"/>
                </a:lnTo>
                <a:cubicBezTo>
                  <a:pt x="183458" y="86026"/>
                  <a:pt x="181281" y="89294"/>
                  <a:pt x="178468" y="91509"/>
                </a:cubicBezTo>
                <a:cubicBezTo>
                  <a:pt x="175654" y="93722"/>
                  <a:pt x="172753" y="94829"/>
                  <a:pt x="169763" y="94829"/>
                </a:cubicBezTo>
                <a:cubicBezTo>
                  <a:pt x="167741" y="94829"/>
                  <a:pt x="165762" y="94267"/>
                  <a:pt x="163828" y="93145"/>
                </a:cubicBezTo>
                <a:cubicBezTo>
                  <a:pt x="161894" y="92023"/>
                  <a:pt x="160465" y="90417"/>
                  <a:pt x="159542" y="88327"/>
                </a:cubicBezTo>
                <a:cubicBezTo>
                  <a:pt x="158618" y="86236"/>
                  <a:pt x="158157" y="83012"/>
                  <a:pt x="158157" y="78654"/>
                </a:cubicBezTo>
                <a:lnTo>
                  <a:pt x="158157" y="37984"/>
                </a:lnTo>
                <a:lnTo>
                  <a:pt x="148595" y="37984"/>
                </a:lnTo>
                <a:lnTo>
                  <a:pt x="148595" y="35808"/>
                </a:lnTo>
                <a:cubicBezTo>
                  <a:pt x="151013" y="34838"/>
                  <a:pt x="153486" y="33196"/>
                  <a:pt x="156014" y="30881"/>
                </a:cubicBezTo>
                <a:cubicBezTo>
                  <a:pt x="158542" y="28566"/>
                  <a:pt x="160795" y="25821"/>
                  <a:pt x="162773" y="22646"/>
                </a:cubicBezTo>
                <a:cubicBezTo>
                  <a:pt x="163784" y="20971"/>
                  <a:pt x="165191" y="17907"/>
                  <a:pt x="166993" y="13453"/>
                </a:cubicBezTo>
                <a:lnTo>
                  <a:pt x="169038" y="13453"/>
                </a:lnTo>
                <a:close/>
                <a:moveTo>
                  <a:pt x="206715" y="31654"/>
                </a:moveTo>
                <a:lnTo>
                  <a:pt x="206715" y="45238"/>
                </a:lnTo>
                <a:cubicBezTo>
                  <a:pt x="211771" y="36182"/>
                  <a:pt x="216959" y="31654"/>
                  <a:pt x="222278" y="31654"/>
                </a:cubicBezTo>
                <a:cubicBezTo>
                  <a:pt x="224696" y="31654"/>
                  <a:pt x="226697" y="32390"/>
                  <a:pt x="228279" y="33863"/>
                </a:cubicBezTo>
                <a:cubicBezTo>
                  <a:pt x="229862" y="35335"/>
                  <a:pt x="230653" y="37039"/>
                  <a:pt x="230653" y="38973"/>
                </a:cubicBezTo>
                <a:cubicBezTo>
                  <a:pt x="230653" y="40688"/>
                  <a:pt x="230082" y="42139"/>
                  <a:pt x="228939" y="43326"/>
                </a:cubicBezTo>
                <a:cubicBezTo>
                  <a:pt x="227796" y="44513"/>
                  <a:pt x="226433" y="45106"/>
                  <a:pt x="224850" y="45106"/>
                </a:cubicBezTo>
                <a:cubicBezTo>
                  <a:pt x="223312" y="45106"/>
                  <a:pt x="221586" y="44348"/>
                  <a:pt x="219674" y="42831"/>
                </a:cubicBezTo>
                <a:cubicBezTo>
                  <a:pt x="217761" y="41314"/>
                  <a:pt x="216343" y="40556"/>
                  <a:pt x="215420" y="40556"/>
                </a:cubicBezTo>
                <a:cubicBezTo>
                  <a:pt x="214629" y="40556"/>
                  <a:pt x="213772" y="40994"/>
                  <a:pt x="212848" y="41871"/>
                </a:cubicBezTo>
                <a:cubicBezTo>
                  <a:pt x="210870" y="43669"/>
                  <a:pt x="208826" y="46629"/>
                  <a:pt x="206715" y="50751"/>
                </a:cubicBezTo>
                <a:lnTo>
                  <a:pt x="206715" y="79626"/>
                </a:lnTo>
                <a:cubicBezTo>
                  <a:pt x="206715" y="82958"/>
                  <a:pt x="207133" y="85479"/>
                  <a:pt x="207968" y="87189"/>
                </a:cubicBezTo>
                <a:cubicBezTo>
                  <a:pt x="208540" y="88374"/>
                  <a:pt x="209551" y="89361"/>
                  <a:pt x="211002" y="90151"/>
                </a:cubicBezTo>
                <a:cubicBezTo>
                  <a:pt x="212453" y="90939"/>
                  <a:pt x="214541" y="91334"/>
                  <a:pt x="217267" y="91334"/>
                </a:cubicBezTo>
                <a:lnTo>
                  <a:pt x="217267" y="93774"/>
                </a:lnTo>
                <a:lnTo>
                  <a:pt x="186338" y="93774"/>
                </a:lnTo>
                <a:lnTo>
                  <a:pt x="186338" y="91334"/>
                </a:lnTo>
                <a:cubicBezTo>
                  <a:pt x="189416" y="91334"/>
                  <a:pt x="191702" y="90851"/>
                  <a:pt x="193197" y="89887"/>
                </a:cubicBezTo>
                <a:cubicBezTo>
                  <a:pt x="194296" y="89185"/>
                  <a:pt x="195065" y="88066"/>
                  <a:pt x="195505" y="86530"/>
                </a:cubicBezTo>
                <a:cubicBezTo>
                  <a:pt x="195725" y="85784"/>
                  <a:pt x="195835" y="83657"/>
                  <a:pt x="195835" y="80148"/>
                </a:cubicBezTo>
                <a:lnTo>
                  <a:pt x="195835" y="56789"/>
                </a:lnTo>
                <a:cubicBezTo>
                  <a:pt x="195835" y="49770"/>
                  <a:pt x="195692" y="45592"/>
                  <a:pt x="195406" y="44255"/>
                </a:cubicBezTo>
                <a:cubicBezTo>
                  <a:pt x="195120" y="42917"/>
                  <a:pt x="194593" y="41941"/>
                  <a:pt x="193823" y="41327"/>
                </a:cubicBezTo>
                <a:cubicBezTo>
                  <a:pt x="193054" y="40713"/>
                  <a:pt x="192098" y="40406"/>
                  <a:pt x="190955" y="40406"/>
                </a:cubicBezTo>
                <a:cubicBezTo>
                  <a:pt x="189592" y="40406"/>
                  <a:pt x="188053" y="40735"/>
                  <a:pt x="186338" y="41393"/>
                </a:cubicBezTo>
                <a:lnTo>
                  <a:pt x="185679" y="39023"/>
                </a:lnTo>
                <a:lnTo>
                  <a:pt x="203946" y="31654"/>
                </a:lnTo>
                <a:lnTo>
                  <a:pt x="206715" y="31654"/>
                </a:lnTo>
                <a:close/>
                <a:moveTo>
                  <a:pt x="249380" y="0"/>
                </a:moveTo>
                <a:cubicBezTo>
                  <a:pt x="251227" y="0"/>
                  <a:pt x="252798" y="652"/>
                  <a:pt x="254095" y="1956"/>
                </a:cubicBezTo>
                <a:cubicBezTo>
                  <a:pt x="255392" y="3258"/>
                  <a:pt x="256041" y="4837"/>
                  <a:pt x="256041" y="6693"/>
                </a:cubicBezTo>
                <a:cubicBezTo>
                  <a:pt x="256041" y="8549"/>
                  <a:pt x="255392" y="10140"/>
                  <a:pt x="254095" y="11466"/>
                </a:cubicBezTo>
                <a:cubicBezTo>
                  <a:pt x="252798" y="12791"/>
                  <a:pt x="251227" y="13453"/>
                  <a:pt x="249380" y="13453"/>
                </a:cubicBezTo>
                <a:cubicBezTo>
                  <a:pt x="247534" y="13453"/>
                  <a:pt x="245951" y="12791"/>
                  <a:pt x="244632" y="11466"/>
                </a:cubicBezTo>
                <a:cubicBezTo>
                  <a:pt x="243313" y="10140"/>
                  <a:pt x="242654" y="8549"/>
                  <a:pt x="242654" y="6693"/>
                </a:cubicBezTo>
                <a:cubicBezTo>
                  <a:pt x="242654" y="4837"/>
                  <a:pt x="243302" y="3258"/>
                  <a:pt x="244599" y="1956"/>
                </a:cubicBezTo>
                <a:cubicBezTo>
                  <a:pt x="245896" y="652"/>
                  <a:pt x="247490" y="0"/>
                  <a:pt x="249380" y="0"/>
                </a:cubicBezTo>
                <a:moveTo>
                  <a:pt x="254854" y="31654"/>
                </a:moveTo>
                <a:lnTo>
                  <a:pt x="254854" y="80082"/>
                </a:lnTo>
                <a:cubicBezTo>
                  <a:pt x="254854" y="83854"/>
                  <a:pt x="255128" y="86366"/>
                  <a:pt x="255678" y="87616"/>
                </a:cubicBezTo>
                <a:cubicBezTo>
                  <a:pt x="256227" y="88866"/>
                  <a:pt x="257041" y="89798"/>
                  <a:pt x="258118" y="90412"/>
                </a:cubicBezTo>
                <a:cubicBezTo>
                  <a:pt x="259195" y="91027"/>
                  <a:pt x="261162" y="91334"/>
                  <a:pt x="264020" y="91334"/>
                </a:cubicBezTo>
                <a:lnTo>
                  <a:pt x="264020" y="93774"/>
                </a:lnTo>
                <a:lnTo>
                  <a:pt x="234674" y="93774"/>
                </a:lnTo>
                <a:lnTo>
                  <a:pt x="234674" y="91334"/>
                </a:lnTo>
                <a:cubicBezTo>
                  <a:pt x="237620" y="91334"/>
                  <a:pt x="239598" y="91049"/>
                  <a:pt x="240609" y="90478"/>
                </a:cubicBezTo>
                <a:cubicBezTo>
                  <a:pt x="241621" y="89908"/>
                  <a:pt x="242423" y="88965"/>
                  <a:pt x="243016" y="87649"/>
                </a:cubicBezTo>
                <a:cubicBezTo>
                  <a:pt x="243610" y="86333"/>
                  <a:pt x="243907" y="83810"/>
                  <a:pt x="243907" y="80082"/>
                </a:cubicBezTo>
                <a:lnTo>
                  <a:pt x="243907" y="56855"/>
                </a:lnTo>
                <a:cubicBezTo>
                  <a:pt x="243907" y="50318"/>
                  <a:pt x="243709" y="46085"/>
                  <a:pt x="243313" y="44156"/>
                </a:cubicBezTo>
                <a:cubicBezTo>
                  <a:pt x="243005" y="42752"/>
                  <a:pt x="242522" y="41776"/>
                  <a:pt x="241862" y="41228"/>
                </a:cubicBezTo>
                <a:cubicBezTo>
                  <a:pt x="241203" y="40680"/>
                  <a:pt x="240302" y="40406"/>
                  <a:pt x="239159" y="40406"/>
                </a:cubicBezTo>
                <a:cubicBezTo>
                  <a:pt x="237928" y="40406"/>
                  <a:pt x="236433" y="40735"/>
                  <a:pt x="234674" y="41393"/>
                </a:cubicBezTo>
                <a:lnTo>
                  <a:pt x="233751" y="39023"/>
                </a:lnTo>
                <a:lnTo>
                  <a:pt x="251952" y="31654"/>
                </a:lnTo>
                <a:lnTo>
                  <a:pt x="254854" y="31654"/>
                </a:lnTo>
                <a:close/>
                <a:moveTo>
                  <a:pt x="281715" y="56185"/>
                </a:moveTo>
                <a:cubicBezTo>
                  <a:pt x="281671" y="65133"/>
                  <a:pt x="283847" y="72151"/>
                  <a:pt x="288244" y="77240"/>
                </a:cubicBezTo>
                <a:cubicBezTo>
                  <a:pt x="292640" y="82327"/>
                  <a:pt x="297806" y="84871"/>
                  <a:pt x="303741" y="84871"/>
                </a:cubicBezTo>
                <a:cubicBezTo>
                  <a:pt x="307697" y="84871"/>
                  <a:pt x="311138" y="83783"/>
                  <a:pt x="314061" y="81607"/>
                </a:cubicBezTo>
                <a:cubicBezTo>
                  <a:pt x="316985" y="79431"/>
                  <a:pt x="319436" y="75705"/>
                  <a:pt x="321414" y="70429"/>
                </a:cubicBezTo>
                <a:lnTo>
                  <a:pt x="323458" y="71748"/>
                </a:lnTo>
                <a:cubicBezTo>
                  <a:pt x="322535" y="77771"/>
                  <a:pt x="319853" y="83255"/>
                  <a:pt x="315413" y="88201"/>
                </a:cubicBezTo>
                <a:cubicBezTo>
                  <a:pt x="310973" y="93147"/>
                  <a:pt x="305411" y="95620"/>
                  <a:pt x="298729" y="95620"/>
                </a:cubicBezTo>
                <a:cubicBezTo>
                  <a:pt x="291475" y="95620"/>
                  <a:pt x="285265" y="92802"/>
                  <a:pt x="280100" y="87165"/>
                </a:cubicBezTo>
                <a:cubicBezTo>
                  <a:pt x="274934" y="81526"/>
                  <a:pt x="272351" y="73947"/>
                  <a:pt x="272351" y="64426"/>
                </a:cubicBezTo>
                <a:cubicBezTo>
                  <a:pt x="272351" y="54117"/>
                  <a:pt x="275000" y="46078"/>
                  <a:pt x="280297" y="40309"/>
                </a:cubicBezTo>
                <a:cubicBezTo>
                  <a:pt x="285595" y="34539"/>
                  <a:pt x="292244" y="31654"/>
                  <a:pt x="300246" y="31654"/>
                </a:cubicBezTo>
                <a:cubicBezTo>
                  <a:pt x="307016" y="31654"/>
                  <a:pt x="312577" y="33879"/>
                  <a:pt x="316930" y="38330"/>
                </a:cubicBezTo>
                <a:cubicBezTo>
                  <a:pt x="321282" y="42780"/>
                  <a:pt x="323458" y="48732"/>
                  <a:pt x="323458" y="56185"/>
                </a:cubicBezTo>
                <a:lnTo>
                  <a:pt x="281715" y="56185"/>
                </a:lnTo>
                <a:moveTo>
                  <a:pt x="281715" y="52360"/>
                </a:moveTo>
                <a:lnTo>
                  <a:pt x="309676" y="52360"/>
                </a:lnTo>
                <a:cubicBezTo>
                  <a:pt x="309456" y="48491"/>
                  <a:pt x="308994" y="45766"/>
                  <a:pt x="308291" y="44183"/>
                </a:cubicBezTo>
                <a:cubicBezTo>
                  <a:pt x="307192" y="41721"/>
                  <a:pt x="305554" y="39787"/>
                  <a:pt x="303378" y="38380"/>
                </a:cubicBezTo>
                <a:cubicBezTo>
                  <a:pt x="301202" y="36973"/>
                  <a:pt x="298927" y="36270"/>
                  <a:pt x="296553" y="36270"/>
                </a:cubicBezTo>
                <a:cubicBezTo>
                  <a:pt x="292904" y="36270"/>
                  <a:pt x="289640" y="37687"/>
                  <a:pt x="286760" y="40523"/>
                </a:cubicBezTo>
                <a:cubicBezTo>
                  <a:pt x="283880" y="43359"/>
                  <a:pt x="282199" y="47304"/>
                  <a:pt x="281715" y="52360"/>
                </a:cubicBezTo>
                <a:close/>
                <a:moveTo>
                  <a:pt x="370564" y="31654"/>
                </a:moveTo>
                <a:lnTo>
                  <a:pt x="370564" y="52096"/>
                </a:lnTo>
                <a:lnTo>
                  <a:pt x="368388" y="52096"/>
                </a:lnTo>
                <a:cubicBezTo>
                  <a:pt x="366717" y="45685"/>
                  <a:pt x="364574" y="41323"/>
                  <a:pt x="361958" y="39013"/>
                </a:cubicBezTo>
                <a:cubicBezTo>
                  <a:pt x="359343" y="36700"/>
                  <a:pt x="356012" y="35544"/>
                  <a:pt x="351968" y="35544"/>
                </a:cubicBezTo>
                <a:cubicBezTo>
                  <a:pt x="348890" y="35544"/>
                  <a:pt x="346406" y="36357"/>
                  <a:pt x="344516" y="37982"/>
                </a:cubicBezTo>
                <a:cubicBezTo>
                  <a:pt x="342626" y="39606"/>
                  <a:pt x="341680" y="41407"/>
                  <a:pt x="341680" y="43383"/>
                </a:cubicBezTo>
                <a:cubicBezTo>
                  <a:pt x="341680" y="45843"/>
                  <a:pt x="342384" y="47950"/>
                  <a:pt x="343791" y="49706"/>
                </a:cubicBezTo>
                <a:cubicBezTo>
                  <a:pt x="345154" y="51507"/>
                  <a:pt x="347923" y="53417"/>
                  <a:pt x="352100" y="55437"/>
                </a:cubicBezTo>
                <a:lnTo>
                  <a:pt x="361728" y="60115"/>
                </a:lnTo>
                <a:cubicBezTo>
                  <a:pt x="370652" y="64462"/>
                  <a:pt x="375114" y="70193"/>
                  <a:pt x="375114" y="77308"/>
                </a:cubicBezTo>
                <a:cubicBezTo>
                  <a:pt x="375114" y="82797"/>
                  <a:pt x="373037" y="87221"/>
                  <a:pt x="368883" y="90581"/>
                </a:cubicBezTo>
                <a:cubicBezTo>
                  <a:pt x="364728" y="93941"/>
                  <a:pt x="360079" y="95620"/>
                  <a:pt x="354935" y="95620"/>
                </a:cubicBezTo>
                <a:cubicBezTo>
                  <a:pt x="351242" y="95620"/>
                  <a:pt x="347022" y="94961"/>
                  <a:pt x="342274" y="93642"/>
                </a:cubicBezTo>
                <a:cubicBezTo>
                  <a:pt x="340823" y="93202"/>
                  <a:pt x="339636" y="92982"/>
                  <a:pt x="338713" y="92982"/>
                </a:cubicBezTo>
                <a:cubicBezTo>
                  <a:pt x="337702" y="92982"/>
                  <a:pt x="336910" y="93554"/>
                  <a:pt x="336339" y="94697"/>
                </a:cubicBezTo>
                <a:lnTo>
                  <a:pt x="334163" y="94697"/>
                </a:lnTo>
                <a:lnTo>
                  <a:pt x="334163" y="73067"/>
                </a:lnTo>
                <a:lnTo>
                  <a:pt x="336339" y="73067"/>
                </a:lnTo>
                <a:cubicBezTo>
                  <a:pt x="337570" y="79244"/>
                  <a:pt x="339922" y="83898"/>
                  <a:pt x="343395" y="87031"/>
                </a:cubicBezTo>
                <a:cubicBezTo>
                  <a:pt x="346868" y="90163"/>
                  <a:pt x="350759" y="91729"/>
                  <a:pt x="355067" y="91729"/>
                </a:cubicBezTo>
                <a:cubicBezTo>
                  <a:pt x="358101" y="91729"/>
                  <a:pt x="360574" y="90840"/>
                  <a:pt x="362486" y="89063"/>
                </a:cubicBezTo>
                <a:cubicBezTo>
                  <a:pt x="364398" y="87284"/>
                  <a:pt x="365355" y="85142"/>
                  <a:pt x="365355" y="82639"/>
                </a:cubicBezTo>
                <a:cubicBezTo>
                  <a:pt x="365355" y="79608"/>
                  <a:pt x="364289" y="77061"/>
                  <a:pt x="362156" y="74998"/>
                </a:cubicBezTo>
                <a:cubicBezTo>
                  <a:pt x="360024" y="72934"/>
                  <a:pt x="355771" y="70322"/>
                  <a:pt x="349396" y="67161"/>
                </a:cubicBezTo>
                <a:cubicBezTo>
                  <a:pt x="343021" y="63998"/>
                  <a:pt x="338845" y="61143"/>
                  <a:pt x="336866" y="58596"/>
                </a:cubicBezTo>
                <a:cubicBezTo>
                  <a:pt x="334888" y="56093"/>
                  <a:pt x="333899" y="52931"/>
                  <a:pt x="333899" y="49110"/>
                </a:cubicBezTo>
                <a:cubicBezTo>
                  <a:pt x="333899" y="44148"/>
                  <a:pt x="335602" y="39998"/>
                  <a:pt x="339010" y="36661"/>
                </a:cubicBezTo>
                <a:cubicBezTo>
                  <a:pt x="342417" y="33323"/>
                  <a:pt x="346824" y="31654"/>
                  <a:pt x="352232" y="31654"/>
                </a:cubicBezTo>
                <a:cubicBezTo>
                  <a:pt x="354606" y="31654"/>
                  <a:pt x="357485" y="32159"/>
                  <a:pt x="360870" y="33170"/>
                </a:cubicBezTo>
                <a:cubicBezTo>
                  <a:pt x="363112" y="33830"/>
                  <a:pt x="364607" y="34159"/>
                  <a:pt x="365355" y="34159"/>
                </a:cubicBezTo>
                <a:cubicBezTo>
                  <a:pt x="366058" y="34159"/>
                  <a:pt x="366608" y="34006"/>
                  <a:pt x="367003" y="33698"/>
                </a:cubicBezTo>
                <a:cubicBezTo>
                  <a:pt x="367399" y="33390"/>
                  <a:pt x="367861" y="32709"/>
                  <a:pt x="368388" y="31654"/>
                </a:cubicBezTo>
                <a:lnTo>
                  <a:pt x="370564" y="316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（sharedacrosslayers）">
            <a:extLst xmlns:a="http://schemas.openxmlformats.org/drawingml/2006/main">
              <a:ext uri="{FF2B5EF4-FFF2-40B4-BE49-F238E27FC236}">
                <a16:creationId xmlns:a16="http://schemas.microsoft.com/office/drawing/2014/main" id="{F9C24919-03F3-4BEF-A99D-E5992B77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201" y="5835936"/>
            <a:ext cx="1173884" cy="131230"/>
          </a:xfrm>
          <a:custGeom xmlns:a="http://schemas.openxmlformats.org/drawingml/2006/main">
            <a:pathLst>
              <a:path w="1173884" h="131230">
                <a:moveTo>
                  <a:pt x="23542" y="125295"/>
                </a:moveTo>
                <a:cubicBezTo>
                  <a:pt x="7847" y="108150"/>
                  <a:pt x="0" y="87399"/>
                  <a:pt x="0" y="63043"/>
                </a:cubicBezTo>
                <a:cubicBezTo>
                  <a:pt x="0" y="38380"/>
                  <a:pt x="7847" y="17365"/>
                  <a:pt x="23542" y="0"/>
                </a:cubicBezTo>
                <a:lnTo>
                  <a:pt x="34885" y="0"/>
                </a:lnTo>
                <a:cubicBezTo>
                  <a:pt x="19278" y="17805"/>
                  <a:pt x="11474" y="38776"/>
                  <a:pt x="11474" y="62911"/>
                </a:cubicBezTo>
                <a:cubicBezTo>
                  <a:pt x="11474" y="86696"/>
                  <a:pt x="19234" y="107490"/>
                  <a:pt x="34753" y="125295"/>
                </a:cubicBezTo>
                <a:lnTo>
                  <a:pt x="23542" y="125295"/>
                </a:lnTo>
                <a:close/>
                <a:moveTo>
                  <a:pt x="90278" y="39963"/>
                </a:moveTo>
                <a:lnTo>
                  <a:pt x="90278" y="60405"/>
                </a:lnTo>
                <a:lnTo>
                  <a:pt x="88102" y="60405"/>
                </a:lnTo>
                <a:cubicBezTo>
                  <a:pt x="86431" y="53994"/>
                  <a:pt x="84288" y="49632"/>
                  <a:pt x="81672" y="47322"/>
                </a:cubicBezTo>
                <a:cubicBezTo>
                  <a:pt x="79056" y="45009"/>
                  <a:pt x="75726" y="43853"/>
                  <a:pt x="71681" y="43853"/>
                </a:cubicBezTo>
                <a:cubicBezTo>
                  <a:pt x="68604" y="43853"/>
                  <a:pt x="66120" y="44666"/>
                  <a:pt x="64230" y="46291"/>
                </a:cubicBezTo>
                <a:cubicBezTo>
                  <a:pt x="62339" y="47915"/>
                  <a:pt x="61394" y="49716"/>
                  <a:pt x="61394" y="51693"/>
                </a:cubicBezTo>
                <a:cubicBezTo>
                  <a:pt x="61394" y="54152"/>
                  <a:pt x="62097" y="56259"/>
                  <a:pt x="63504" y="58015"/>
                </a:cubicBezTo>
                <a:cubicBezTo>
                  <a:pt x="64867" y="59816"/>
                  <a:pt x="67637" y="61726"/>
                  <a:pt x="71813" y="63746"/>
                </a:cubicBezTo>
                <a:lnTo>
                  <a:pt x="81441" y="68424"/>
                </a:lnTo>
                <a:cubicBezTo>
                  <a:pt x="90366" y="72771"/>
                  <a:pt x="94828" y="78502"/>
                  <a:pt x="94828" y="85617"/>
                </a:cubicBezTo>
                <a:cubicBezTo>
                  <a:pt x="94828" y="91106"/>
                  <a:pt x="92751" y="95530"/>
                  <a:pt x="88596" y="98891"/>
                </a:cubicBezTo>
                <a:cubicBezTo>
                  <a:pt x="84442" y="102250"/>
                  <a:pt x="79793" y="103929"/>
                  <a:pt x="74649" y="103929"/>
                </a:cubicBezTo>
                <a:cubicBezTo>
                  <a:pt x="70956" y="103929"/>
                  <a:pt x="66735" y="103270"/>
                  <a:pt x="61987" y="101951"/>
                </a:cubicBezTo>
                <a:cubicBezTo>
                  <a:pt x="60537" y="101511"/>
                  <a:pt x="59350" y="101291"/>
                  <a:pt x="58426" y="101291"/>
                </a:cubicBezTo>
                <a:cubicBezTo>
                  <a:pt x="57415" y="101291"/>
                  <a:pt x="56624" y="101863"/>
                  <a:pt x="56052" y="103006"/>
                </a:cubicBezTo>
                <a:lnTo>
                  <a:pt x="53876" y="103006"/>
                </a:lnTo>
                <a:lnTo>
                  <a:pt x="53876" y="81376"/>
                </a:lnTo>
                <a:lnTo>
                  <a:pt x="56052" y="81376"/>
                </a:lnTo>
                <a:cubicBezTo>
                  <a:pt x="57283" y="87553"/>
                  <a:pt x="59635" y="92207"/>
                  <a:pt x="63108" y="95340"/>
                </a:cubicBezTo>
                <a:cubicBezTo>
                  <a:pt x="66582" y="98472"/>
                  <a:pt x="70472" y="100038"/>
                  <a:pt x="74781" y="100038"/>
                </a:cubicBezTo>
                <a:cubicBezTo>
                  <a:pt x="77814" y="100038"/>
                  <a:pt x="80287" y="99149"/>
                  <a:pt x="82200" y="97372"/>
                </a:cubicBezTo>
                <a:cubicBezTo>
                  <a:pt x="84112" y="95593"/>
                  <a:pt x="85068" y="93451"/>
                  <a:pt x="85068" y="90948"/>
                </a:cubicBezTo>
                <a:cubicBezTo>
                  <a:pt x="85068" y="87918"/>
                  <a:pt x="84002" y="85370"/>
                  <a:pt x="81870" y="83307"/>
                </a:cubicBezTo>
                <a:cubicBezTo>
                  <a:pt x="79738" y="81243"/>
                  <a:pt x="75484" y="78631"/>
                  <a:pt x="69109" y="75470"/>
                </a:cubicBezTo>
                <a:cubicBezTo>
                  <a:pt x="62735" y="72307"/>
                  <a:pt x="58558" y="69452"/>
                  <a:pt x="56580" y="66905"/>
                </a:cubicBezTo>
                <a:cubicBezTo>
                  <a:pt x="54602" y="64402"/>
                  <a:pt x="53612" y="61240"/>
                  <a:pt x="53612" y="57419"/>
                </a:cubicBezTo>
                <a:cubicBezTo>
                  <a:pt x="53612" y="52457"/>
                  <a:pt x="55316" y="48307"/>
                  <a:pt x="58723" y="44970"/>
                </a:cubicBezTo>
                <a:cubicBezTo>
                  <a:pt x="62130" y="41632"/>
                  <a:pt x="66538" y="39963"/>
                  <a:pt x="71945" y="39963"/>
                </a:cubicBezTo>
                <a:cubicBezTo>
                  <a:pt x="74319" y="39963"/>
                  <a:pt x="77199" y="40468"/>
                  <a:pt x="80584" y="41479"/>
                </a:cubicBezTo>
                <a:cubicBezTo>
                  <a:pt x="82826" y="42139"/>
                  <a:pt x="84321" y="42468"/>
                  <a:pt x="85068" y="42468"/>
                </a:cubicBezTo>
                <a:cubicBezTo>
                  <a:pt x="85772" y="42468"/>
                  <a:pt x="86321" y="42315"/>
                  <a:pt x="86717" y="42007"/>
                </a:cubicBezTo>
                <a:cubicBezTo>
                  <a:pt x="87112" y="41699"/>
                  <a:pt x="87574" y="41018"/>
                  <a:pt x="88102" y="39963"/>
                </a:cubicBezTo>
                <a:lnTo>
                  <a:pt x="90278" y="39963"/>
                </a:lnTo>
                <a:close/>
                <a:moveTo>
                  <a:pt x="121515" y="8309"/>
                </a:moveTo>
                <a:lnTo>
                  <a:pt x="121515" y="52558"/>
                </a:lnTo>
                <a:cubicBezTo>
                  <a:pt x="126395" y="47195"/>
                  <a:pt x="130263" y="43754"/>
                  <a:pt x="133121" y="42238"/>
                </a:cubicBezTo>
                <a:cubicBezTo>
                  <a:pt x="135979" y="40721"/>
                  <a:pt x="138836" y="39963"/>
                  <a:pt x="141694" y="39963"/>
                </a:cubicBezTo>
                <a:cubicBezTo>
                  <a:pt x="145123" y="39963"/>
                  <a:pt x="148068" y="40906"/>
                  <a:pt x="150530" y="42792"/>
                </a:cubicBezTo>
                <a:cubicBezTo>
                  <a:pt x="152992" y="44678"/>
                  <a:pt x="154817" y="47639"/>
                  <a:pt x="156004" y="51674"/>
                </a:cubicBezTo>
                <a:cubicBezTo>
                  <a:pt x="156839" y="54482"/>
                  <a:pt x="157257" y="59615"/>
                  <a:pt x="157257" y="67072"/>
                </a:cubicBezTo>
                <a:lnTo>
                  <a:pt x="157257" y="88391"/>
                </a:lnTo>
                <a:cubicBezTo>
                  <a:pt x="157257" y="92207"/>
                  <a:pt x="157565" y="94818"/>
                  <a:pt x="158180" y="96222"/>
                </a:cubicBezTo>
                <a:cubicBezTo>
                  <a:pt x="158620" y="97274"/>
                  <a:pt x="159367" y="98107"/>
                  <a:pt x="160422" y="98722"/>
                </a:cubicBezTo>
                <a:cubicBezTo>
                  <a:pt x="161477" y="99336"/>
                  <a:pt x="163412" y="99643"/>
                  <a:pt x="166225" y="99643"/>
                </a:cubicBezTo>
                <a:lnTo>
                  <a:pt x="166225" y="102083"/>
                </a:lnTo>
                <a:lnTo>
                  <a:pt x="136550" y="102083"/>
                </a:lnTo>
                <a:lnTo>
                  <a:pt x="136550" y="99643"/>
                </a:lnTo>
                <a:lnTo>
                  <a:pt x="137935" y="99643"/>
                </a:lnTo>
                <a:cubicBezTo>
                  <a:pt x="140749" y="99643"/>
                  <a:pt x="142705" y="99214"/>
                  <a:pt x="143804" y="98357"/>
                </a:cubicBezTo>
                <a:cubicBezTo>
                  <a:pt x="144903" y="97499"/>
                  <a:pt x="145672" y="96236"/>
                  <a:pt x="146112" y="94565"/>
                </a:cubicBezTo>
                <a:cubicBezTo>
                  <a:pt x="146244" y="93862"/>
                  <a:pt x="146310" y="91795"/>
                  <a:pt x="146310" y="88366"/>
                </a:cubicBezTo>
                <a:lnTo>
                  <a:pt x="146310" y="67000"/>
                </a:lnTo>
                <a:cubicBezTo>
                  <a:pt x="146310" y="60405"/>
                  <a:pt x="145969" y="56075"/>
                  <a:pt x="145288" y="54009"/>
                </a:cubicBezTo>
                <a:cubicBezTo>
                  <a:pt x="144606" y="51943"/>
                  <a:pt x="143518" y="50393"/>
                  <a:pt x="142024" y="49360"/>
                </a:cubicBezTo>
                <a:cubicBezTo>
                  <a:pt x="140529" y="48327"/>
                  <a:pt x="138726" y="47810"/>
                  <a:pt x="136616" y="47810"/>
                </a:cubicBezTo>
                <a:cubicBezTo>
                  <a:pt x="134462" y="47810"/>
                  <a:pt x="132220" y="48382"/>
                  <a:pt x="129890" y="49525"/>
                </a:cubicBezTo>
                <a:cubicBezTo>
                  <a:pt x="127560" y="50668"/>
                  <a:pt x="124768" y="52976"/>
                  <a:pt x="121515" y="56449"/>
                </a:cubicBezTo>
                <a:lnTo>
                  <a:pt x="121515" y="88366"/>
                </a:lnTo>
                <a:cubicBezTo>
                  <a:pt x="121515" y="92499"/>
                  <a:pt x="121746" y="95071"/>
                  <a:pt x="122207" y="96082"/>
                </a:cubicBezTo>
                <a:cubicBezTo>
                  <a:pt x="122669" y="97093"/>
                  <a:pt x="123526" y="97939"/>
                  <a:pt x="124779" y="98621"/>
                </a:cubicBezTo>
                <a:cubicBezTo>
                  <a:pt x="126032" y="99302"/>
                  <a:pt x="128197" y="99643"/>
                  <a:pt x="131275" y="99643"/>
                </a:cubicBezTo>
                <a:lnTo>
                  <a:pt x="131275" y="102083"/>
                </a:lnTo>
                <a:lnTo>
                  <a:pt x="101336" y="102083"/>
                </a:lnTo>
                <a:lnTo>
                  <a:pt x="101336" y="99643"/>
                </a:lnTo>
                <a:cubicBezTo>
                  <a:pt x="104017" y="99643"/>
                  <a:pt x="106128" y="99225"/>
                  <a:pt x="107666" y="98390"/>
                </a:cubicBezTo>
                <a:cubicBezTo>
                  <a:pt x="108546" y="97951"/>
                  <a:pt x="109249" y="97118"/>
                  <a:pt x="109777" y="95888"/>
                </a:cubicBezTo>
                <a:cubicBezTo>
                  <a:pt x="110304" y="94657"/>
                  <a:pt x="110568" y="92152"/>
                  <a:pt x="110568" y="88374"/>
                </a:cubicBezTo>
                <a:lnTo>
                  <a:pt x="110568" y="33745"/>
                </a:lnTo>
                <a:cubicBezTo>
                  <a:pt x="110568" y="26848"/>
                  <a:pt x="110403" y="22609"/>
                  <a:pt x="110073" y="21028"/>
                </a:cubicBezTo>
                <a:cubicBezTo>
                  <a:pt x="109744" y="19445"/>
                  <a:pt x="109238" y="18369"/>
                  <a:pt x="108557" y="17799"/>
                </a:cubicBezTo>
                <a:cubicBezTo>
                  <a:pt x="107875" y="17227"/>
                  <a:pt x="106963" y="16942"/>
                  <a:pt x="105820" y="16942"/>
                </a:cubicBezTo>
                <a:cubicBezTo>
                  <a:pt x="104897" y="16942"/>
                  <a:pt x="103402" y="17293"/>
                  <a:pt x="101336" y="17997"/>
                </a:cubicBezTo>
                <a:lnTo>
                  <a:pt x="100412" y="15689"/>
                </a:lnTo>
                <a:lnTo>
                  <a:pt x="118481" y="8309"/>
                </a:lnTo>
                <a:lnTo>
                  <a:pt x="121515" y="8309"/>
                </a:lnTo>
                <a:close/>
                <a:moveTo>
                  <a:pt x="205528" y="93378"/>
                </a:moveTo>
                <a:cubicBezTo>
                  <a:pt x="199329" y="98170"/>
                  <a:pt x="195438" y="100940"/>
                  <a:pt x="193856" y="101687"/>
                </a:cubicBezTo>
                <a:cubicBezTo>
                  <a:pt x="191482" y="102830"/>
                  <a:pt x="188954" y="103402"/>
                  <a:pt x="186272" y="103402"/>
                </a:cubicBezTo>
                <a:cubicBezTo>
                  <a:pt x="182096" y="103402"/>
                  <a:pt x="178655" y="101973"/>
                  <a:pt x="175952" y="99115"/>
                </a:cubicBezTo>
                <a:cubicBezTo>
                  <a:pt x="173248" y="96258"/>
                  <a:pt x="171896" y="92499"/>
                  <a:pt x="171896" y="87839"/>
                </a:cubicBezTo>
                <a:cubicBezTo>
                  <a:pt x="171896" y="84893"/>
                  <a:pt x="172555" y="82343"/>
                  <a:pt x="173874" y="80189"/>
                </a:cubicBezTo>
                <a:cubicBezTo>
                  <a:pt x="175677" y="77199"/>
                  <a:pt x="178809" y="74386"/>
                  <a:pt x="183272" y="71748"/>
                </a:cubicBezTo>
                <a:cubicBezTo>
                  <a:pt x="187734" y="69110"/>
                  <a:pt x="195153" y="65901"/>
                  <a:pt x="205528" y="62120"/>
                </a:cubicBezTo>
                <a:lnTo>
                  <a:pt x="205528" y="59746"/>
                </a:lnTo>
                <a:cubicBezTo>
                  <a:pt x="205528" y="53723"/>
                  <a:pt x="204572" y="49591"/>
                  <a:pt x="202659" y="47348"/>
                </a:cubicBezTo>
                <a:cubicBezTo>
                  <a:pt x="200747" y="45106"/>
                  <a:pt x="197966" y="43985"/>
                  <a:pt x="194317" y="43985"/>
                </a:cubicBezTo>
                <a:cubicBezTo>
                  <a:pt x="191548" y="43985"/>
                  <a:pt x="189349" y="44730"/>
                  <a:pt x="187723" y="46219"/>
                </a:cubicBezTo>
                <a:cubicBezTo>
                  <a:pt x="186052" y="47708"/>
                  <a:pt x="185217" y="49417"/>
                  <a:pt x="185217" y="51344"/>
                </a:cubicBezTo>
                <a:lnTo>
                  <a:pt x="185349" y="55155"/>
                </a:lnTo>
                <a:cubicBezTo>
                  <a:pt x="185349" y="57169"/>
                  <a:pt x="184832" y="58723"/>
                  <a:pt x="183799" y="59818"/>
                </a:cubicBezTo>
                <a:cubicBezTo>
                  <a:pt x="182766" y="60913"/>
                  <a:pt x="181414" y="61461"/>
                  <a:pt x="179743" y="61461"/>
                </a:cubicBezTo>
                <a:cubicBezTo>
                  <a:pt x="178117" y="61461"/>
                  <a:pt x="176787" y="60891"/>
                  <a:pt x="175754" y="59752"/>
                </a:cubicBezTo>
                <a:cubicBezTo>
                  <a:pt x="174721" y="58612"/>
                  <a:pt x="174204" y="57055"/>
                  <a:pt x="174204" y="55083"/>
                </a:cubicBezTo>
                <a:cubicBezTo>
                  <a:pt x="174204" y="51314"/>
                  <a:pt x="176138" y="47852"/>
                  <a:pt x="180007" y="44696"/>
                </a:cubicBezTo>
                <a:cubicBezTo>
                  <a:pt x="183876" y="41540"/>
                  <a:pt x="189305" y="39963"/>
                  <a:pt x="196296" y="39963"/>
                </a:cubicBezTo>
                <a:cubicBezTo>
                  <a:pt x="201659" y="39963"/>
                  <a:pt x="206055" y="40862"/>
                  <a:pt x="209485" y="42662"/>
                </a:cubicBezTo>
                <a:cubicBezTo>
                  <a:pt x="212078" y="44024"/>
                  <a:pt x="213991" y="46154"/>
                  <a:pt x="215222" y="49053"/>
                </a:cubicBezTo>
                <a:cubicBezTo>
                  <a:pt x="216013" y="50940"/>
                  <a:pt x="216409" y="54804"/>
                  <a:pt x="216409" y="60645"/>
                </a:cubicBezTo>
                <a:lnTo>
                  <a:pt x="216409" y="81129"/>
                </a:lnTo>
                <a:cubicBezTo>
                  <a:pt x="216409" y="86881"/>
                  <a:pt x="216519" y="90405"/>
                  <a:pt x="216739" y="91700"/>
                </a:cubicBezTo>
                <a:cubicBezTo>
                  <a:pt x="216958" y="92996"/>
                  <a:pt x="217321" y="93864"/>
                  <a:pt x="217827" y="94303"/>
                </a:cubicBezTo>
                <a:cubicBezTo>
                  <a:pt x="218332" y="94741"/>
                  <a:pt x="218915" y="94961"/>
                  <a:pt x="219574" y="94961"/>
                </a:cubicBezTo>
                <a:cubicBezTo>
                  <a:pt x="220278" y="94961"/>
                  <a:pt x="220893" y="94807"/>
                  <a:pt x="221421" y="94499"/>
                </a:cubicBezTo>
                <a:cubicBezTo>
                  <a:pt x="222344" y="93927"/>
                  <a:pt x="224124" y="92323"/>
                  <a:pt x="226762" y="89685"/>
                </a:cubicBezTo>
                <a:lnTo>
                  <a:pt x="226762" y="93378"/>
                </a:lnTo>
                <a:cubicBezTo>
                  <a:pt x="221838" y="99972"/>
                  <a:pt x="217134" y="103270"/>
                  <a:pt x="212650" y="103270"/>
                </a:cubicBezTo>
                <a:cubicBezTo>
                  <a:pt x="210496" y="103270"/>
                  <a:pt x="208781" y="102522"/>
                  <a:pt x="207506" y="101028"/>
                </a:cubicBezTo>
                <a:cubicBezTo>
                  <a:pt x="206231" y="99533"/>
                  <a:pt x="205572" y="96983"/>
                  <a:pt x="205528" y="93378"/>
                </a:cubicBezTo>
                <a:moveTo>
                  <a:pt x="205528" y="89054"/>
                </a:moveTo>
                <a:lnTo>
                  <a:pt x="205528" y="66143"/>
                </a:lnTo>
                <a:cubicBezTo>
                  <a:pt x="198889" y="68768"/>
                  <a:pt x="194603" y="70628"/>
                  <a:pt x="192669" y="71723"/>
                </a:cubicBezTo>
                <a:cubicBezTo>
                  <a:pt x="189196" y="73649"/>
                  <a:pt x="186712" y="75663"/>
                  <a:pt x="185217" y="77763"/>
                </a:cubicBezTo>
                <a:cubicBezTo>
                  <a:pt x="183722" y="79864"/>
                  <a:pt x="182975" y="82162"/>
                  <a:pt x="182975" y="84657"/>
                </a:cubicBezTo>
                <a:cubicBezTo>
                  <a:pt x="182975" y="87808"/>
                  <a:pt x="183920" y="90423"/>
                  <a:pt x="185810" y="92502"/>
                </a:cubicBezTo>
                <a:cubicBezTo>
                  <a:pt x="187701" y="94581"/>
                  <a:pt x="189877" y="95620"/>
                  <a:pt x="192339" y="95620"/>
                </a:cubicBezTo>
                <a:cubicBezTo>
                  <a:pt x="195680" y="95620"/>
                  <a:pt x="200076" y="93432"/>
                  <a:pt x="205528" y="89054"/>
                </a:cubicBezTo>
                <a:close/>
                <a:moveTo>
                  <a:pt x="248941" y="39963"/>
                </a:moveTo>
                <a:lnTo>
                  <a:pt x="248941" y="53547"/>
                </a:lnTo>
                <a:cubicBezTo>
                  <a:pt x="253997" y="44491"/>
                  <a:pt x="259184" y="39963"/>
                  <a:pt x="264504" y="39963"/>
                </a:cubicBezTo>
                <a:cubicBezTo>
                  <a:pt x="266922" y="39963"/>
                  <a:pt x="268922" y="40699"/>
                  <a:pt x="270505" y="42172"/>
                </a:cubicBezTo>
                <a:cubicBezTo>
                  <a:pt x="272088" y="43645"/>
                  <a:pt x="272879" y="45348"/>
                  <a:pt x="272879" y="47282"/>
                </a:cubicBezTo>
                <a:cubicBezTo>
                  <a:pt x="272879" y="48997"/>
                  <a:pt x="272307" y="50448"/>
                  <a:pt x="271164" y="51635"/>
                </a:cubicBezTo>
                <a:cubicBezTo>
                  <a:pt x="270021" y="52822"/>
                  <a:pt x="268658" y="53415"/>
                  <a:pt x="267076" y="53415"/>
                </a:cubicBezTo>
                <a:cubicBezTo>
                  <a:pt x="265537" y="53415"/>
                  <a:pt x="263812" y="52657"/>
                  <a:pt x="261899" y="51140"/>
                </a:cubicBezTo>
                <a:cubicBezTo>
                  <a:pt x="259987" y="49624"/>
                  <a:pt x="258569" y="48865"/>
                  <a:pt x="257646" y="48865"/>
                </a:cubicBezTo>
                <a:cubicBezTo>
                  <a:pt x="256854" y="48865"/>
                  <a:pt x="255997" y="49303"/>
                  <a:pt x="255074" y="50180"/>
                </a:cubicBezTo>
                <a:cubicBezTo>
                  <a:pt x="253095" y="51978"/>
                  <a:pt x="251051" y="54938"/>
                  <a:pt x="248941" y="59060"/>
                </a:cubicBezTo>
                <a:lnTo>
                  <a:pt x="248941" y="87935"/>
                </a:lnTo>
                <a:cubicBezTo>
                  <a:pt x="248941" y="91267"/>
                  <a:pt x="249359" y="93788"/>
                  <a:pt x="250194" y="95498"/>
                </a:cubicBezTo>
                <a:cubicBezTo>
                  <a:pt x="250765" y="96683"/>
                  <a:pt x="251777" y="97670"/>
                  <a:pt x="253227" y="98460"/>
                </a:cubicBezTo>
                <a:cubicBezTo>
                  <a:pt x="254678" y="99248"/>
                  <a:pt x="256766" y="99643"/>
                  <a:pt x="259492" y="99643"/>
                </a:cubicBezTo>
                <a:lnTo>
                  <a:pt x="259492" y="102083"/>
                </a:lnTo>
                <a:lnTo>
                  <a:pt x="228564" y="102083"/>
                </a:lnTo>
                <a:lnTo>
                  <a:pt x="228564" y="99643"/>
                </a:lnTo>
                <a:cubicBezTo>
                  <a:pt x="231641" y="99643"/>
                  <a:pt x="233928" y="99160"/>
                  <a:pt x="235422" y="98196"/>
                </a:cubicBezTo>
                <a:cubicBezTo>
                  <a:pt x="236521" y="97494"/>
                  <a:pt x="237291" y="96375"/>
                  <a:pt x="237730" y="94839"/>
                </a:cubicBezTo>
                <a:cubicBezTo>
                  <a:pt x="237950" y="94093"/>
                  <a:pt x="238060" y="91966"/>
                  <a:pt x="238060" y="88457"/>
                </a:cubicBezTo>
                <a:lnTo>
                  <a:pt x="238060" y="65098"/>
                </a:lnTo>
                <a:cubicBezTo>
                  <a:pt x="238060" y="58079"/>
                  <a:pt x="237917" y="53901"/>
                  <a:pt x="237631" y="52564"/>
                </a:cubicBezTo>
                <a:cubicBezTo>
                  <a:pt x="237346" y="51226"/>
                  <a:pt x="236818" y="50250"/>
                  <a:pt x="236049" y="49636"/>
                </a:cubicBezTo>
                <a:cubicBezTo>
                  <a:pt x="235279" y="49022"/>
                  <a:pt x="234323" y="48715"/>
                  <a:pt x="233180" y="48715"/>
                </a:cubicBezTo>
                <a:cubicBezTo>
                  <a:pt x="231817" y="48715"/>
                  <a:pt x="230279" y="49044"/>
                  <a:pt x="228564" y="49702"/>
                </a:cubicBezTo>
                <a:lnTo>
                  <a:pt x="227905" y="47332"/>
                </a:lnTo>
                <a:lnTo>
                  <a:pt x="246171" y="39963"/>
                </a:lnTo>
                <a:lnTo>
                  <a:pt x="248941" y="39963"/>
                </a:lnTo>
                <a:close/>
                <a:moveTo>
                  <a:pt x="286396" y="64494"/>
                </a:moveTo>
                <a:cubicBezTo>
                  <a:pt x="286352" y="73442"/>
                  <a:pt x="288528" y="80460"/>
                  <a:pt x="292925" y="85549"/>
                </a:cubicBezTo>
                <a:cubicBezTo>
                  <a:pt x="297321" y="90636"/>
                  <a:pt x="302487" y="93180"/>
                  <a:pt x="308422" y="93180"/>
                </a:cubicBezTo>
                <a:cubicBezTo>
                  <a:pt x="312378" y="93180"/>
                  <a:pt x="315818" y="92092"/>
                  <a:pt x="318742" y="89916"/>
                </a:cubicBezTo>
                <a:cubicBezTo>
                  <a:pt x="321666" y="87740"/>
                  <a:pt x="324116" y="84014"/>
                  <a:pt x="326095" y="78738"/>
                </a:cubicBezTo>
                <a:lnTo>
                  <a:pt x="328139" y="80057"/>
                </a:lnTo>
                <a:cubicBezTo>
                  <a:pt x="327216" y="86080"/>
                  <a:pt x="324534" y="91564"/>
                  <a:pt x="320094" y="96510"/>
                </a:cubicBezTo>
                <a:cubicBezTo>
                  <a:pt x="315654" y="101456"/>
                  <a:pt x="310092" y="103929"/>
                  <a:pt x="303410" y="103929"/>
                </a:cubicBezTo>
                <a:cubicBezTo>
                  <a:pt x="296156" y="103929"/>
                  <a:pt x="289946" y="101111"/>
                  <a:pt x="284780" y="95474"/>
                </a:cubicBezTo>
                <a:cubicBezTo>
                  <a:pt x="279615" y="89835"/>
                  <a:pt x="277032" y="82256"/>
                  <a:pt x="277032" y="72735"/>
                </a:cubicBezTo>
                <a:cubicBezTo>
                  <a:pt x="277032" y="62426"/>
                  <a:pt x="279681" y="54387"/>
                  <a:pt x="284978" y="48618"/>
                </a:cubicBezTo>
                <a:cubicBezTo>
                  <a:pt x="290276" y="42848"/>
                  <a:pt x="296925" y="39963"/>
                  <a:pt x="304927" y="39963"/>
                </a:cubicBezTo>
                <a:cubicBezTo>
                  <a:pt x="311697" y="39963"/>
                  <a:pt x="317258" y="42188"/>
                  <a:pt x="321611" y="46640"/>
                </a:cubicBezTo>
                <a:cubicBezTo>
                  <a:pt x="325963" y="51089"/>
                  <a:pt x="328139" y="57041"/>
                  <a:pt x="328139" y="64494"/>
                </a:cubicBezTo>
                <a:lnTo>
                  <a:pt x="286396" y="64494"/>
                </a:lnTo>
                <a:moveTo>
                  <a:pt x="286396" y="60669"/>
                </a:moveTo>
                <a:lnTo>
                  <a:pt x="314357" y="60669"/>
                </a:lnTo>
                <a:cubicBezTo>
                  <a:pt x="314137" y="56801"/>
                  <a:pt x="313675" y="54075"/>
                  <a:pt x="312972" y="52492"/>
                </a:cubicBezTo>
                <a:cubicBezTo>
                  <a:pt x="311873" y="50030"/>
                  <a:pt x="310235" y="48096"/>
                  <a:pt x="308059" y="46689"/>
                </a:cubicBezTo>
                <a:cubicBezTo>
                  <a:pt x="305883" y="45282"/>
                  <a:pt x="303608" y="44579"/>
                  <a:pt x="301234" y="44579"/>
                </a:cubicBezTo>
                <a:cubicBezTo>
                  <a:pt x="297585" y="44579"/>
                  <a:pt x="294320" y="45997"/>
                  <a:pt x="291441" y="48832"/>
                </a:cubicBezTo>
                <a:cubicBezTo>
                  <a:pt x="288561" y="51668"/>
                  <a:pt x="286880" y="55613"/>
                  <a:pt x="286396" y="60669"/>
                </a:cubicBezTo>
                <a:close/>
                <a:moveTo>
                  <a:pt x="378872" y="95290"/>
                </a:moveTo>
                <a:cubicBezTo>
                  <a:pt x="375926" y="98368"/>
                  <a:pt x="373047" y="100577"/>
                  <a:pt x="370233" y="101918"/>
                </a:cubicBezTo>
                <a:cubicBezTo>
                  <a:pt x="367419" y="103259"/>
                  <a:pt x="364386" y="103929"/>
                  <a:pt x="361133" y="103929"/>
                </a:cubicBezTo>
                <a:cubicBezTo>
                  <a:pt x="354538" y="103929"/>
                  <a:pt x="348779" y="101177"/>
                  <a:pt x="343855" y="95672"/>
                </a:cubicBezTo>
                <a:cubicBezTo>
                  <a:pt x="338931" y="90165"/>
                  <a:pt x="336469" y="83090"/>
                  <a:pt x="336469" y="74446"/>
                </a:cubicBezTo>
                <a:cubicBezTo>
                  <a:pt x="336469" y="65803"/>
                  <a:pt x="339195" y="57895"/>
                  <a:pt x="344646" y="50722"/>
                </a:cubicBezTo>
                <a:cubicBezTo>
                  <a:pt x="350098" y="43549"/>
                  <a:pt x="357110" y="39963"/>
                  <a:pt x="365683" y="39963"/>
                </a:cubicBezTo>
                <a:cubicBezTo>
                  <a:pt x="371002" y="39963"/>
                  <a:pt x="375399" y="41655"/>
                  <a:pt x="378872" y="45040"/>
                </a:cubicBezTo>
                <a:lnTo>
                  <a:pt x="378872" y="33871"/>
                </a:lnTo>
                <a:cubicBezTo>
                  <a:pt x="378872" y="26940"/>
                  <a:pt x="378707" y="22680"/>
                  <a:pt x="378377" y="21090"/>
                </a:cubicBezTo>
                <a:cubicBezTo>
                  <a:pt x="378047" y="19500"/>
                  <a:pt x="377531" y="18419"/>
                  <a:pt x="376827" y="17846"/>
                </a:cubicBezTo>
                <a:cubicBezTo>
                  <a:pt x="376124" y="17272"/>
                  <a:pt x="375245" y="16985"/>
                  <a:pt x="374190" y="16985"/>
                </a:cubicBezTo>
                <a:cubicBezTo>
                  <a:pt x="373047" y="16985"/>
                  <a:pt x="371530" y="17338"/>
                  <a:pt x="369639" y="18044"/>
                </a:cubicBezTo>
                <a:lnTo>
                  <a:pt x="368782" y="15726"/>
                </a:lnTo>
                <a:lnTo>
                  <a:pt x="386785" y="8309"/>
                </a:lnTo>
                <a:lnTo>
                  <a:pt x="389753" y="8309"/>
                </a:lnTo>
                <a:lnTo>
                  <a:pt x="389753" y="78145"/>
                </a:lnTo>
                <a:cubicBezTo>
                  <a:pt x="389753" y="85223"/>
                  <a:pt x="389918" y="89542"/>
                  <a:pt x="390247" y="91103"/>
                </a:cubicBezTo>
                <a:cubicBezTo>
                  <a:pt x="390577" y="92664"/>
                  <a:pt x="391105" y="93752"/>
                  <a:pt x="391830" y="94367"/>
                </a:cubicBezTo>
                <a:cubicBezTo>
                  <a:pt x="392555" y="94983"/>
                  <a:pt x="393402" y="95290"/>
                  <a:pt x="394369" y="95290"/>
                </a:cubicBezTo>
                <a:cubicBezTo>
                  <a:pt x="395556" y="95290"/>
                  <a:pt x="397138" y="94917"/>
                  <a:pt x="399117" y="94169"/>
                </a:cubicBezTo>
                <a:lnTo>
                  <a:pt x="399842" y="96477"/>
                </a:lnTo>
                <a:lnTo>
                  <a:pt x="381905" y="103929"/>
                </a:lnTo>
                <a:lnTo>
                  <a:pt x="378872" y="103929"/>
                </a:lnTo>
                <a:lnTo>
                  <a:pt x="378872" y="95290"/>
                </a:lnTo>
                <a:moveTo>
                  <a:pt x="378872" y="90689"/>
                </a:moveTo>
                <a:lnTo>
                  <a:pt x="378872" y="59641"/>
                </a:lnTo>
                <a:cubicBezTo>
                  <a:pt x="378608" y="56658"/>
                  <a:pt x="377817" y="53939"/>
                  <a:pt x="376498" y="51484"/>
                </a:cubicBezTo>
                <a:cubicBezTo>
                  <a:pt x="375179" y="49028"/>
                  <a:pt x="373431" y="47175"/>
                  <a:pt x="371255" y="45926"/>
                </a:cubicBezTo>
                <a:cubicBezTo>
                  <a:pt x="369079" y="44676"/>
                  <a:pt x="366958" y="44051"/>
                  <a:pt x="364891" y="44051"/>
                </a:cubicBezTo>
                <a:cubicBezTo>
                  <a:pt x="361023" y="44051"/>
                  <a:pt x="357572" y="45784"/>
                  <a:pt x="354538" y="49248"/>
                </a:cubicBezTo>
                <a:cubicBezTo>
                  <a:pt x="350537" y="53808"/>
                  <a:pt x="348537" y="60474"/>
                  <a:pt x="348537" y="69244"/>
                </a:cubicBezTo>
                <a:cubicBezTo>
                  <a:pt x="348537" y="78103"/>
                  <a:pt x="350472" y="84890"/>
                  <a:pt x="354340" y="89605"/>
                </a:cubicBezTo>
                <a:cubicBezTo>
                  <a:pt x="358209" y="94318"/>
                  <a:pt x="362517" y="96675"/>
                  <a:pt x="367265" y="96675"/>
                </a:cubicBezTo>
                <a:cubicBezTo>
                  <a:pt x="371266" y="96675"/>
                  <a:pt x="375135" y="94680"/>
                  <a:pt x="378872" y="90689"/>
                </a:cubicBezTo>
                <a:close/>
                <a:moveTo>
                  <a:pt x="471722" y="93378"/>
                </a:moveTo>
                <a:cubicBezTo>
                  <a:pt x="465523" y="98170"/>
                  <a:pt x="461632" y="100940"/>
                  <a:pt x="460050" y="101687"/>
                </a:cubicBezTo>
                <a:cubicBezTo>
                  <a:pt x="457676" y="102830"/>
                  <a:pt x="455148" y="103402"/>
                  <a:pt x="452466" y="103402"/>
                </a:cubicBezTo>
                <a:cubicBezTo>
                  <a:pt x="448289" y="103402"/>
                  <a:pt x="444849" y="101973"/>
                  <a:pt x="442145" y="99115"/>
                </a:cubicBezTo>
                <a:cubicBezTo>
                  <a:pt x="439442" y="96258"/>
                  <a:pt x="438090" y="92499"/>
                  <a:pt x="438090" y="87839"/>
                </a:cubicBezTo>
                <a:cubicBezTo>
                  <a:pt x="438090" y="84893"/>
                  <a:pt x="438749" y="82343"/>
                  <a:pt x="440068" y="80189"/>
                </a:cubicBezTo>
                <a:cubicBezTo>
                  <a:pt x="441871" y="77199"/>
                  <a:pt x="445003" y="74386"/>
                  <a:pt x="449465" y="71748"/>
                </a:cubicBezTo>
                <a:cubicBezTo>
                  <a:pt x="453928" y="69110"/>
                  <a:pt x="461346" y="65901"/>
                  <a:pt x="471722" y="62120"/>
                </a:cubicBezTo>
                <a:lnTo>
                  <a:pt x="471722" y="59746"/>
                </a:lnTo>
                <a:cubicBezTo>
                  <a:pt x="471722" y="53723"/>
                  <a:pt x="470766" y="49591"/>
                  <a:pt x="468853" y="47348"/>
                </a:cubicBezTo>
                <a:cubicBezTo>
                  <a:pt x="466941" y="45106"/>
                  <a:pt x="464160" y="43985"/>
                  <a:pt x="460511" y="43985"/>
                </a:cubicBezTo>
                <a:cubicBezTo>
                  <a:pt x="457741" y="43985"/>
                  <a:pt x="455543" y="44730"/>
                  <a:pt x="453917" y="46219"/>
                </a:cubicBezTo>
                <a:cubicBezTo>
                  <a:pt x="452246" y="47708"/>
                  <a:pt x="451411" y="49417"/>
                  <a:pt x="451411" y="51344"/>
                </a:cubicBezTo>
                <a:lnTo>
                  <a:pt x="451543" y="55155"/>
                </a:lnTo>
                <a:cubicBezTo>
                  <a:pt x="451543" y="57169"/>
                  <a:pt x="451026" y="58723"/>
                  <a:pt x="449993" y="59818"/>
                </a:cubicBezTo>
                <a:cubicBezTo>
                  <a:pt x="448960" y="60913"/>
                  <a:pt x="447608" y="61461"/>
                  <a:pt x="445937" y="61461"/>
                </a:cubicBezTo>
                <a:cubicBezTo>
                  <a:pt x="444311" y="61461"/>
                  <a:pt x="442981" y="60891"/>
                  <a:pt x="441948" y="59752"/>
                </a:cubicBezTo>
                <a:cubicBezTo>
                  <a:pt x="440915" y="58612"/>
                  <a:pt x="440398" y="57055"/>
                  <a:pt x="440398" y="55083"/>
                </a:cubicBezTo>
                <a:cubicBezTo>
                  <a:pt x="440398" y="51314"/>
                  <a:pt x="442332" y="47852"/>
                  <a:pt x="446201" y="44696"/>
                </a:cubicBezTo>
                <a:cubicBezTo>
                  <a:pt x="450070" y="41540"/>
                  <a:pt x="455499" y="39963"/>
                  <a:pt x="462489" y="39963"/>
                </a:cubicBezTo>
                <a:cubicBezTo>
                  <a:pt x="467853" y="39963"/>
                  <a:pt x="472249" y="40862"/>
                  <a:pt x="475678" y="42662"/>
                </a:cubicBezTo>
                <a:cubicBezTo>
                  <a:pt x="478272" y="44024"/>
                  <a:pt x="480185" y="46154"/>
                  <a:pt x="481416" y="49053"/>
                </a:cubicBezTo>
                <a:cubicBezTo>
                  <a:pt x="482207" y="50940"/>
                  <a:pt x="482603" y="54804"/>
                  <a:pt x="482603" y="60645"/>
                </a:cubicBezTo>
                <a:lnTo>
                  <a:pt x="482603" y="81129"/>
                </a:lnTo>
                <a:cubicBezTo>
                  <a:pt x="482603" y="86881"/>
                  <a:pt x="482713" y="90405"/>
                  <a:pt x="482932" y="91700"/>
                </a:cubicBezTo>
                <a:cubicBezTo>
                  <a:pt x="483152" y="92996"/>
                  <a:pt x="483515" y="93864"/>
                  <a:pt x="484020" y="94303"/>
                </a:cubicBezTo>
                <a:cubicBezTo>
                  <a:pt x="484526" y="94741"/>
                  <a:pt x="485109" y="94961"/>
                  <a:pt x="485768" y="94961"/>
                </a:cubicBezTo>
                <a:cubicBezTo>
                  <a:pt x="486471" y="94961"/>
                  <a:pt x="487087" y="94807"/>
                  <a:pt x="487614" y="94499"/>
                </a:cubicBezTo>
                <a:cubicBezTo>
                  <a:pt x="488538" y="93927"/>
                  <a:pt x="490318" y="92323"/>
                  <a:pt x="492956" y="89685"/>
                </a:cubicBezTo>
                <a:lnTo>
                  <a:pt x="492956" y="93378"/>
                </a:lnTo>
                <a:cubicBezTo>
                  <a:pt x="488032" y="99972"/>
                  <a:pt x="483328" y="103270"/>
                  <a:pt x="478844" y="103270"/>
                </a:cubicBezTo>
                <a:cubicBezTo>
                  <a:pt x="476690" y="103270"/>
                  <a:pt x="474975" y="102522"/>
                  <a:pt x="473700" y="101028"/>
                </a:cubicBezTo>
                <a:cubicBezTo>
                  <a:pt x="472425" y="99533"/>
                  <a:pt x="471766" y="96983"/>
                  <a:pt x="471722" y="93378"/>
                </a:cubicBezTo>
                <a:moveTo>
                  <a:pt x="471722" y="89054"/>
                </a:moveTo>
                <a:lnTo>
                  <a:pt x="471722" y="66143"/>
                </a:lnTo>
                <a:cubicBezTo>
                  <a:pt x="465083" y="68768"/>
                  <a:pt x="460797" y="70628"/>
                  <a:pt x="458863" y="71723"/>
                </a:cubicBezTo>
                <a:cubicBezTo>
                  <a:pt x="455389" y="73649"/>
                  <a:pt x="452905" y="75663"/>
                  <a:pt x="451411" y="77763"/>
                </a:cubicBezTo>
                <a:cubicBezTo>
                  <a:pt x="449916" y="79864"/>
                  <a:pt x="449169" y="82162"/>
                  <a:pt x="449169" y="84657"/>
                </a:cubicBezTo>
                <a:cubicBezTo>
                  <a:pt x="449169" y="87808"/>
                  <a:pt x="450114" y="90423"/>
                  <a:pt x="452004" y="92502"/>
                </a:cubicBezTo>
                <a:cubicBezTo>
                  <a:pt x="453895" y="94581"/>
                  <a:pt x="456071" y="95620"/>
                  <a:pt x="458533" y="95620"/>
                </a:cubicBezTo>
                <a:cubicBezTo>
                  <a:pt x="461874" y="95620"/>
                  <a:pt x="466270" y="93432"/>
                  <a:pt x="471722" y="89054"/>
                </a:cubicBezTo>
                <a:close/>
                <a:moveTo>
                  <a:pt x="548766" y="79134"/>
                </a:moveTo>
                <a:cubicBezTo>
                  <a:pt x="547140" y="87091"/>
                  <a:pt x="543952" y="93213"/>
                  <a:pt x="539204" y="97499"/>
                </a:cubicBezTo>
                <a:cubicBezTo>
                  <a:pt x="534456" y="101786"/>
                  <a:pt x="529203" y="103929"/>
                  <a:pt x="523444" y="103929"/>
                </a:cubicBezTo>
                <a:cubicBezTo>
                  <a:pt x="516585" y="103929"/>
                  <a:pt x="510606" y="101053"/>
                  <a:pt x="505507" y="95301"/>
                </a:cubicBezTo>
                <a:cubicBezTo>
                  <a:pt x="500407" y="89547"/>
                  <a:pt x="497857" y="81773"/>
                  <a:pt x="497857" y="71979"/>
                </a:cubicBezTo>
                <a:cubicBezTo>
                  <a:pt x="497857" y="62492"/>
                  <a:pt x="500682" y="54785"/>
                  <a:pt x="506331" y="48857"/>
                </a:cubicBezTo>
                <a:cubicBezTo>
                  <a:pt x="511980" y="42927"/>
                  <a:pt x="518761" y="39963"/>
                  <a:pt x="526675" y="39963"/>
                </a:cubicBezTo>
                <a:cubicBezTo>
                  <a:pt x="532610" y="39963"/>
                  <a:pt x="537490" y="41529"/>
                  <a:pt x="541315" y="44663"/>
                </a:cubicBezTo>
                <a:cubicBezTo>
                  <a:pt x="545139" y="47796"/>
                  <a:pt x="547052" y="51049"/>
                  <a:pt x="547052" y="54423"/>
                </a:cubicBezTo>
                <a:cubicBezTo>
                  <a:pt x="547052" y="56088"/>
                  <a:pt x="546513" y="57436"/>
                  <a:pt x="545436" y="58466"/>
                </a:cubicBezTo>
                <a:cubicBezTo>
                  <a:pt x="544359" y="59495"/>
                  <a:pt x="542853" y="60010"/>
                  <a:pt x="540919" y="60010"/>
                </a:cubicBezTo>
                <a:cubicBezTo>
                  <a:pt x="538325" y="60010"/>
                  <a:pt x="536369" y="59175"/>
                  <a:pt x="535050" y="57504"/>
                </a:cubicBezTo>
                <a:cubicBezTo>
                  <a:pt x="534303" y="56581"/>
                  <a:pt x="533808" y="54822"/>
                  <a:pt x="533566" y="52228"/>
                </a:cubicBezTo>
                <a:cubicBezTo>
                  <a:pt x="533324" y="49635"/>
                  <a:pt x="532434" y="47656"/>
                  <a:pt x="530895" y="46293"/>
                </a:cubicBezTo>
                <a:cubicBezTo>
                  <a:pt x="529357" y="44974"/>
                  <a:pt x="527224" y="44315"/>
                  <a:pt x="524499" y="44315"/>
                </a:cubicBezTo>
                <a:cubicBezTo>
                  <a:pt x="520102" y="44315"/>
                  <a:pt x="516563" y="45942"/>
                  <a:pt x="513882" y="49195"/>
                </a:cubicBezTo>
                <a:cubicBezTo>
                  <a:pt x="510321" y="53503"/>
                  <a:pt x="508540" y="59197"/>
                  <a:pt x="508540" y="66275"/>
                </a:cubicBezTo>
                <a:cubicBezTo>
                  <a:pt x="508540" y="73485"/>
                  <a:pt x="510310" y="79848"/>
                  <a:pt x="513849" y="85366"/>
                </a:cubicBezTo>
                <a:cubicBezTo>
                  <a:pt x="517388" y="90883"/>
                  <a:pt x="522169" y="93642"/>
                  <a:pt x="528192" y="93642"/>
                </a:cubicBezTo>
                <a:cubicBezTo>
                  <a:pt x="532500" y="93642"/>
                  <a:pt x="536369" y="92169"/>
                  <a:pt x="539798" y="89223"/>
                </a:cubicBezTo>
                <a:cubicBezTo>
                  <a:pt x="542216" y="87201"/>
                  <a:pt x="544568" y="83530"/>
                  <a:pt x="546854" y="78211"/>
                </a:cubicBezTo>
                <a:lnTo>
                  <a:pt x="548766" y="79134"/>
                </a:lnTo>
                <a:close/>
                <a:moveTo>
                  <a:pt x="575099" y="39963"/>
                </a:moveTo>
                <a:lnTo>
                  <a:pt x="575099" y="53547"/>
                </a:lnTo>
                <a:cubicBezTo>
                  <a:pt x="580154" y="44491"/>
                  <a:pt x="585342" y="39963"/>
                  <a:pt x="590662" y="39963"/>
                </a:cubicBezTo>
                <a:cubicBezTo>
                  <a:pt x="593080" y="39963"/>
                  <a:pt x="595080" y="40699"/>
                  <a:pt x="596663" y="42172"/>
                </a:cubicBezTo>
                <a:cubicBezTo>
                  <a:pt x="598245" y="43645"/>
                  <a:pt x="599037" y="45348"/>
                  <a:pt x="599037" y="47282"/>
                </a:cubicBezTo>
                <a:cubicBezTo>
                  <a:pt x="599037" y="48997"/>
                  <a:pt x="598465" y="50448"/>
                  <a:pt x="597322" y="51635"/>
                </a:cubicBezTo>
                <a:cubicBezTo>
                  <a:pt x="596179" y="52822"/>
                  <a:pt x="594816" y="53415"/>
                  <a:pt x="593233" y="53415"/>
                </a:cubicBezTo>
                <a:cubicBezTo>
                  <a:pt x="591695" y="53415"/>
                  <a:pt x="589969" y="52657"/>
                  <a:pt x="588057" y="51140"/>
                </a:cubicBezTo>
                <a:cubicBezTo>
                  <a:pt x="586144" y="49624"/>
                  <a:pt x="584727" y="48865"/>
                  <a:pt x="583803" y="48865"/>
                </a:cubicBezTo>
                <a:cubicBezTo>
                  <a:pt x="583012" y="48865"/>
                  <a:pt x="582155" y="49303"/>
                  <a:pt x="581231" y="50180"/>
                </a:cubicBezTo>
                <a:cubicBezTo>
                  <a:pt x="579253" y="51978"/>
                  <a:pt x="577209" y="54938"/>
                  <a:pt x="575099" y="59060"/>
                </a:cubicBezTo>
                <a:lnTo>
                  <a:pt x="575099" y="87935"/>
                </a:lnTo>
                <a:cubicBezTo>
                  <a:pt x="575099" y="91267"/>
                  <a:pt x="575516" y="93788"/>
                  <a:pt x="576352" y="95498"/>
                </a:cubicBezTo>
                <a:cubicBezTo>
                  <a:pt x="576923" y="96683"/>
                  <a:pt x="577934" y="97670"/>
                  <a:pt x="579385" y="98460"/>
                </a:cubicBezTo>
                <a:cubicBezTo>
                  <a:pt x="580836" y="99248"/>
                  <a:pt x="582924" y="99643"/>
                  <a:pt x="585650" y="99643"/>
                </a:cubicBezTo>
                <a:lnTo>
                  <a:pt x="585650" y="102083"/>
                </a:lnTo>
                <a:lnTo>
                  <a:pt x="554722" y="102083"/>
                </a:lnTo>
                <a:lnTo>
                  <a:pt x="554722" y="99643"/>
                </a:lnTo>
                <a:cubicBezTo>
                  <a:pt x="557799" y="99643"/>
                  <a:pt x="560085" y="99160"/>
                  <a:pt x="561580" y="98196"/>
                </a:cubicBezTo>
                <a:cubicBezTo>
                  <a:pt x="562679" y="97494"/>
                  <a:pt x="563448" y="96375"/>
                  <a:pt x="563888" y="94839"/>
                </a:cubicBezTo>
                <a:cubicBezTo>
                  <a:pt x="564108" y="94093"/>
                  <a:pt x="564218" y="91966"/>
                  <a:pt x="564218" y="88457"/>
                </a:cubicBezTo>
                <a:lnTo>
                  <a:pt x="564218" y="65098"/>
                </a:lnTo>
                <a:cubicBezTo>
                  <a:pt x="564218" y="58079"/>
                  <a:pt x="564075" y="53901"/>
                  <a:pt x="563789" y="52564"/>
                </a:cubicBezTo>
                <a:cubicBezTo>
                  <a:pt x="563503" y="51226"/>
                  <a:pt x="562976" y="50250"/>
                  <a:pt x="562206" y="49636"/>
                </a:cubicBezTo>
                <a:cubicBezTo>
                  <a:pt x="561437" y="49022"/>
                  <a:pt x="560481" y="48715"/>
                  <a:pt x="559338" y="48715"/>
                </a:cubicBezTo>
                <a:cubicBezTo>
                  <a:pt x="557975" y="48715"/>
                  <a:pt x="556436" y="49044"/>
                  <a:pt x="554722" y="49702"/>
                </a:cubicBezTo>
                <a:lnTo>
                  <a:pt x="554062" y="47332"/>
                </a:lnTo>
                <a:lnTo>
                  <a:pt x="572329" y="39963"/>
                </a:lnTo>
                <a:lnTo>
                  <a:pt x="575099" y="39963"/>
                </a:lnTo>
                <a:close/>
                <a:moveTo>
                  <a:pt x="631941" y="39963"/>
                </a:moveTo>
                <a:cubicBezTo>
                  <a:pt x="641086" y="39963"/>
                  <a:pt x="648428" y="43432"/>
                  <a:pt x="653967" y="50372"/>
                </a:cubicBezTo>
                <a:cubicBezTo>
                  <a:pt x="658671" y="56300"/>
                  <a:pt x="661023" y="63107"/>
                  <a:pt x="661023" y="70794"/>
                </a:cubicBezTo>
                <a:cubicBezTo>
                  <a:pt x="661023" y="76196"/>
                  <a:pt x="659726" y="81664"/>
                  <a:pt x="657132" y="87198"/>
                </a:cubicBezTo>
                <a:cubicBezTo>
                  <a:pt x="654539" y="92730"/>
                  <a:pt x="650967" y="96902"/>
                  <a:pt x="646416" y="99713"/>
                </a:cubicBezTo>
                <a:cubicBezTo>
                  <a:pt x="641866" y="102524"/>
                  <a:pt x="636799" y="103929"/>
                  <a:pt x="631216" y="103929"/>
                </a:cubicBezTo>
                <a:cubicBezTo>
                  <a:pt x="622116" y="103929"/>
                  <a:pt x="614884" y="100306"/>
                  <a:pt x="609520" y="93059"/>
                </a:cubicBezTo>
                <a:cubicBezTo>
                  <a:pt x="604992" y="86954"/>
                  <a:pt x="602728" y="80104"/>
                  <a:pt x="602728" y="72506"/>
                </a:cubicBezTo>
                <a:cubicBezTo>
                  <a:pt x="602728" y="66972"/>
                  <a:pt x="604102" y="61472"/>
                  <a:pt x="606849" y="56004"/>
                </a:cubicBezTo>
                <a:cubicBezTo>
                  <a:pt x="609597" y="50536"/>
                  <a:pt x="613213" y="46495"/>
                  <a:pt x="617697" y="43882"/>
                </a:cubicBezTo>
                <a:cubicBezTo>
                  <a:pt x="622182" y="41269"/>
                  <a:pt x="626930" y="39963"/>
                  <a:pt x="631941" y="39963"/>
                </a:cubicBezTo>
                <a:moveTo>
                  <a:pt x="629897" y="44315"/>
                </a:moveTo>
                <a:cubicBezTo>
                  <a:pt x="627567" y="44315"/>
                  <a:pt x="625226" y="45007"/>
                  <a:pt x="622874" y="46390"/>
                </a:cubicBezTo>
                <a:cubicBezTo>
                  <a:pt x="620522" y="47774"/>
                  <a:pt x="618621" y="50200"/>
                  <a:pt x="617170" y="53669"/>
                </a:cubicBezTo>
                <a:cubicBezTo>
                  <a:pt x="615719" y="57138"/>
                  <a:pt x="614994" y="61595"/>
                  <a:pt x="614994" y="67039"/>
                </a:cubicBezTo>
                <a:cubicBezTo>
                  <a:pt x="614994" y="75821"/>
                  <a:pt x="616741" y="83396"/>
                  <a:pt x="620236" y="89763"/>
                </a:cubicBezTo>
                <a:cubicBezTo>
                  <a:pt x="623731" y="96130"/>
                  <a:pt x="628336" y="99313"/>
                  <a:pt x="634052" y="99313"/>
                </a:cubicBezTo>
                <a:cubicBezTo>
                  <a:pt x="638316" y="99313"/>
                  <a:pt x="641833" y="97556"/>
                  <a:pt x="644603" y="94044"/>
                </a:cubicBezTo>
                <a:cubicBezTo>
                  <a:pt x="647373" y="90531"/>
                  <a:pt x="648757" y="84493"/>
                  <a:pt x="648757" y="75931"/>
                </a:cubicBezTo>
                <a:cubicBezTo>
                  <a:pt x="648757" y="65217"/>
                  <a:pt x="646449" y="56785"/>
                  <a:pt x="641833" y="50637"/>
                </a:cubicBezTo>
                <a:cubicBezTo>
                  <a:pt x="638712" y="46422"/>
                  <a:pt x="634733" y="44315"/>
                  <a:pt x="629897" y="44315"/>
                </a:cubicBezTo>
                <a:close/>
                <a:moveTo>
                  <a:pt x="708965" y="39963"/>
                </a:moveTo>
                <a:lnTo>
                  <a:pt x="708965" y="60405"/>
                </a:lnTo>
                <a:lnTo>
                  <a:pt x="706789" y="60405"/>
                </a:lnTo>
                <a:cubicBezTo>
                  <a:pt x="705118" y="53994"/>
                  <a:pt x="702975" y="49632"/>
                  <a:pt x="700359" y="47322"/>
                </a:cubicBezTo>
                <a:cubicBezTo>
                  <a:pt x="697743" y="45009"/>
                  <a:pt x="694413" y="43853"/>
                  <a:pt x="690368" y="43853"/>
                </a:cubicBezTo>
                <a:cubicBezTo>
                  <a:pt x="687291" y="43853"/>
                  <a:pt x="684807" y="44666"/>
                  <a:pt x="682917" y="46291"/>
                </a:cubicBezTo>
                <a:cubicBezTo>
                  <a:pt x="681026" y="47915"/>
                  <a:pt x="680081" y="49716"/>
                  <a:pt x="680081" y="51693"/>
                </a:cubicBezTo>
                <a:cubicBezTo>
                  <a:pt x="680081" y="54152"/>
                  <a:pt x="680784" y="56259"/>
                  <a:pt x="682191" y="58015"/>
                </a:cubicBezTo>
                <a:cubicBezTo>
                  <a:pt x="683554" y="59816"/>
                  <a:pt x="686324" y="61726"/>
                  <a:pt x="690500" y="63746"/>
                </a:cubicBezTo>
                <a:lnTo>
                  <a:pt x="700128" y="68424"/>
                </a:lnTo>
                <a:cubicBezTo>
                  <a:pt x="709053" y="72771"/>
                  <a:pt x="713515" y="78502"/>
                  <a:pt x="713515" y="85617"/>
                </a:cubicBezTo>
                <a:cubicBezTo>
                  <a:pt x="713515" y="91106"/>
                  <a:pt x="711438" y="95530"/>
                  <a:pt x="707283" y="98891"/>
                </a:cubicBezTo>
                <a:cubicBezTo>
                  <a:pt x="703129" y="102250"/>
                  <a:pt x="698480" y="103929"/>
                  <a:pt x="693336" y="103929"/>
                </a:cubicBezTo>
                <a:cubicBezTo>
                  <a:pt x="689643" y="103929"/>
                  <a:pt x="685422" y="103270"/>
                  <a:pt x="680674" y="101951"/>
                </a:cubicBezTo>
                <a:cubicBezTo>
                  <a:pt x="679224" y="101511"/>
                  <a:pt x="678037" y="101291"/>
                  <a:pt x="677113" y="101291"/>
                </a:cubicBezTo>
                <a:cubicBezTo>
                  <a:pt x="676102" y="101291"/>
                  <a:pt x="675311" y="101863"/>
                  <a:pt x="674739" y="103006"/>
                </a:cubicBezTo>
                <a:lnTo>
                  <a:pt x="672563" y="103006"/>
                </a:lnTo>
                <a:lnTo>
                  <a:pt x="672563" y="81376"/>
                </a:lnTo>
                <a:lnTo>
                  <a:pt x="674739" y="81376"/>
                </a:lnTo>
                <a:cubicBezTo>
                  <a:pt x="675970" y="87553"/>
                  <a:pt x="678322" y="92207"/>
                  <a:pt x="681796" y="95340"/>
                </a:cubicBezTo>
                <a:cubicBezTo>
                  <a:pt x="685269" y="98472"/>
                  <a:pt x="689159" y="100038"/>
                  <a:pt x="693468" y="100038"/>
                </a:cubicBezTo>
                <a:cubicBezTo>
                  <a:pt x="696501" y="100038"/>
                  <a:pt x="698974" y="99149"/>
                  <a:pt x="700887" y="97372"/>
                </a:cubicBezTo>
                <a:cubicBezTo>
                  <a:pt x="702799" y="95593"/>
                  <a:pt x="703755" y="93451"/>
                  <a:pt x="703755" y="90948"/>
                </a:cubicBezTo>
                <a:cubicBezTo>
                  <a:pt x="703755" y="87918"/>
                  <a:pt x="702689" y="85370"/>
                  <a:pt x="700557" y="83307"/>
                </a:cubicBezTo>
                <a:cubicBezTo>
                  <a:pt x="698425" y="81243"/>
                  <a:pt x="694171" y="78631"/>
                  <a:pt x="687796" y="75470"/>
                </a:cubicBezTo>
                <a:cubicBezTo>
                  <a:pt x="681422" y="72307"/>
                  <a:pt x="677245" y="69452"/>
                  <a:pt x="675267" y="66905"/>
                </a:cubicBezTo>
                <a:cubicBezTo>
                  <a:pt x="673289" y="64402"/>
                  <a:pt x="672299" y="61240"/>
                  <a:pt x="672299" y="57419"/>
                </a:cubicBezTo>
                <a:cubicBezTo>
                  <a:pt x="672299" y="52457"/>
                  <a:pt x="674003" y="48307"/>
                  <a:pt x="677410" y="44970"/>
                </a:cubicBezTo>
                <a:cubicBezTo>
                  <a:pt x="680817" y="41632"/>
                  <a:pt x="685225" y="39963"/>
                  <a:pt x="690632" y="39963"/>
                </a:cubicBezTo>
                <a:cubicBezTo>
                  <a:pt x="693006" y="39963"/>
                  <a:pt x="695886" y="40468"/>
                  <a:pt x="699271" y="41479"/>
                </a:cubicBezTo>
                <a:cubicBezTo>
                  <a:pt x="701513" y="42139"/>
                  <a:pt x="703008" y="42468"/>
                  <a:pt x="703755" y="42468"/>
                </a:cubicBezTo>
                <a:cubicBezTo>
                  <a:pt x="704459" y="42468"/>
                  <a:pt x="705008" y="42315"/>
                  <a:pt x="705404" y="42007"/>
                </a:cubicBezTo>
                <a:cubicBezTo>
                  <a:pt x="705799" y="41699"/>
                  <a:pt x="706261" y="41018"/>
                  <a:pt x="706789" y="39963"/>
                </a:cubicBezTo>
                <a:lnTo>
                  <a:pt x="708965" y="39963"/>
                </a:lnTo>
                <a:close/>
                <a:moveTo>
                  <a:pt x="761502" y="39963"/>
                </a:moveTo>
                <a:lnTo>
                  <a:pt x="761502" y="60405"/>
                </a:lnTo>
                <a:lnTo>
                  <a:pt x="759325" y="60405"/>
                </a:lnTo>
                <a:cubicBezTo>
                  <a:pt x="757655" y="53994"/>
                  <a:pt x="755512" y="49632"/>
                  <a:pt x="752896" y="47322"/>
                </a:cubicBezTo>
                <a:cubicBezTo>
                  <a:pt x="750280" y="45009"/>
                  <a:pt x="746950" y="43853"/>
                  <a:pt x="742905" y="43853"/>
                </a:cubicBezTo>
                <a:cubicBezTo>
                  <a:pt x="739828" y="43853"/>
                  <a:pt x="737344" y="44666"/>
                  <a:pt x="735453" y="46291"/>
                </a:cubicBezTo>
                <a:cubicBezTo>
                  <a:pt x="733563" y="47915"/>
                  <a:pt x="732618" y="49716"/>
                  <a:pt x="732618" y="51693"/>
                </a:cubicBezTo>
                <a:cubicBezTo>
                  <a:pt x="732618" y="54152"/>
                  <a:pt x="733321" y="56259"/>
                  <a:pt x="734728" y="58015"/>
                </a:cubicBezTo>
                <a:cubicBezTo>
                  <a:pt x="736091" y="59816"/>
                  <a:pt x="738861" y="61726"/>
                  <a:pt x="743037" y="63746"/>
                </a:cubicBezTo>
                <a:lnTo>
                  <a:pt x="752665" y="68424"/>
                </a:lnTo>
                <a:cubicBezTo>
                  <a:pt x="761590" y="72771"/>
                  <a:pt x="766052" y="78502"/>
                  <a:pt x="766052" y="85617"/>
                </a:cubicBezTo>
                <a:cubicBezTo>
                  <a:pt x="766052" y="91106"/>
                  <a:pt x="763975" y="95530"/>
                  <a:pt x="759820" y="98891"/>
                </a:cubicBezTo>
                <a:cubicBezTo>
                  <a:pt x="755666" y="102250"/>
                  <a:pt x="751016" y="103929"/>
                  <a:pt x="745873" y="103929"/>
                </a:cubicBezTo>
                <a:cubicBezTo>
                  <a:pt x="742180" y="103929"/>
                  <a:pt x="737959" y="103270"/>
                  <a:pt x="733211" y="101951"/>
                </a:cubicBezTo>
                <a:cubicBezTo>
                  <a:pt x="731761" y="101511"/>
                  <a:pt x="730574" y="101291"/>
                  <a:pt x="729650" y="101291"/>
                </a:cubicBezTo>
                <a:cubicBezTo>
                  <a:pt x="728639" y="101291"/>
                  <a:pt x="727848" y="101863"/>
                  <a:pt x="727276" y="103006"/>
                </a:cubicBezTo>
                <a:lnTo>
                  <a:pt x="725100" y="103006"/>
                </a:lnTo>
                <a:lnTo>
                  <a:pt x="725100" y="81376"/>
                </a:lnTo>
                <a:lnTo>
                  <a:pt x="727276" y="81376"/>
                </a:lnTo>
                <a:cubicBezTo>
                  <a:pt x="728507" y="87553"/>
                  <a:pt x="730859" y="92207"/>
                  <a:pt x="734332" y="95340"/>
                </a:cubicBezTo>
                <a:cubicBezTo>
                  <a:pt x="737805" y="98472"/>
                  <a:pt x="741696" y="100038"/>
                  <a:pt x="746005" y="100038"/>
                </a:cubicBezTo>
                <a:cubicBezTo>
                  <a:pt x="749038" y="100038"/>
                  <a:pt x="751511" y="99149"/>
                  <a:pt x="753423" y="97372"/>
                </a:cubicBezTo>
                <a:cubicBezTo>
                  <a:pt x="755336" y="95593"/>
                  <a:pt x="756292" y="93451"/>
                  <a:pt x="756292" y="90948"/>
                </a:cubicBezTo>
                <a:cubicBezTo>
                  <a:pt x="756292" y="87918"/>
                  <a:pt x="755226" y="85370"/>
                  <a:pt x="753094" y="83307"/>
                </a:cubicBezTo>
                <a:cubicBezTo>
                  <a:pt x="750961" y="81243"/>
                  <a:pt x="746708" y="78631"/>
                  <a:pt x="740333" y="75470"/>
                </a:cubicBezTo>
                <a:cubicBezTo>
                  <a:pt x="733959" y="72307"/>
                  <a:pt x="729782" y="69452"/>
                  <a:pt x="727804" y="66905"/>
                </a:cubicBezTo>
                <a:cubicBezTo>
                  <a:pt x="725825" y="64402"/>
                  <a:pt x="724836" y="61240"/>
                  <a:pt x="724836" y="57419"/>
                </a:cubicBezTo>
                <a:cubicBezTo>
                  <a:pt x="724836" y="52457"/>
                  <a:pt x="726540" y="48307"/>
                  <a:pt x="729947" y="44970"/>
                </a:cubicBezTo>
                <a:cubicBezTo>
                  <a:pt x="733354" y="41632"/>
                  <a:pt x="737761" y="39963"/>
                  <a:pt x="743169" y="39963"/>
                </a:cubicBezTo>
                <a:cubicBezTo>
                  <a:pt x="745543" y="39963"/>
                  <a:pt x="748423" y="40468"/>
                  <a:pt x="751808" y="41479"/>
                </a:cubicBezTo>
                <a:cubicBezTo>
                  <a:pt x="754050" y="42139"/>
                  <a:pt x="755545" y="42468"/>
                  <a:pt x="756292" y="42468"/>
                </a:cubicBezTo>
                <a:cubicBezTo>
                  <a:pt x="756995" y="42468"/>
                  <a:pt x="757545" y="42315"/>
                  <a:pt x="757941" y="42007"/>
                </a:cubicBezTo>
                <a:cubicBezTo>
                  <a:pt x="758336" y="41699"/>
                  <a:pt x="758798" y="41018"/>
                  <a:pt x="759325" y="39963"/>
                </a:cubicBezTo>
                <a:lnTo>
                  <a:pt x="761502" y="39963"/>
                </a:lnTo>
                <a:close/>
                <a:moveTo>
                  <a:pt x="829535" y="8309"/>
                </a:moveTo>
                <a:lnTo>
                  <a:pt x="829535" y="88374"/>
                </a:lnTo>
                <a:cubicBezTo>
                  <a:pt x="829535" y="92152"/>
                  <a:pt x="829810" y="94657"/>
                  <a:pt x="830360" y="95888"/>
                </a:cubicBezTo>
                <a:cubicBezTo>
                  <a:pt x="830909" y="97118"/>
                  <a:pt x="831756" y="98051"/>
                  <a:pt x="832899" y="98689"/>
                </a:cubicBezTo>
                <a:cubicBezTo>
                  <a:pt x="834042" y="99325"/>
                  <a:pt x="836174" y="99643"/>
                  <a:pt x="839295" y="99643"/>
                </a:cubicBezTo>
                <a:lnTo>
                  <a:pt x="839295" y="102083"/>
                </a:lnTo>
                <a:lnTo>
                  <a:pt x="809686" y="102083"/>
                </a:lnTo>
                <a:lnTo>
                  <a:pt x="809686" y="99643"/>
                </a:lnTo>
                <a:cubicBezTo>
                  <a:pt x="812456" y="99643"/>
                  <a:pt x="814346" y="99358"/>
                  <a:pt x="815357" y="98787"/>
                </a:cubicBezTo>
                <a:cubicBezTo>
                  <a:pt x="816368" y="98216"/>
                  <a:pt x="817160" y="97271"/>
                  <a:pt x="817731" y="95954"/>
                </a:cubicBezTo>
                <a:cubicBezTo>
                  <a:pt x="818303" y="94635"/>
                  <a:pt x="818589" y="92108"/>
                  <a:pt x="818589" y="88374"/>
                </a:cubicBezTo>
                <a:lnTo>
                  <a:pt x="818589" y="33547"/>
                </a:lnTo>
                <a:cubicBezTo>
                  <a:pt x="818589" y="26739"/>
                  <a:pt x="818435" y="22555"/>
                  <a:pt x="818127" y="20995"/>
                </a:cubicBezTo>
                <a:cubicBezTo>
                  <a:pt x="817819" y="19435"/>
                  <a:pt x="817325" y="18369"/>
                  <a:pt x="816643" y="17799"/>
                </a:cubicBezTo>
                <a:cubicBezTo>
                  <a:pt x="815962" y="17227"/>
                  <a:pt x="815093" y="16942"/>
                  <a:pt x="814038" y="16942"/>
                </a:cubicBezTo>
                <a:cubicBezTo>
                  <a:pt x="812895" y="16942"/>
                  <a:pt x="811445" y="17293"/>
                  <a:pt x="809686" y="17997"/>
                </a:cubicBezTo>
                <a:lnTo>
                  <a:pt x="808565" y="15689"/>
                </a:lnTo>
                <a:lnTo>
                  <a:pt x="826568" y="8309"/>
                </a:lnTo>
                <a:lnTo>
                  <a:pt x="829535" y="8309"/>
                </a:lnTo>
                <a:close/>
                <a:moveTo>
                  <a:pt x="880534" y="93378"/>
                </a:moveTo>
                <a:cubicBezTo>
                  <a:pt x="874335" y="98170"/>
                  <a:pt x="870444" y="100940"/>
                  <a:pt x="868861" y="101687"/>
                </a:cubicBezTo>
                <a:cubicBezTo>
                  <a:pt x="866487" y="102830"/>
                  <a:pt x="863960" y="103402"/>
                  <a:pt x="861278" y="103402"/>
                </a:cubicBezTo>
                <a:cubicBezTo>
                  <a:pt x="857101" y="103402"/>
                  <a:pt x="853661" y="101973"/>
                  <a:pt x="850957" y="99115"/>
                </a:cubicBezTo>
                <a:cubicBezTo>
                  <a:pt x="848254" y="96258"/>
                  <a:pt x="846902" y="92499"/>
                  <a:pt x="846902" y="87839"/>
                </a:cubicBezTo>
                <a:cubicBezTo>
                  <a:pt x="846902" y="84893"/>
                  <a:pt x="847561" y="82343"/>
                  <a:pt x="848880" y="80189"/>
                </a:cubicBezTo>
                <a:cubicBezTo>
                  <a:pt x="850683" y="77199"/>
                  <a:pt x="853815" y="74386"/>
                  <a:pt x="858277" y="71748"/>
                </a:cubicBezTo>
                <a:cubicBezTo>
                  <a:pt x="862740" y="69110"/>
                  <a:pt x="870158" y="65901"/>
                  <a:pt x="880534" y="62120"/>
                </a:cubicBezTo>
                <a:lnTo>
                  <a:pt x="880534" y="59746"/>
                </a:lnTo>
                <a:cubicBezTo>
                  <a:pt x="880534" y="53723"/>
                  <a:pt x="879578" y="49591"/>
                  <a:pt x="877665" y="47348"/>
                </a:cubicBezTo>
                <a:cubicBezTo>
                  <a:pt x="875753" y="45106"/>
                  <a:pt x="872972" y="43985"/>
                  <a:pt x="869323" y="43985"/>
                </a:cubicBezTo>
                <a:cubicBezTo>
                  <a:pt x="866553" y="43985"/>
                  <a:pt x="864355" y="44730"/>
                  <a:pt x="862729" y="46219"/>
                </a:cubicBezTo>
                <a:cubicBezTo>
                  <a:pt x="861058" y="47708"/>
                  <a:pt x="860223" y="49417"/>
                  <a:pt x="860223" y="51344"/>
                </a:cubicBezTo>
                <a:lnTo>
                  <a:pt x="860355" y="55155"/>
                </a:lnTo>
                <a:cubicBezTo>
                  <a:pt x="860355" y="57169"/>
                  <a:pt x="859838" y="58723"/>
                  <a:pt x="858805" y="59818"/>
                </a:cubicBezTo>
                <a:cubicBezTo>
                  <a:pt x="857772" y="60913"/>
                  <a:pt x="856420" y="61461"/>
                  <a:pt x="854749" y="61461"/>
                </a:cubicBezTo>
                <a:cubicBezTo>
                  <a:pt x="853123" y="61461"/>
                  <a:pt x="851793" y="60891"/>
                  <a:pt x="850760" y="59752"/>
                </a:cubicBezTo>
                <a:cubicBezTo>
                  <a:pt x="849726" y="58612"/>
                  <a:pt x="849210" y="57055"/>
                  <a:pt x="849210" y="55083"/>
                </a:cubicBezTo>
                <a:cubicBezTo>
                  <a:pt x="849210" y="51314"/>
                  <a:pt x="851144" y="47852"/>
                  <a:pt x="855013" y="44696"/>
                </a:cubicBezTo>
                <a:cubicBezTo>
                  <a:pt x="858882" y="41540"/>
                  <a:pt x="864311" y="39963"/>
                  <a:pt x="871301" y="39963"/>
                </a:cubicBezTo>
                <a:cubicBezTo>
                  <a:pt x="876665" y="39963"/>
                  <a:pt x="881061" y="40862"/>
                  <a:pt x="884490" y="42662"/>
                </a:cubicBezTo>
                <a:cubicBezTo>
                  <a:pt x="887084" y="44024"/>
                  <a:pt x="888997" y="46154"/>
                  <a:pt x="890228" y="49053"/>
                </a:cubicBezTo>
                <a:cubicBezTo>
                  <a:pt x="891019" y="50940"/>
                  <a:pt x="891415" y="54804"/>
                  <a:pt x="891415" y="60645"/>
                </a:cubicBezTo>
                <a:lnTo>
                  <a:pt x="891415" y="81129"/>
                </a:lnTo>
                <a:cubicBezTo>
                  <a:pt x="891415" y="86881"/>
                  <a:pt x="891525" y="90405"/>
                  <a:pt x="891744" y="91700"/>
                </a:cubicBezTo>
                <a:cubicBezTo>
                  <a:pt x="891964" y="92996"/>
                  <a:pt x="892327" y="93864"/>
                  <a:pt x="892832" y="94303"/>
                </a:cubicBezTo>
                <a:cubicBezTo>
                  <a:pt x="893338" y="94741"/>
                  <a:pt x="893921" y="94961"/>
                  <a:pt x="894580" y="94961"/>
                </a:cubicBezTo>
                <a:cubicBezTo>
                  <a:pt x="895283" y="94961"/>
                  <a:pt x="895899" y="94807"/>
                  <a:pt x="896426" y="94499"/>
                </a:cubicBezTo>
                <a:cubicBezTo>
                  <a:pt x="897350" y="93927"/>
                  <a:pt x="899130" y="92323"/>
                  <a:pt x="901768" y="89685"/>
                </a:cubicBezTo>
                <a:lnTo>
                  <a:pt x="901768" y="93378"/>
                </a:lnTo>
                <a:cubicBezTo>
                  <a:pt x="896844" y="99972"/>
                  <a:pt x="892140" y="103270"/>
                  <a:pt x="887656" y="103270"/>
                </a:cubicBezTo>
                <a:cubicBezTo>
                  <a:pt x="885502" y="103270"/>
                  <a:pt x="883787" y="102522"/>
                  <a:pt x="882512" y="101028"/>
                </a:cubicBezTo>
                <a:cubicBezTo>
                  <a:pt x="881237" y="99533"/>
                  <a:pt x="880578" y="96983"/>
                  <a:pt x="880534" y="93378"/>
                </a:cubicBezTo>
                <a:moveTo>
                  <a:pt x="880534" y="89054"/>
                </a:moveTo>
                <a:lnTo>
                  <a:pt x="880534" y="66143"/>
                </a:lnTo>
                <a:cubicBezTo>
                  <a:pt x="873895" y="68768"/>
                  <a:pt x="869609" y="70628"/>
                  <a:pt x="867674" y="71723"/>
                </a:cubicBezTo>
                <a:cubicBezTo>
                  <a:pt x="864201" y="73649"/>
                  <a:pt x="861717" y="75663"/>
                  <a:pt x="860223" y="77763"/>
                </a:cubicBezTo>
                <a:cubicBezTo>
                  <a:pt x="858728" y="79864"/>
                  <a:pt x="857981" y="82162"/>
                  <a:pt x="857981" y="84657"/>
                </a:cubicBezTo>
                <a:cubicBezTo>
                  <a:pt x="857981" y="87808"/>
                  <a:pt x="858926" y="90423"/>
                  <a:pt x="860816" y="92502"/>
                </a:cubicBezTo>
                <a:cubicBezTo>
                  <a:pt x="862707" y="94581"/>
                  <a:pt x="864883" y="95620"/>
                  <a:pt x="867345" y="95620"/>
                </a:cubicBezTo>
                <a:cubicBezTo>
                  <a:pt x="870686" y="95620"/>
                  <a:pt x="875082" y="93432"/>
                  <a:pt x="880534" y="89054"/>
                </a:cubicBezTo>
                <a:close/>
                <a:moveTo>
                  <a:pt x="902844" y="41677"/>
                </a:moveTo>
                <a:lnTo>
                  <a:pt x="931002" y="41677"/>
                </a:lnTo>
                <a:lnTo>
                  <a:pt x="931002" y="44117"/>
                </a:lnTo>
                <a:lnTo>
                  <a:pt x="929617" y="44117"/>
                </a:lnTo>
                <a:cubicBezTo>
                  <a:pt x="927639" y="44117"/>
                  <a:pt x="926155" y="44546"/>
                  <a:pt x="925166" y="45403"/>
                </a:cubicBezTo>
                <a:cubicBezTo>
                  <a:pt x="924177" y="46260"/>
                  <a:pt x="923682" y="47326"/>
                  <a:pt x="923682" y="48601"/>
                </a:cubicBezTo>
                <a:cubicBezTo>
                  <a:pt x="923682" y="50316"/>
                  <a:pt x="924408" y="52690"/>
                  <a:pt x="925858" y="55723"/>
                </a:cubicBezTo>
                <a:lnTo>
                  <a:pt x="940564" y="86190"/>
                </a:lnTo>
                <a:lnTo>
                  <a:pt x="954083" y="52822"/>
                </a:lnTo>
                <a:cubicBezTo>
                  <a:pt x="954830" y="51019"/>
                  <a:pt x="955204" y="49239"/>
                  <a:pt x="955204" y="47480"/>
                </a:cubicBezTo>
                <a:cubicBezTo>
                  <a:pt x="955204" y="46689"/>
                  <a:pt x="955050" y="46095"/>
                  <a:pt x="954742" y="45700"/>
                </a:cubicBezTo>
                <a:cubicBezTo>
                  <a:pt x="954390" y="45216"/>
                  <a:pt x="953841" y="44832"/>
                  <a:pt x="953094" y="44546"/>
                </a:cubicBezTo>
                <a:cubicBezTo>
                  <a:pt x="952346" y="44260"/>
                  <a:pt x="951027" y="44117"/>
                  <a:pt x="949137" y="44117"/>
                </a:cubicBezTo>
                <a:lnTo>
                  <a:pt x="949137" y="41677"/>
                </a:lnTo>
                <a:lnTo>
                  <a:pt x="968788" y="41677"/>
                </a:lnTo>
                <a:lnTo>
                  <a:pt x="968788" y="44117"/>
                </a:lnTo>
                <a:cubicBezTo>
                  <a:pt x="967162" y="44293"/>
                  <a:pt x="965909" y="44645"/>
                  <a:pt x="965030" y="45172"/>
                </a:cubicBezTo>
                <a:cubicBezTo>
                  <a:pt x="964150" y="45700"/>
                  <a:pt x="963183" y="46689"/>
                  <a:pt x="962128" y="48140"/>
                </a:cubicBezTo>
                <a:cubicBezTo>
                  <a:pt x="961732" y="48755"/>
                  <a:pt x="960985" y="50448"/>
                  <a:pt x="959886" y="53218"/>
                </a:cubicBezTo>
                <a:lnTo>
                  <a:pt x="935288" y="113491"/>
                </a:lnTo>
                <a:cubicBezTo>
                  <a:pt x="932914" y="119338"/>
                  <a:pt x="929804" y="123757"/>
                  <a:pt x="925957" y="126746"/>
                </a:cubicBezTo>
                <a:cubicBezTo>
                  <a:pt x="922110" y="129736"/>
                  <a:pt x="918407" y="131230"/>
                  <a:pt x="914846" y="131230"/>
                </a:cubicBezTo>
                <a:cubicBezTo>
                  <a:pt x="912252" y="131230"/>
                  <a:pt x="910119" y="130492"/>
                  <a:pt x="908449" y="129015"/>
                </a:cubicBezTo>
                <a:cubicBezTo>
                  <a:pt x="906778" y="127538"/>
                  <a:pt x="905943" y="125844"/>
                  <a:pt x="905943" y="123933"/>
                </a:cubicBezTo>
                <a:cubicBezTo>
                  <a:pt x="905943" y="122109"/>
                  <a:pt x="906547" y="120637"/>
                  <a:pt x="907756" y="119519"/>
                </a:cubicBezTo>
                <a:cubicBezTo>
                  <a:pt x="908965" y="118402"/>
                  <a:pt x="910625" y="117843"/>
                  <a:pt x="912735" y="117843"/>
                </a:cubicBezTo>
                <a:cubicBezTo>
                  <a:pt x="914186" y="117843"/>
                  <a:pt x="916164" y="118327"/>
                  <a:pt x="918670" y="119294"/>
                </a:cubicBezTo>
                <a:cubicBezTo>
                  <a:pt x="920429" y="119954"/>
                  <a:pt x="921528" y="120283"/>
                  <a:pt x="921968" y="120283"/>
                </a:cubicBezTo>
                <a:cubicBezTo>
                  <a:pt x="923286" y="120283"/>
                  <a:pt x="924726" y="119597"/>
                  <a:pt x="926287" y="118225"/>
                </a:cubicBezTo>
                <a:cubicBezTo>
                  <a:pt x="927848" y="116854"/>
                  <a:pt x="929419" y="114199"/>
                  <a:pt x="931002" y="110262"/>
                </a:cubicBezTo>
                <a:lnTo>
                  <a:pt x="935288" y="99709"/>
                </a:lnTo>
                <a:lnTo>
                  <a:pt x="913593" y="54141"/>
                </a:lnTo>
                <a:cubicBezTo>
                  <a:pt x="912933" y="52778"/>
                  <a:pt x="911878" y="51085"/>
                  <a:pt x="910427" y="49063"/>
                </a:cubicBezTo>
                <a:cubicBezTo>
                  <a:pt x="909328" y="47524"/>
                  <a:pt x="908427" y="46491"/>
                  <a:pt x="907723" y="45964"/>
                </a:cubicBezTo>
                <a:cubicBezTo>
                  <a:pt x="906712" y="45260"/>
                  <a:pt x="905086" y="44645"/>
                  <a:pt x="902844" y="44117"/>
                </a:cubicBezTo>
                <a:lnTo>
                  <a:pt x="902844" y="41677"/>
                </a:lnTo>
                <a:close/>
                <a:moveTo>
                  <a:pt x="983956" y="64494"/>
                </a:moveTo>
                <a:cubicBezTo>
                  <a:pt x="983912" y="73442"/>
                  <a:pt x="986089" y="80460"/>
                  <a:pt x="990485" y="85549"/>
                </a:cubicBezTo>
                <a:cubicBezTo>
                  <a:pt x="994881" y="90636"/>
                  <a:pt x="1000047" y="93180"/>
                  <a:pt x="1005982" y="93180"/>
                </a:cubicBezTo>
                <a:cubicBezTo>
                  <a:pt x="1009939" y="93180"/>
                  <a:pt x="1013379" y="92092"/>
                  <a:pt x="1016302" y="89916"/>
                </a:cubicBezTo>
                <a:cubicBezTo>
                  <a:pt x="1019226" y="87740"/>
                  <a:pt x="1021677" y="84014"/>
                  <a:pt x="1023655" y="78738"/>
                </a:cubicBezTo>
                <a:lnTo>
                  <a:pt x="1025699" y="80057"/>
                </a:lnTo>
                <a:cubicBezTo>
                  <a:pt x="1024776" y="86080"/>
                  <a:pt x="1022094" y="91564"/>
                  <a:pt x="1017654" y="96510"/>
                </a:cubicBezTo>
                <a:cubicBezTo>
                  <a:pt x="1013214" y="101456"/>
                  <a:pt x="1007653" y="103929"/>
                  <a:pt x="1000970" y="103929"/>
                </a:cubicBezTo>
                <a:cubicBezTo>
                  <a:pt x="993716" y="103929"/>
                  <a:pt x="987506" y="101111"/>
                  <a:pt x="982341" y="95474"/>
                </a:cubicBezTo>
                <a:cubicBezTo>
                  <a:pt x="977175" y="89835"/>
                  <a:pt x="974592" y="82256"/>
                  <a:pt x="974592" y="72735"/>
                </a:cubicBezTo>
                <a:cubicBezTo>
                  <a:pt x="974592" y="62426"/>
                  <a:pt x="977241" y="54387"/>
                  <a:pt x="982539" y="48618"/>
                </a:cubicBezTo>
                <a:cubicBezTo>
                  <a:pt x="987836" y="42848"/>
                  <a:pt x="994486" y="39963"/>
                  <a:pt x="1002487" y="39963"/>
                </a:cubicBezTo>
                <a:cubicBezTo>
                  <a:pt x="1009257" y="39963"/>
                  <a:pt x="1014819" y="42188"/>
                  <a:pt x="1019171" y="46640"/>
                </a:cubicBezTo>
                <a:cubicBezTo>
                  <a:pt x="1023523" y="51089"/>
                  <a:pt x="1025699" y="57041"/>
                  <a:pt x="1025699" y="64494"/>
                </a:cubicBezTo>
                <a:lnTo>
                  <a:pt x="983956" y="64494"/>
                </a:lnTo>
                <a:moveTo>
                  <a:pt x="983956" y="60669"/>
                </a:moveTo>
                <a:lnTo>
                  <a:pt x="1011917" y="60669"/>
                </a:lnTo>
                <a:cubicBezTo>
                  <a:pt x="1011697" y="56801"/>
                  <a:pt x="1011236" y="54075"/>
                  <a:pt x="1010532" y="52492"/>
                </a:cubicBezTo>
                <a:cubicBezTo>
                  <a:pt x="1009433" y="50030"/>
                  <a:pt x="1007795" y="48096"/>
                  <a:pt x="1005619" y="46689"/>
                </a:cubicBezTo>
                <a:cubicBezTo>
                  <a:pt x="1003443" y="45282"/>
                  <a:pt x="1001168" y="44579"/>
                  <a:pt x="998794" y="44579"/>
                </a:cubicBezTo>
                <a:cubicBezTo>
                  <a:pt x="995145" y="44579"/>
                  <a:pt x="991881" y="45997"/>
                  <a:pt x="989001" y="48832"/>
                </a:cubicBezTo>
                <a:cubicBezTo>
                  <a:pt x="986122" y="51668"/>
                  <a:pt x="984440" y="55613"/>
                  <a:pt x="983956" y="60669"/>
                </a:cubicBezTo>
                <a:close/>
                <a:moveTo>
                  <a:pt x="1051438" y="39963"/>
                </a:moveTo>
                <a:lnTo>
                  <a:pt x="1051438" y="53547"/>
                </a:lnTo>
                <a:cubicBezTo>
                  <a:pt x="1056494" y="44491"/>
                  <a:pt x="1061682" y="39963"/>
                  <a:pt x="1067001" y="39963"/>
                </a:cubicBezTo>
                <a:cubicBezTo>
                  <a:pt x="1069419" y="39963"/>
                  <a:pt x="1071419" y="40699"/>
                  <a:pt x="1073002" y="42172"/>
                </a:cubicBezTo>
                <a:cubicBezTo>
                  <a:pt x="1074585" y="43645"/>
                  <a:pt x="1075376" y="45348"/>
                  <a:pt x="1075376" y="47282"/>
                </a:cubicBezTo>
                <a:cubicBezTo>
                  <a:pt x="1075376" y="48997"/>
                  <a:pt x="1074805" y="50448"/>
                  <a:pt x="1073662" y="51635"/>
                </a:cubicBezTo>
                <a:cubicBezTo>
                  <a:pt x="1072519" y="52822"/>
                  <a:pt x="1071156" y="53415"/>
                  <a:pt x="1069573" y="53415"/>
                </a:cubicBezTo>
                <a:cubicBezTo>
                  <a:pt x="1068034" y="53415"/>
                  <a:pt x="1066309" y="52657"/>
                  <a:pt x="1064396" y="51140"/>
                </a:cubicBezTo>
                <a:cubicBezTo>
                  <a:pt x="1062484" y="49624"/>
                  <a:pt x="1061066" y="48865"/>
                  <a:pt x="1060143" y="48865"/>
                </a:cubicBezTo>
                <a:cubicBezTo>
                  <a:pt x="1059352" y="48865"/>
                  <a:pt x="1058494" y="49303"/>
                  <a:pt x="1057571" y="50180"/>
                </a:cubicBezTo>
                <a:cubicBezTo>
                  <a:pt x="1055593" y="51978"/>
                  <a:pt x="1053548" y="54938"/>
                  <a:pt x="1051438" y="59060"/>
                </a:cubicBezTo>
                <a:lnTo>
                  <a:pt x="1051438" y="87935"/>
                </a:lnTo>
                <a:cubicBezTo>
                  <a:pt x="1051438" y="91267"/>
                  <a:pt x="1051856" y="93788"/>
                  <a:pt x="1052691" y="95498"/>
                </a:cubicBezTo>
                <a:cubicBezTo>
                  <a:pt x="1053263" y="96683"/>
                  <a:pt x="1054274" y="97670"/>
                  <a:pt x="1055725" y="98460"/>
                </a:cubicBezTo>
                <a:cubicBezTo>
                  <a:pt x="1057175" y="99248"/>
                  <a:pt x="1059264" y="99643"/>
                  <a:pt x="1061989" y="99643"/>
                </a:cubicBezTo>
                <a:lnTo>
                  <a:pt x="1061989" y="102083"/>
                </a:lnTo>
                <a:lnTo>
                  <a:pt x="1031061" y="102083"/>
                </a:lnTo>
                <a:lnTo>
                  <a:pt x="1031061" y="99643"/>
                </a:lnTo>
                <a:cubicBezTo>
                  <a:pt x="1034139" y="99643"/>
                  <a:pt x="1036425" y="99160"/>
                  <a:pt x="1037919" y="98196"/>
                </a:cubicBezTo>
                <a:cubicBezTo>
                  <a:pt x="1039019" y="97494"/>
                  <a:pt x="1039788" y="96375"/>
                  <a:pt x="1040228" y="94839"/>
                </a:cubicBezTo>
                <a:cubicBezTo>
                  <a:pt x="1040447" y="94093"/>
                  <a:pt x="1040557" y="91966"/>
                  <a:pt x="1040557" y="88457"/>
                </a:cubicBezTo>
                <a:lnTo>
                  <a:pt x="1040557" y="65098"/>
                </a:lnTo>
                <a:cubicBezTo>
                  <a:pt x="1040557" y="58079"/>
                  <a:pt x="1040414" y="53901"/>
                  <a:pt x="1040129" y="52564"/>
                </a:cubicBezTo>
                <a:cubicBezTo>
                  <a:pt x="1039843" y="51226"/>
                  <a:pt x="1039315" y="50250"/>
                  <a:pt x="1038546" y="49636"/>
                </a:cubicBezTo>
                <a:cubicBezTo>
                  <a:pt x="1037777" y="49022"/>
                  <a:pt x="1036820" y="48715"/>
                  <a:pt x="1035677" y="48715"/>
                </a:cubicBezTo>
                <a:cubicBezTo>
                  <a:pt x="1034314" y="48715"/>
                  <a:pt x="1032776" y="49044"/>
                  <a:pt x="1031061" y="49702"/>
                </a:cubicBezTo>
                <a:lnTo>
                  <a:pt x="1030402" y="47332"/>
                </a:lnTo>
                <a:lnTo>
                  <a:pt x="1048668" y="39963"/>
                </a:lnTo>
                <a:lnTo>
                  <a:pt x="1051438" y="39963"/>
                </a:lnTo>
                <a:close/>
                <a:moveTo>
                  <a:pt x="1117777" y="39963"/>
                </a:moveTo>
                <a:lnTo>
                  <a:pt x="1117777" y="60405"/>
                </a:lnTo>
                <a:lnTo>
                  <a:pt x="1115601" y="60405"/>
                </a:lnTo>
                <a:cubicBezTo>
                  <a:pt x="1113930" y="53994"/>
                  <a:pt x="1111787" y="49632"/>
                  <a:pt x="1109171" y="47322"/>
                </a:cubicBezTo>
                <a:cubicBezTo>
                  <a:pt x="1106555" y="45009"/>
                  <a:pt x="1103225" y="43853"/>
                  <a:pt x="1099181" y="43853"/>
                </a:cubicBezTo>
                <a:cubicBezTo>
                  <a:pt x="1096103" y="43853"/>
                  <a:pt x="1093619" y="44666"/>
                  <a:pt x="1091729" y="46291"/>
                </a:cubicBezTo>
                <a:cubicBezTo>
                  <a:pt x="1089838" y="47915"/>
                  <a:pt x="1088893" y="49716"/>
                  <a:pt x="1088893" y="51693"/>
                </a:cubicBezTo>
                <a:cubicBezTo>
                  <a:pt x="1088893" y="54152"/>
                  <a:pt x="1089597" y="56259"/>
                  <a:pt x="1091003" y="58015"/>
                </a:cubicBezTo>
                <a:cubicBezTo>
                  <a:pt x="1092366" y="59816"/>
                  <a:pt x="1095136" y="61726"/>
                  <a:pt x="1099312" y="63746"/>
                </a:cubicBezTo>
                <a:lnTo>
                  <a:pt x="1108940" y="68424"/>
                </a:lnTo>
                <a:cubicBezTo>
                  <a:pt x="1117865" y="72771"/>
                  <a:pt x="1122327" y="78502"/>
                  <a:pt x="1122327" y="85617"/>
                </a:cubicBezTo>
                <a:cubicBezTo>
                  <a:pt x="1122327" y="91106"/>
                  <a:pt x="1120250" y="95530"/>
                  <a:pt x="1116095" y="98891"/>
                </a:cubicBezTo>
                <a:cubicBezTo>
                  <a:pt x="1111941" y="102250"/>
                  <a:pt x="1107292" y="103929"/>
                  <a:pt x="1102148" y="103929"/>
                </a:cubicBezTo>
                <a:cubicBezTo>
                  <a:pt x="1098455" y="103929"/>
                  <a:pt x="1094235" y="103270"/>
                  <a:pt x="1089487" y="101951"/>
                </a:cubicBezTo>
                <a:cubicBezTo>
                  <a:pt x="1088036" y="101511"/>
                  <a:pt x="1086849" y="101291"/>
                  <a:pt x="1085926" y="101291"/>
                </a:cubicBezTo>
                <a:cubicBezTo>
                  <a:pt x="1084915" y="101291"/>
                  <a:pt x="1084123" y="101863"/>
                  <a:pt x="1083552" y="103006"/>
                </a:cubicBezTo>
                <a:lnTo>
                  <a:pt x="1081375" y="103006"/>
                </a:lnTo>
                <a:lnTo>
                  <a:pt x="1081375" y="81376"/>
                </a:lnTo>
                <a:lnTo>
                  <a:pt x="1083552" y="81376"/>
                </a:lnTo>
                <a:cubicBezTo>
                  <a:pt x="1084783" y="87553"/>
                  <a:pt x="1087135" y="92207"/>
                  <a:pt x="1090608" y="95340"/>
                </a:cubicBezTo>
                <a:cubicBezTo>
                  <a:pt x="1094081" y="98472"/>
                  <a:pt x="1097972" y="100038"/>
                  <a:pt x="1102280" y="100038"/>
                </a:cubicBezTo>
                <a:cubicBezTo>
                  <a:pt x="1105313" y="100038"/>
                  <a:pt x="1107786" y="99149"/>
                  <a:pt x="1109699" y="97372"/>
                </a:cubicBezTo>
                <a:cubicBezTo>
                  <a:pt x="1111611" y="95593"/>
                  <a:pt x="1112567" y="93451"/>
                  <a:pt x="1112567" y="90948"/>
                </a:cubicBezTo>
                <a:cubicBezTo>
                  <a:pt x="1112567" y="87918"/>
                  <a:pt x="1111501" y="85370"/>
                  <a:pt x="1109369" y="83307"/>
                </a:cubicBezTo>
                <a:cubicBezTo>
                  <a:pt x="1107237" y="81243"/>
                  <a:pt x="1102983" y="78631"/>
                  <a:pt x="1096609" y="75470"/>
                </a:cubicBezTo>
                <a:cubicBezTo>
                  <a:pt x="1090234" y="72307"/>
                  <a:pt x="1086058" y="69452"/>
                  <a:pt x="1084079" y="66905"/>
                </a:cubicBezTo>
                <a:cubicBezTo>
                  <a:pt x="1082101" y="64402"/>
                  <a:pt x="1081112" y="61240"/>
                  <a:pt x="1081112" y="57419"/>
                </a:cubicBezTo>
                <a:cubicBezTo>
                  <a:pt x="1081112" y="52457"/>
                  <a:pt x="1082815" y="48307"/>
                  <a:pt x="1086222" y="44970"/>
                </a:cubicBezTo>
                <a:cubicBezTo>
                  <a:pt x="1089630" y="41632"/>
                  <a:pt x="1094037" y="39963"/>
                  <a:pt x="1099444" y="39963"/>
                </a:cubicBezTo>
                <a:cubicBezTo>
                  <a:pt x="1101818" y="39963"/>
                  <a:pt x="1104698" y="40468"/>
                  <a:pt x="1108083" y="41479"/>
                </a:cubicBezTo>
                <a:cubicBezTo>
                  <a:pt x="1110325" y="42139"/>
                  <a:pt x="1111820" y="42468"/>
                  <a:pt x="1112567" y="42468"/>
                </a:cubicBezTo>
                <a:cubicBezTo>
                  <a:pt x="1113271" y="42468"/>
                  <a:pt x="1113820" y="42315"/>
                  <a:pt x="1114216" y="42007"/>
                </a:cubicBezTo>
                <a:cubicBezTo>
                  <a:pt x="1114612" y="41699"/>
                  <a:pt x="1115073" y="41018"/>
                  <a:pt x="1115601" y="39963"/>
                </a:cubicBezTo>
                <a:lnTo>
                  <a:pt x="1117777" y="39963"/>
                </a:lnTo>
                <a:close/>
                <a:moveTo>
                  <a:pt x="1150474" y="125295"/>
                </a:moveTo>
                <a:lnTo>
                  <a:pt x="1139131" y="125295"/>
                </a:lnTo>
                <a:cubicBezTo>
                  <a:pt x="1154738" y="107534"/>
                  <a:pt x="1162542" y="86520"/>
                  <a:pt x="1162542" y="62252"/>
                </a:cubicBezTo>
                <a:cubicBezTo>
                  <a:pt x="1162542" y="38424"/>
                  <a:pt x="1154782" y="17673"/>
                  <a:pt x="1139263" y="0"/>
                </a:cubicBezTo>
                <a:lnTo>
                  <a:pt x="1150474" y="0"/>
                </a:lnTo>
                <a:cubicBezTo>
                  <a:pt x="1166081" y="17014"/>
                  <a:pt x="1173884" y="37764"/>
                  <a:pt x="1173884" y="62252"/>
                </a:cubicBezTo>
                <a:cubicBezTo>
                  <a:pt x="1173884" y="87003"/>
                  <a:pt x="1166081" y="108018"/>
                  <a:pt x="1150474" y="1252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F9820-4093-443A-AFBD-D25649F2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701" y="5335207"/>
            <a:ext cx="98637" cy="96178"/>
          </a:xfrm>
          <a:custGeom xmlns:a="http://schemas.openxmlformats.org/drawingml/2006/main">
            <a:pathLst>
              <a:path w="98637" h="96178">
                <a:moveTo>
                  <a:pt x="26914" y="6284"/>
                </a:moveTo>
                <a:cubicBezTo>
                  <a:pt x="24454" y="6284"/>
                  <a:pt x="22997" y="6239"/>
                  <a:pt x="22542" y="6148"/>
                </a:cubicBezTo>
                <a:cubicBezTo>
                  <a:pt x="22086" y="6057"/>
                  <a:pt x="21859" y="5556"/>
                  <a:pt x="21859" y="4645"/>
                </a:cubicBezTo>
                <a:cubicBezTo>
                  <a:pt x="21859" y="2186"/>
                  <a:pt x="22360" y="683"/>
                  <a:pt x="23361" y="137"/>
                </a:cubicBezTo>
                <a:cubicBezTo>
                  <a:pt x="23544" y="46"/>
                  <a:pt x="31467" y="0"/>
                  <a:pt x="47133" y="0"/>
                </a:cubicBezTo>
                <a:cubicBezTo>
                  <a:pt x="62798" y="91"/>
                  <a:pt x="71268" y="228"/>
                  <a:pt x="72544" y="410"/>
                </a:cubicBezTo>
                <a:cubicBezTo>
                  <a:pt x="77644" y="1138"/>
                  <a:pt x="81925" y="2414"/>
                  <a:pt x="85386" y="4235"/>
                </a:cubicBezTo>
                <a:cubicBezTo>
                  <a:pt x="88847" y="6057"/>
                  <a:pt x="91306" y="8151"/>
                  <a:pt x="92763" y="10519"/>
                </a:cubicBezTo>
                <a:cubicBezTo>
                  <a:pt x="94220" y="12888"/>
                  <a:pt x="95176" y="14846"/>
                  <a:pt x="95632" y="16394"/>
                </a:cubicBezTo>
                <a:cubicBezTo>
                  <a:pt x="96087" y="17942"/>
                  <a:pt x="96360" y="19491"/>
                  <a:pt x="96452" y="21039"/>
                </a:cubicBezTo>
                <a:cubicBezTo>
                  <a:pt x="96452" y="25138"/>
                  <a:pt x="95131" y="28963"/>
                  <a:pt x="92490" y="32515"/>
                </a:cubicBezTo>
                <a:cubicBezTo>
                  <a:pt x="89848" y="36067"/>
                  <a:pt x="86797" y="38799"/>
                  <a:pt x="83336" y="40712"/>
                </a:cubicBezTo>
                <a:cubicBezTo>
                  <a:pt x="79875" y="42624"/>
                  <a:pt x="76824" y="44173"/>
                  <a:pt x="74183" y="45357"/>
                </a:cubicBezTo>
                <a:cubicBezTo>
                  <a:pt x="71542" y="46541"/>
                  <a:pt x="69811" y="47133"/>
                  <a:pt x="68992" y="47133"/>
                </a:cubicBezTo>
                <a:lnTo>
                  <a:pt x="69948" y="47816"/>
                </a:lnTo>
                <a:cubicBezTo>
                  <a:pt x="76050" y="51277"/>
                  <a:pt x="79101" y="56286"/>
                  <a:pt x="79101" y="62844"/>
                </a:cubicBezTo>
                <a:cubicBezTo>
                  <a:pt x="79101" y="63846"/>
                  <a:pt x="78873" y="66623"/>
                  <a:pt x="78418" y="71177"/>
                </a:cubicBezTo>
                <a:cubicBezTo>
                  <a:pt x="77963" y="75731"/>
                  <a:pt x="77735" y="79465"/>
                  <a:pt x="77735" y="82380"/>
                </a:cubicBezTo>
                <a:lnTo>
                  <a:pt x="77735" y="83610"/>
                </a:lnTo>
                <a:cubicBezTo>
                  <a:pt x="77735" y="85249"/>
                  <a:pt x="77781" y="86524"/>
                  <a:pt x="77872" y="87435"/>
                </a:cubicBezTo>
                <a:cubicBezTo>
                  <a:pt x="77963" y="88346"/>
                  <a:pt x="78464" y="89165"/>
                  <a:pt x="79374" y="89894"/>
                </a:cubicBezTo>
                <a:cubicBezTo>
                  <a:pt x="80285" y="90623"/>
                  <a:pt x="81469" y="91032"/>
                  <a:pt x="82926" y="91123"/>
                </a:cubicBezTo>
                <a:cubicBezTo>
                  <a:pt x="85477" y="91123"/>
                  <a:pt x="87571" y="90122"/>
                  <a:pt x="89211" y="88118"/>
                </a:cubicBezTo>
                <a:cubicBezTo>
                  <a:pt x="90850" y="86114"/>
                  <a:pt x="92034" y="83974"/>
                  <a:pt x="92763" y="81697"/>
                </a:cubicBezTo>
                <a:cubicBezTo>
                  <a:pt x="93218" y="80422"/>
                  <a:pt x="93583" y="79648"/>
                  <a:pt x="93856" y="79374"/>
                </a:cubicBezTo>
                <a:cubicBezTo>
                  <a:pt x="94129" y="79101"/>
                  <a:pt x="94812" y="78965"/>
                  <a:pt x="95905" y="78965"/>
                </a:cubicBezTo>
                <a:cubicBezTo>
                  <a:pt x="97727" y="78965"/>
                  <a:pt x="98637" y="79511"/>
                  <a:pt x="98637" y="80604"/>
                </a:cubicBezTo>
                <a:cubicBezTo>
                  <a:pt x="98637" y="82243"/>
                  <a:pt x="97544" y="84839"/>
                  <a:pt x="95359" y="88391"/>
                </a:cubicBezTo>
                <a:cubicBezTo>
                  <a:pt x="91898" y="93583"/>
                  <a:pt x="87799" y="96178"/>
                  <a:pt x="83063" y="96178"/>
                </a:cubicBezTo>
                <a:lnTo>
                  <a:pt x="81834" y="96178"/>
                </a:lnTo>
                <a:cubicBezTo>
                  <a:pt x="76278" y="96178"/>
                  <a:pt x="71678" y="95040"/>
                  <a:pt x="68035" y="92763"/>
                </a:cubicBezTo>
                <a:cubicBezTo>
                  <a:pt x="64392" y="90486"/>
                  <a:pt x="62388" y="86934"/>
                  <a:pt x="62024" y="82107"/>
                </a:cubicBezTo>
                <a:cubicBezTo>
                  <a:pt x="62024" y="79648"/>
                  <a:pt x="62707" y="75822"/>
                  <a:pt x="64073" y="70631"/>
                </a:cubicBezTo>
                <a:cubicBezTo>
                  <a:pt x="65439" y="65439"/>
                  <a:pt x="66123" y="62115"/>
                  <a:pt x="66123" y="60658"/>
                </a:cubicBezTo>
                <a:cubicBezTo>
                  <a:pt x="66123" y="56013"/>
                  <a:pt x="64164" y="52643"/>
                  <a:pt x="60248" y="50548"/>
                </a:cubicBezTo>
                <a:cubicBezTo>
                  <a:pt x="58882" y="49911"/>
                  <a:pt x="57743" y="49546"/>
                  <a:pt x="56833" y="49455"/>
                </a:cubicBezTo>
                <a:cubicBezTo>
                  <a:pt x="55922" y="49364"/>
                  <a:pt x="52689" y="49273"/>
                  <a:pt x="47133" y="49182"/>
                </a:cubicBezTo>
                <a:lnTo>
                  <a:pt x="37706" y="49182"/>
                </a:lnTo>
                <a:lnTo>
                  <a:pt x="33335" y="66942"/>
                </a:lnTo>
                <a:cubicBezTo>
                  <a:pt x="30329" y="78965"/>
                  <a:pt x="28826" y="85067"/>
                  <a:pt x="28826" y="85249"/>
                </a:cubicBezTo>
                <a:cubicBezTo>
                  <a:pt x="28826" y="85613"/>
                  <a:pt x="28872" y="85841"/>
                  <a:pt x="28963" y="85932"/>
                </a:cubicBezTo>
                <a:cubicBezTo>
                  <a:pt x="29054" y="86023"/>
                  <a:pt x="29373" y="86205"/>
                  <a:pt x="29919" y="86478"/>
                </a:cubicBezTo>
                <a:cubicBezTo>
                  <a:pt x="30466" y="86752"/>
                  <a:pt x="31240" y="86843"/>
                  <a:pt x="32242" y="86752"/>
                </a:cubicBezTo>
                <a:cubicBezTo>
                  <a:pt x="33243" y="86661"/>
                  <a:pt x="34746" y="86752"/>
                  <a:pt x="36750" y="87025"/>
                </a:cubicBezTo>
                <a:lnTo>
                  <a:pt x="40985" y="87025"/>
                </a:lnTo>
                <a:cubicBezTo>
                  <a:pt x="41532" y="87754"/>
                  <a:pt x="41805" y="88163"/>
                  <a:pt x="41805" y="88255"/>
                </a:cubicBezTo>
                <a:cubicBezTo>
                  <a:pt x="41805" y="88346"/>
                  <a:pt x="41668" y="89165"/>
                  <a:pt x="41395" y="90714"/>
                </a:cubicBezTo>
                <a:cubicBezTo>
                  <a:pt x="41031" y="91898"/>
                  <a:pt x="40575" y="92763"/>
                  <a:pt x="40029" y="93309"/>
                </a:cubicBezTo>
                <a:lnTo>
                  <a:pt x="37979" y="93309"/>
                </a:lnTo>
                <a:cubicBezTo>
                  <a:pt x="34701" y="93127"/>
                  <a:pt x="28735" y="93036"/>
                  <a:pt x="20083" y="93036"/>
                </a:cubicBezTo>
                <a:cubicBezTo>
                  <a:pt x="16986" y="93036"/>
                  <a:pt x="14117" y="93036"/>
                  <a:pt x="11476" y="93036"/>
                </a:cubicBezTo>
                <a:cubicBezTo>
                  <a:pt x="8835" y="93036"/>
                  <a:pt x="6740" y="93036"/>
                  <a:pt x="5191" y="93036"/>
                </a:cubicBezTo>
                <a:cubicBezTo>
                  <a:pt x="3643" y="93036"/>
                  <a:pt x="2687" y="93082"/>
                  <a:pt x="2322" y="93173"/>
                </a:cubicBezTo>
                <a:cubicBezTo>
                  <a:pt x="774" y="93173"/>
                  <a:pt x="0" y="92763"/>
                  <a:pt x="0" y="91943"/>
                </a:cubicBezTo>
                <a:cubicBezTo>
                  <a:pt x="0" y="91761"/>
                  <a:pt x="137" y="91123"/>
                  <a:pt x="410" y="90031"/>
                </a:cubicBezTo>
                <a:cubicBezTo>
                  <a:pt x="865" y="88300"/>
                  <a:pt x="1321" y="87344"/>
                  <a:pt x="1776" y="87162"/>
                </a:cubicBezTo>
                <a:cubicBezTo>
                  <a:pt x="2140" y="87070"/>
                  <a:pt x="2823" y="87025"/>
                  <a:pt x="3825" y="87025"/>
                </a:cubicBezTo>
                <a:lnTo>
                  <a:pt x="4645" y="87025"/>
                </a:lnTo>
                <a:cubicBezTo>
                  <a:pt x="7104" y="87025"/>
                  <a:pt x="9836" y="86888"/>
                  <a:pt x="12842" y="86615"/>
                </a:cubicBezTo>
                <a:cubicBezTo>
                  <a:pt x="14117" y="86342"/>
                  <a:pt x="14982" y="85795"/>
                  <a:pt x="15438" y="84976"/>
                </a:cubicBezTo>
                <a:cubicBezTo>
                  <a:pt x="15711" y="84611"/>
                  <a:pt x="18990" y="71952"/>
                  <a:pt x="25274" y="46996"/>
                </a:cubicBezTo>
                <a:cubicBezTo>
                  <a:pt x="31558" y="22041"/>
                  <a:pt x="34701" y="8880"/>
                  <a:pt x="34701" y="7514"/>
                </a:cubicBezTo>
                <a:cubicBezTo>
                  <a:pt x="34701" y="6876"/>
                  <a:pt x="32105" y="6467"/>
                  <a:pt x="26914" y="6284"/>
                </a:cubicBezTo>
                <a:close/>
                <a:moveTo>
                  <a:pt x="81560" y="17624"/>
                </a:moveTo>
                <a:cubicBezTo>
                  <a:pt x="81560" y="14709"/>
                  <a:pt x="80604" y="12250"/>
                  <a:pt x="78691" y="10246"/>
                </a:cubicBezTo>
                <a:cubicBezTo>
                  <a:pt x="76779" y="8243"/>
                  <a:pt x="72862" y="6967"/>
                  <a:pt x="66942" y="6421"/>
                </a:cubicBezTo>
                <a:cubicBezTo>
                  <a:pt x="66760" y="6421"/>
                  <a:pt x="65713" y="6421"/>
                  <a:pt x="63800" y="6421"/>
                </a:cubicBezTo>
                <a:cubicBezTo>
                  <a:pt x="61887" y="6421"/>
                  <a:pt x="60157" y="6375"/>
                  <a:pt x="58609" y="6284"/>
                </a:cubicBezTo>
                <a:lnTo>
                  <a:pt x="55603" y="6284"/>
                </a:lnTo>
                <a:cubicBezTo>
                  <a:pt x="51322" y="6284"/>
                  <a:pt x="48863" y="6740"/>
                  <a:pt x="48226" y="7651"/>
                </a:cubicBezTo>
                <a:cubicBezTo>
                  <a:pt x="48135" y="7924"/>
                  <a:pt x="46586" y="13980"/>
                  <a:pt x="43581" y="25821"/>
                </a:cubicBezTo>
                <a:cubicBezTo>
                  <a:pt x="40575" y="37661"/>
                  <a:pt x="39072" y="43717"/>
                  <a:pt x="39072" y="43991"/>
                </a:cubicBezTo>
                <a:cubicBezTo>
                  <a:pt x="39072" y="44082"/>
                  <a:pt x="42215" y="44127"/>
                  <a:pt x="48499" y="44127"/>
                </a:cubicBezTo>
                <a:cubicBezTo>
                  <a:pt x="55603" y="44036"/>
                  <a:pt x="60339" y="43717"/>
                  <a:pt x="62707" y="43171"/>
                </a:cubicBezTo>
                <a:cubicBezTo>
                  <a:pt x="68536" y="42260"/>
                  <a:pt x="73090" y="39573"/>
                  <a:pt x="76369" y="35111"/>
                </a:cubicBezTo>
                <a:cubicBezTo>
                  <a:pt x="77826" y="33016"/>
                  <a:pt x="79056" y="30283"/>
                  <a:pt x="80057" y="26914"/>
                </a:cubicBezTo>
                <a:cubicBezTo>
                  <a:pt x="81059" y="23544"/>
                  <a:pt x="81560" y="20447"/>
                  <a:pt x="81560" y="1762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947C8-1086-4433-B2D3-8F8C52B0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701" y="5335207"/>
            <a:ext cx="98637" cy="96178"/>
          </a:xfrm>
          <a:custGeom xmlns:a="http://schemas.openxmlformats.org/drawingml/2006/main">
            <a:pathLst>
              <a:path w="98637" h="96178" fill="none">
                <a:moveTo>
                  <a:pt x="26914" y="6284"/>
                </a:moveTo>
                <a:cubicBezTo>
                  <a:pt x="24454" y="6284"/>
                  <a:pt x="22997" y="6239"/>
                  <a:pt x="22542" y="6148"/>
                </a:cubicBezTo>
                <a:cubicBezTo>
                  <a:pt x="22086" y="6057"/>
                  <a:pt x="21859" y="5556"/>
                  <a:pt x="21859" y="4645"/>
                </a:cubicBezTo>
                <a:cubicBezTo>
                  <a:pt x="21859" y="2186"/>
                  <a:pt x="22360" y="683"/>
                  <a:pt x="23361" y="137"/>
                </a:cubicBezTo>
                <a:cubicBezTo>
                  <a:pt x="23544" y="46"/>
                  <a:pt x="31467" y="0"/>
                  <a:pt x="47133" y="0"/>
                </a:cubicBezTo>
                <a:cubicBezTo>
                  <a:pt x="62798" y="91"/>
                  <a:pt x="71268" y="228"/>
                  <a:pt x="72544" y="410"/>
                </a:cubicBezTo>
                <a:cubicBezTo>
                  <a:pt x="77644" y="1138"/>
                  <a:pt x="81925" y="2414"/>
                  <a:pt x="85386" y="4235"/>
                </a:cubicBezTo>
                <a:cubicBezTo>
                  <a:pt x="88847" y="6057"/>
                  <a:pt x="91306" y="8151"/>
                  <a:pt x="92763" y="10519"/>
                </a:cubicBezTo>
                <a:cubicBezTo>
                  <a:pt x="94220" y="12888"/>
                  <a:pt x="95176" y="14846"/>
                  <a:pt x="95632" y="16394"/>
                </a:cubicBezTo>
                <a:cubicBezTo>
                  <a:pt x="96087" y="17942"/>
                  <a:pt x="96360" y="19491"/>
                  <a:pt x="96452" y="21039"/>
                </a:cubicBezTo>
                <a:cubicBezTo>
                  <a:pt x="96452" y="25138"/>
                  <a:pt x="95131" y="28963"/>
                  <a:pt x="92490" y="32515"/>
                </a:cubicBezTo>
                <a:cubicBezTo>
                  <a:pt x="89848" y="36067"/>
                  <a:pt x="86797" y="38799"/>
                  <a:pt x="83336" y="40712"/>
                </a:cubicBezTo>
                <a:cubicBezTo>
                  <a:pt x="79875" y="42624"/>
                  <a:pt x="76824" y="44173"/>
                  <a:pt x="74183" y="45357"/>
                </a:cubicBezTo>
                <a:cubicBezTo>
                  <a:pt x="71542" y="46541"/>
                  <a:pt x="69811" y="47133"/>
                  <a:pt x="68992" y="47133"/>
                </a:cubicBezTo>
                <a:lnTo>
                  <a:pt x="69948" y="47816"/>
                </a:lnTo>
                <a:cubicBezTo>
                  <a:pt x="76050" y="51277"/>
                  <a:pt x="79101" y="56286"/>
                  <a:pt x="79101" y="62844"/>
                </a:cubicBezTo>
                <a:cubicBezTo>
                  <a:pt x="79101" y="63846"/>
                  <a:pt x="78873" y="66623"/>
                  <a:pt x="78418" y="71177"/>
                </a:cubicBezTo>
                <a:cubicBezTo>
                  <a:pt x="77963" y="75731"/>
                  <a:pt x="77735" y="79465"/>
                  <a:pt x="77735" y="82380"/>
                </a:cubicBezTo>
                <a:lnTo>
                  <a:pt x="77735" y="83610"/>
                </a:lnTo>
                <a:cubicBezTo>
                  <a:pt x="77735" y="85249"/>
                  <a:pt x="77781" y="86524"/>
                  <a:pt x="77872" y="87435"/>
                </a:cubicBezTo>
                <a:cubicBezTo>
                  <a:pt x="77963" y="88346"/>
                  <a:pt x="78464" y="89165"/>
                  <a:pt x="79374" y="89894"/>
                </a:cubicBezTo>
                <a:cubicBezTo>
                  <a:pt x="80285" y="90623"/>
                  <a:pt x="81469" y="91032"/>
                  <a:pt x="82926" y="91123"/>
                </a:cubicBezTo>
                <a:cubicBezTo>
                  <a:pt x="85477" y="91123"/>
                  <a:pt x="87571" y="90122"/>
                  <a:pt x="89211" y="88118"/>
                </a:cubicBezTo>
                <a:cubicBezTo>
                  <a:pt x="90850" y="86114"/>
                  <a:pt x="92034" y="83974"/>
                  <a:pt x="92763" y="81697"/>
                </a:cubicBezTo>
                <a:cubicBezTo>
                  <a:pt x="93218" y="80422"/>
                  <a:pt x="93583" y="79648"/>
                  <a:pt x="93856" y="79374"/>
                </a:cubicBezTo>
                <a:cubicBezTo>
                  <a:pt x="94129" y="79101"/>
                  <a:pt x="94812" y="78965"/>
                  <a:pt x="95905" y="78965"/>
                </a:cubicBezTo>
                <a:cubicBezTo>
                  <a:pt x="97727" y="78965"/>
                  <a:pt x="98637" y="79511"/>
                  <a:pt x="98637" y="80604"/>
                </a:cubicBezTo>
                <a:cubicBezTo>
                  <a:pt x="98637" y="82243"/>
                  <a:pt x="97544" y="84839"/>
                  <a:pt x="95359" y="88391"/>
                </a:cubicBezTo>
                <a:cubicBezTo>
                  <a:pt x="91898" y="93583"/>
                  <a:pt x="87799" y="96178"/>
                  <a:pt x="83063" y="96178"/>
                </a:cubicBezTo>
                <a:lnTo>
                  <a:pt x="81834" y="96178"/>
                </a:lnTo>
                <a:cubicBezTo>
                  <a:pt x="76278" y="96178"/>
                  <a:pt x="71678" y="95040"/>
                  <a:pt x="68035" y="92763"/>
                </a:cubicBezTo>
                <a:cubicBezTo>
                  <a:pt x="64392" y="90486"/>
                  <a:pt x="62388" y="86934"/>
                  <a:pt x="62024" y="82107"/>
                </a:cubicBezTo>
                <a:cubicBezTo>
                  <a:pt x="62024" y="79648"/>
                  <a:pt x="62707" y="75822"/>
                  <a:pt x="64073" y="70631"/>
                </a:cubicBezTo>
                <a:cubicBezTo>
                  <a:pt x="65439" y="65439"/>
                  <a:pt x="66123" y="62115"/>
                  <a:pt x="66123" y="60658"/>
                </a:cubicBezTo>
                <a:cubicBezTo>
                  <a:pt x="66123" y="56013"/>
                  <a:pt x="64164" y="52643"/>
                  <a:pt x="60248" y="50548"/>
                </a:cubicBezTo>
                <a:cubicBezTo>
                  <a:pt x="58882" y="49911"/>
                  <a:pt x="57743" y="49546"/>
                  <a:pt x="56833" y="49455"/>
                </a:cubicBezTo>
                <a:cubicBezTo>
                  <a:pt x="55922" y="49364"/>
                  <a:pt x="52689" y="49273"/>
                  <a:pt x="47133" y="49182"/>
                </a:cubicBezTo>
                <a:lnTo>
                  <a:pt x="37706" y="49182"/>
                </a:lnTo>
                <a:lnTo>
                  <a:pt x="33335" y="66942"/>
                </a:lnTo>
                <a:cubicBezTo>
                  <a:pt x="30329" y="78965"/>
                  <a:pt x="28826" y="85067"/>
                  <a:pt x="28826" y="85249"/>
                </a:cubicBezTo>
                <a:cubicBezTo>
                  <a:pt x="28826" y="85613"/>
                  <a:pt x="28872" y="85841"/>
                  <a:pt x="28963" y="85932"/>
                </a:cubicBezTo>
                <a:cubicBezTo>
                  <a:pt x="29054" y="86023"/>
                  <a:pt x="29373" y="86205"/>
                  <a:pt x="29919" y="86478"/>
                </a:cubicBezTo>
                <a:cubicBezTo>
                  <a:pt x="30466" y="86752"/>
                  <a:pt x="31240" y="86843"/>
                  <a:pt x="32242" y="86752"/>
                </a:cubicBezTo>
                <a:cubicBezTo>
                  <a:pt x="33243" y="86661"/>
                  <a:pt x="34746" y="86752"/>
                  <a:pt x="36750" y="87025"/>
                </a:cubicBezTo>
                <a:lnTo>
                  <a:pt x="40985" y="87025"/>
                </a:lnTo>
                <a:cubicBezTo>
                  <a:pt x="41532" y="87754"/>
                  <a:pt x="41805" y="88163"/>
                  <a:pt x="41805" y="88255"/>
                </a:cubicBezTo>
                <a:cubicBezTo>
                  <a:pt x="41805" y="88346"/>
                  <a:pt x="41668" y="89165"/>
                  <a:pt x="41395" y="90714"/>
                </a:cubicBezTo>
                <a:cubicBezTo>
                  <a:pt x="41031" y="91898"/>
                  <a:pt x="40575" y="92763"/>
                  <a:pt x="40029" y="93309"/>
                </a:cubicBezTo>
                <a:lnTo>
                  <a:pt x="37979" y="93309"/>
                </a:lnTo>
                <a:cubicBezTo>
                  <a:pt x="34701" y="93127"/>
                  <a:pt x="28735" y="93036"/>
                  <a:pt x="20083" y="93036"/>
                </a:cubicBezTo>
                <a:cubicBezTo>
                  <a:pt x="16986" y="93036"/>
                  <a:pt x="14117" y="93036"/>
                  <a:pt x="11476" y="93036"/>
                </a:cubicBezTo>
                <a:cubicBezTo>
                  <a:pt x="8835" y="93036"/>
                  <a:pt x="6740" y="93036"/>
                  <a:pt x="5191" y="93036"/>
                </a:cubicBezTo>
                <a:cubicBezTo>
                  <a:pt x="3643" y="93036"/>
                  <a:pt x="2687" y="93082"/>
                  <a:pt x="2322" y="93173"/>
                </a:cubicBezTo>
                <a:cubicBezTo>
                  <a:pt x="774" y="93173"/>
                  <a:pt x="0" y="92763"/>
                  <a:pt x="0" y="91943"/>
                </a:cubicBezTo>
                <a:cubicBezTo>
                  <a:pt x="0" y="91761"/>
                  <a:pt x="137" y="91123"/>
                  <a:pt x="410" y="90031"/>
                </a:cubicBezTo>
                <a:cubicBezTo>
                  <a:pt x="865" y="88300"/>
                  <a:pt x="1321" y="87344"/>
                  <a:pt x="1776" y="87162"/>
                </a:cubicBezTo>
                <a:cubicBezTo>
                  <a:pt x="2140" y="87070"/>
                  <a:pt x="2823" y="87025"/>
                  <a:pt x="3825" y="87025"/>
                </a:cubicBezTo>
                <a:lnTo>
                  <a:pt x="4645" y="87025"/>
                </a:lnTo>
                <a:cubicBezTo>
                  <a:pt x="7104" y="87025"/>
                  <a:pt x="9836" y="86888"/>
                  <a:pt x="12842" y="86615"/>
                </a:cubicBezTo>
                <a:cubicBezTo>
                  <a:pt x="14117" y="86342"/>
                  <a:pt x="14982" y="85795"/>
                  <a:pt x="15438" y="84976"/>
                </a:cubicBezTo>
                <a:cubicBezTo>
                  <a:pt x="15711" y="84611"/>
                  <a:pt x="18990" y="71952"/>
                  <a:pt x="25274" y="46996"/>
                </a:cubicBezTo>
                <a:cubicBezTo>
                  <a:pt x="31558" y="22041"/>
                  <a:pt x="34701" y="8880"/>
                  <a:pt x="34701" y="7514"/>
                </a:cubicBezTo>
                <a:cubicBezTo>
                  <a:pt x="34701" y="6876"/>
                  <a:pt x="32105" y="6467"/>
                  <a:pt x="26914" y="6284"/>
                </a:cubicBezTo>
                <a:close/>
                <a:moveTo>
                  <a:pt x="81560" y="17624"/>
                </a:moveTo>
                <a:cubicBezTo>
                  <a:pt x="81560" y="14709"/>
                  <a:pt x="80604" y="12250"/>
                  <a:pt x="78691" y="10246"/>
                </a:cubicBezTo>
                <a:cubicBezTo>
                  <a:pt x="76779" y="8243"/>
                  <a:pt x="72862" y="6967"/>
                  <a:pt x="66942" y="6421"/>
                </a:cubicBezTo>
                <a:cubicBezTo>
                  <a:pt x="66760" y="6421"/>
                  <a:pt x="65713" y="6421"/>
                  <a:pt x="63800" y="6421"/>
                </a:cubicBezTo>
                <a:cubicBezTo>
                  <a:pt x="61887" y="6421"/>
                  <a:pt x="60157" y="6375"/>
                  <a:pt x="58609" y="6284"/>
                </a:cubicBezTo>
                <a:lnTo>
                  <a:pt x="55603" y="6284"/>
                </a:lnTo>
                <a:cubicBezTo>
                  <a:pt x="51322" y="6284"/>
                  <a:pt x="48863" y="6740"/>
                  <a:pt x="48226" y="7651"/>
                </a:cubicBezTo>
                <a:cubicBezTo>
                  <a:pt x="48135" y="7924"/>
                  <a:pt x="46586" y="13980"/>
                  <a:pt x="43581" y="25821"/>
                </a:cubicBezTo>
                <a:cubicBezTo>
                  <a:pt x="40575" y="37661"/>
                  <a:pt x="39072" y="43717"/>
                  <a:pt x="39072" y="43991"/>
                </a:cubicBezTo>
                <a:cubicBezTo>
                  <a:pt x="39072" y="44082"/>
                  <a:pt x="42215" y="44127"/>
                  <a:pt x="48499" y="44127"/>
                </a:cubicBezTo>
                <a:cubicBezTo>
                  <a:pt x="55603" y="44036"/>
                  <a:pt x="60339" y="43717"/>
                  <a:pt x="62707" y="43171"/>
                </a:cubicBezTo>
                <a:cubicBezTo>
                  <a:pt x="68536" y="42260"/>
                  <a:pt x="73090" y="39573"/>
                  <a:pt x="76369" y="35111"/>
                </a:cubicBezTo>
                <a:cubicBezTo>
                  <a:pt x="77826" y="33016"/>
                  <a:pt x="79056" y="30283"/>
                  <a:pt x="80057" y="26914"/>
                </a:cubicBezTo>
                <a:cubicBezTo>
                  <a:pt x="81059" y="23544"/>
                  <a:pt x="81560" y="20447"/>
                  <a:pt x="81560" y="176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BAE41-F1EC-488E-9B9B-5BA4A674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223" y="5307766"/>
            <a:ext cx="38539" cy="64328"/>
          </a:xfrm>
          <a:custGeom xmlns:a="http://schemas.openxmlformats.org/drawingml/2006/main">
            <a:pathLst>
              <a:path w="38539" h="64328">
                <a:moveTo>
                  <a:pt x="5699" y="22891"/>
                </a:moveTo>
                <a:cubicBezTo>
                  <a:pt x="3960" y="22891"/>
                  <a:pt x="2576" y="22312"/>
                  <a:pt x="1545" y="21153"/>
                </a:cubicBezTo>
                <a:cubicBezTo>
                  <a:pt x="515" y="19994"/>
                  <a:pt x="0" y="18577"/>
                  <a:pt x="0" y="16903"/>
                </a:cubicBezTo>
                <a:cubicBezTo>
                  <a:pt x="0" y="12331"/>
                  <a:pt x="1706" y="8371"/>
                  <a:pt x="5119" y="5023"/>
                </a:cubicBezTo>
                <a:cubicBezTo>
                  <a:pt x="8532" y="1674"/>
                  <a:pt x="12782" y="0"/>
                  <a:pt x="17869" y="0"/>
                </a:cubicBezTo>
                <a:cubicBezTo>
                  <a:pt x="23728" y="0"/>
                  <a:pt x="28622" y="1803"/>
                  <a:pt x="32550" y="5409"/>
                </a:cubicBezTo>
                <a:cubicBezTo>
                  <a:pt x="36478" y="9015"/>
                  <a:pt x="38474" y="13683"/>
                  <a:pt x="38539" y="19414"/>
                </a:cubicBezTo>
                <a:cubicBezTo>
                  <a:pt x="38539" y="22183"/>
                  <a:pt x="37895" y="24823"/>
                  <a:pt x="36607" y="27334"/>
                </a:cubicBezTo>
                <a:cubicBezTo>
                  <a:pt x="35319" y="29846"/>
                  <a:pt x="33774" y="32035"/>
                  <a:pt x="31971" y="33902"/>
                </a:cubicBezTo>
                <a:cubicBezTo>
                  <a:pt x="30168" y="35770"/>
                  <a:pt x="27592" y="38152"/>
                  <a:pt x="24244" y="41050"/>
                </a:cubicBezTo>
                <a:cubicBezTo>
                  <a:pt x="21926" y="43046"/>
                  <a:pt x="18706" y="46008"/>
                  <a:pt x="14585" y="49936"/>
                </a:cubicBezTo>
                <a:lnTo>
                  <a:pt x="8886" y="55345"/>
                </a:lnTo>
                <a:lnTo>
                  <a:pt x="16227" y="55442"/>
                </a:lnTo>
                <a:cubicBezTo>
                  <a:pt x="26336" y="55442"/>
                  <a:pt x="31713" y="55281"/>
                  <a:pt x="32357" y="54959"/>
                </a:cubicBezTo>
                <a:cubicBezTo>
                  <a:pt x="32808" y="54830"/>
                  <a:pt x="33580" y="51964"/>
                  <a:pt x="34675" y="46362"/>
                </a:cubicBezTo>
                <a:lnTo>
                  <a:pt x="34675" y="46073"/>
                </a:lnTo>
                <a:lnTo>
                  <a:pt x="38539" y="46073"/>
                </a:lnTo>
                <a:lnTo>
                  <a:pt x="38539" y="46362"/>
                </a:lnTo>
                <a:cubicBezTo>
                  <a:pt x="38474" y="46555"/>
                  <a:pt x="38056" y="49485"/>
                  <a:pt x="37283" y="55152"/>
                </a:cubicBezTo>
                <a:cubicBezTo>
                  <a:pt x="36510" y="60818"/>
                  <a:pt x="36027" y="63780"/>
                  <a:pt x="35834" y="64038"/>
                </a:cubicBezTo>
                <a:lnTo>
                  <a:pt x="35834" y="64328"/>
                </a:lnTo>
                <a:lnTo>
                  <a:pt x="0" y="64328"/>
                </a:lnTo>
                <a:lnTo>
                  <a:pt x="0" y="62493"/>
                </a:lnTo>
                <a:lnTo>
                  <a:pt x="0" y="61333"/>
                </a:lnTo>
                <a:cubicBezTo>
                  <a:pt x="0" y="60883"/>
                  <a:pt x="193" y="60400"/>
                  <a:pt x="580" y="59885"/>
                </a:cubicBezTo>
                <a:cubicBezTo>
                  <a:pt x="966" y="59370"/>
                  <a:pt x="1932" y="58243"/>
                  <a:pt x="3477" y="56504"/>
                </a:cubicBezTo>
                <a:cubicBezTo>
                  <a:pt x="5345" y="54444"/>
                  <a:pt x="6954" y="52641"/>
                  <a:pt x="8307" y="51095"/>
                </a:cubicBezTo>
                <a:cubicBezTo>
                  <a:pt x="8886" y="50451"/>
                  <a:pt x="9981" y="49260"/>
                  <a:pt x="11591" y="47521"/>
                </a:cubicBezTo>
                <a:cubicBezTo>
                  <a:pt x="13200" y="45783"/>
                  <a:pt x="14295" y="44592"/>
                  <a:pt x="14875" y="43948"/>
                </a:cubicBezTo>
                <a:cubicBezTo>
                  <a:pt x="15454" y="43304"/>
                  <a:pt x="16388" y="42241"/>
                  <a:pt x="17676" y="40760"/>
                </a:cubicBezTo>
                <a:cubicBezTo>
                  <a:pt x="18963" y="39279"/>
                  <a:pt x="19865" y="38185"/>
                  <a:pt x="20380" y="37476"/>
                </a:cubicBezTo>
                <a:cubicBezTo>
                  <a:pt x="20895" y="36768"/>
                  <a:pt x="21636" y="35802"/>
                  <a:pt x="22602" y="34579"/>
                </a:cubicBezTo>
                <a:cubicBezTo>
                  <a:pt x="23568" y="33355"/>
                  <a:pt x="24244" y="32325"/>
                  <a:pt x="24630" y="31488"/>
                </a:cubicBezTo>
                <a:cubicBezTo>
                  <a:pt x="25016" y="30651"/>
                  <a:pt x="25499" y="29717"/>
                  <a:pt x="26079" y="28687"/>
                </a:cubicBezTo>
                <a:cubicBezTo>
                  <a:pt x="26658" y="27656"/>
                  <a:pt x="27077" y="26626"/>
                  <a:pt x="27334" y="25596"/>
                </a:cubicBezTo>
                <a:cubicBezTo>
                  <a:pt x="27592" y="24566"/>
                  <a:pt x="27817" y="23600"/>
                  <a:pt x="28011" y="22698"/>
                </a:cubicBezTo>
                <a:cubicBezTo>
                  <a:pt x="28204" y="21797"/>
                  <a:pt x="28300" y="20734"/>
                  <a:pt x="28300" y="19511"/>
                </a:cubicBezTo>
                <a:cubicBezTo>
                  <a:pt x="28300" y="15454"/>
                  <a:pt x="27206" y="11945"/>
                  <a:pt x="25016" y="8983"/>
                </a:cubicBezTo>
                <a:cubicBezTo>
                  <a:pt x="22827" y="6021"/>
                  <a:pt x="19704" y="4540"/>
                  <a:pt x="15647" y="4540"/>
                </a:cubicBezTo>
                <a:cubicBezTo>
                  <a:pt x="13522" y="4540"/>
                  <a:pt x="11655" y="5087"/>
                  <a:pt x="10045" y="6182"/>
                </a:cubicBezTo>
                <a:cubicBezTo>
                  <a:pt x="8435" y="7276"/>
                  <a:pt x="7309" y="8339"/>
                  <a:pt x="6665" y="9369"/>
                </a:cubicBezTo>
                <a:cubicBezTo>
                  <a:pt x="6021" y="10399"/>
                  <a:pt x="5699" y="11011"/>
                  <a:pt x="5699" y="11204"/>
                </a:cubicBezTo>
                <a:cubicBezTo>
                  <a:pt x="5699" y="11269"/>
                  <a:pt x="5860" y="11301"/>
                  <a:pt x="6182" y="11301"/>
                </a:cubicBezTo>
                <a:cubicBezTo>
                  <a:pt x="7341" y="11301"/>
                  <a:pt x="8532" y="11752"/>
                  <a:pt x="9755" y="12653"/>
                </a:cubicBezTo>
                <a:cubicBezTo>
                  <a:pt x="10979" y="13555"/>
                  <a:pt x="11591" y="15036"/>
                  <a:pt x="11591" y="17096"/>
                </a:cubicBezTo>
                <a:cubicBezTo>
                  <a:pt x="11591" y="18706"/>
                  <a:pt x="11075" y="20058"/>
                  <a:pt x="10045" y="21153"/>
                </a:cubicBezTo>
                <a:cubicBezTo>
                  <a:pt x="9015" y="22247"/>
                  <a:pt x="7566" y="22827"/>
                  <a:pt x="5699" y="2289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C8DD1-47D8-4311-AE31-A1C3750A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223" y="5307766"/>
            <a:ext cx="38539" cy="64328"/>
          </a:xfrm>
          <a:custGeom xmlns:a="http://schemas.openxmlformats.org/drawingml/2006/main">
            <a:pathLst>
              <a:path w="38539" h="64328" fill="none">
                <a:moveTo>
                  <a:pt x="5699" y="22891"/>
                </a:moveTo>
                <a:cubicBezTo>
                  <a:pt x="3960" y="22891"/>
                  <a:pt x="2576" y="22312"/>
                  <a:pt x="1545" y="21153"/>
                </a:cubicBezTo>
                <a:cubicBezTo>
                  <a:pt x="515" y="19994"/>
                  <a:pt x="0" y="18577"/>
                  <a:pt x="0" y="16903"/>
                </a:cubicBezTo>
                <a:cubicBezTo>
                  <a:pt x="0" y="12331"/>
                  <a:pt x="1706" y="8371"/>
                  <a:pt x="5119" y="5023"/>
                </a:cubicBezTo>
                <a:cubicBezTo>
                  <a:pt x="8532" y="1674"/>
                  <a:pt x="12782" y="0"/>
                  <a:pt x="17869" y="0"/>
                </a:cubicBezTo>
                <a:cubicBezTo>
                  <a:pt x="23728" y="0"/>
                  <a:pt x="28622" y="1803"/>
                  <a:pt x="32550" y="5409"/>
                </a:cubicBezTo>
                <a:cubicBezTo>
                  <a:pt x="36478" y="9015"/>
                  <a:pt x="38474" y="13683"/>
                  <a:pt x="38539" y="19414"/>
                </a:cubicBezTo>
                <a:cubicBezTo>
                  <a:pt x="38539" y="22183"/>
                  <a:pt x="37895" y="24823"/>
                  <a:pt x="36607" y="27334"/>
                </a:cubicBezTo>
                <a:cubicBezTo>
                  <a:pt x="35319" y="29846"/>
                  <a:pt x="33774" y="32035"/>
                  <a:pt x="31971" y="33902"/>
                </a:cubicBezTo>
                <a:cubicBezTo>
                  <a:pt x="30168" y="35770"/>
                  <a:pt x="27592" y="38152"/>
                  <a:pt x="24244" y="41050"/>
                </a:cubicBezTo>
                <a:cubicBezTo>
                  <a:pt x="21926" y="43046"/>
                  <a:pt x="18706" y="46008"/>
                  <a:pt x="14585" y="49936"/>
                </a:cubicBezTo>
                <a:lnTo>
                  <a:pt x="8886" y="55345"/>
                </a:lnTo>
                <a:lnTo>
                  <a:pt x="16227" y="55442"/>
                </a:lnTo>
                <a:cubicBezTo>
                  <a:pt x="26336" y="55442"/>
                  <a:pt x="31713" y="55281"/>
                  <a:pt x="32357" y="54959"/>
                </a:cubicBezTo>
                <a:cubicBezTo>
                  <a:pt x="32808" y="54830"/>
                  <a:pt x="33580" y="51964"/>
                  <a:pt x="34675" y="46362"/>
                </a:cubicBezTo>
                <a:lnTo>
                  <a:pt x="34675" y="46073"/>
                </a:lnTo>
                <a:lnTo>
                  <a:pt x="38539" y="46073"/>
                </a:lnTo>
                <a:lnTo>
                  <a:pt x="38539" y="46362"/>
                </a:lnTo>
                <a:cubicBezTo>
                  <a:pt x="38474" y="46555"/>
                  <a:pt x="38056" y="49485"/>
                  <a:pt x="37283" y="55152"/>
                </a:cubicBezTo>
                <a:cubicBezTo>
                  <a:pt x="36510" y="60818"/>
                  <a:pt x="36027" y="63780"/>
                  <a:pt x="35834" y="64038"/>
                </a:cubicBezTo>
                <a:lnTo>
                  <a:pt x="35834" y="64328"/>
                </a:lnTo>
                <a:lnTo>
                  <a:pt x="0" y="64328"/>
                </a:lnTo>
                <a:lnTo>
                  <a:pt x="0" y="62493"/>
                </a:lnTo>
                <a:lnTo>
                  <a:pt x="0" y="61333"/>
                </a:lnTo>
                <a:cubicBezTo>
                  <a:pt x="0" y="60883"/>
                  <a:pt x="193" y="60400"/>
                  <a:pt x="580" y="59885"/>
                </a:cubicBezTo>
                <a:cubicBezTo>
                  <a:pt x="966" y="59370"/>
                  <a:pt x="1932" y="58243"/>
                  <a:pt x="3477" y="56504"/>
                </a:cubicBezTo>
                <a:cubicBezTo>
                  <a:pt x="5345" y="54444"/>
                  <a:pt x="6954" y="52641"/>
                  <a:pt x="8307" y="51095"/>
                </a:cubicBezTo>
                <a:cubicBezTo>
                  <a:pt x="8886" y="50451"/>
                  <a:pt x="9981" y="49260"/>
                  <a:pt x="11591" y="47521"/>
                </a:cubicBezTo>
                <a:cubicBezTo>
                  <a:pt x="13200" y="45783"/>
                  <a:pt x="14295" y="44592"/>
                  <a:pt x="14875" y="43948"/>
                </a:cubicBezTo>
                <a:cubicBezTo>
                  <a:pt x="15454" y="43304"/>
                  <a:pt x="16388" y="42241"/>
                  <a:pt x="17676" y="40760"/>
                </a:cubicBezTo>
                <a:cubicBezTo>
                  <a:pt x="18963" y="39279"/>
                  <a:pt x="19865" y="38185"/>
                  <a:pt x="20380" y="37476"/>
                </a:cubicBezTo>
                <a:cubicBezTo>
                  <a:pt x="20895" y="36768"/>
                  <a:pt x="21636" y="35802"/>
                  <a:pt x="22602" y="34579"/>
                </a:cubicBezTo>
                <a:cubicBezTo>
                  <a:pt x="23568" y="33355"/>
                  <a:pt x="24244" y="32325"/>
                  <a:pt x="24630" y="31488"/>
                </a:cubicBezTo>
                <a:cubicBezTo>
                  <a:pt x="25016" y="30651"/>
                  <a:pt x="25499" y="29717"/>
                  <a:pt x="26079" y="28687"/>
                </a:cubicBezTo>
                <a:cubicBezTo>
                  <a:pt x="26658" y="27656"/>
                  <a:pt x="27077" y="26626"/>
                  <a:pt x="27334" y="25596"/>
                </a:cubicBezTo>
                <a:cubicBezTo>
                  <a:pt x="27592" y="24566"/>
                  <a:pt x="27817" y="23600"/>
                  <a:pt x="28011" y="22698"/>
                </a:cubicBezTo>
                <a:cubicBezTo>
                  <a:pt x="28204" y="21797"/>
                  <a:pt x="28300" y="20734"/>
                  <a:pt x="28300" y="19511"/>
                </a:cubicBezTo>
                <a:cubicBezTo>
                  <a:pt x="28300" y="15454"/>
                  <a:pt x="27206" y="11945"/>
                  <a:pt x="25016" y="8983"/>
                </a:cubicBezTo>
                <a:cubicBezTo>
                  <a:pt x="22827" y="6021"/>
                  <a:pt x="19704" y="4540"/>
                  <a:pt x="15647" y="4540"/>
                </a:cubicBezTo>
                <a:cubicBezTo>
                  <a:pt x="13522" y="4540"/>
                  <a:pt x="11655" y="5087"/>
                  <a:pt x="10045" y="6182"/>
                </a:cubicBezTo>
                <a:cubicBezTo>
                  <a:pt x="8435" y="7276"/>
                  <a:pt x="7309" y="8339"/>
                  <a:pt x="6665" y="9369"/>
                </a:cubicBezTo>
                <a:cubicBezTo>
                  <a:pt x="6021" y="10399"/>
                  <a:pt x="5699" y="11011"/>
                  <a:pt x="5699" y="11204"/>
                </a:cubicBezTo>
                <a:cubicBezTo>
                  <a:pt x="5699" y="11269"/>
                  <a:pt x="5860" y="11301"/>
                  <a:pt x="6182" y="11301"/>
                </a:cubicBezTo>
                <a:cubicBezTo>
                  <a:pt x="7341" y="11301"/>
                  <a:pt x="8532" y="11752"/>
                  <a:pt x="9755" y="12653"/>
                </a:cubicBezTo>
                <a:cubicBezTo>
                  <a:pt x="10979" y="13555"/>
                  <a:pt x="11591" y="15036"/>
                  <a:pt x="11591" y="17096"/>
                </a:cubicBezTo>
                <a:cubicBezTo>
                  <a:pt x="11591" y="18706"/>
                  <a:pt x="11075" y="20058"/>
                  <a:pt x="10045" y="21153"/>
                </a:cubicBezTo>
                <a:cubicBezTo>
                  <a:pt x="9015" y="22247"/>
                  <a:pt x="7566" y="22827"/>
                  <a:pt x="5699" y="228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F448D-4829-4E54-90A5-9BFF392D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87" y="5324669"/>
            <a:ext cx="46652" cy="46555"/>
          </a:xfrm>
          <a:custGeom xmlns:a="http://schemas.openxmlformats.org/drawingml/2006/main">
            <a:pathLst>
              <a:path w="46652" h="46555">
                <a:moveTo>
                  <a:pt x="46652" y="44624"/>
                </a:moveTo>
                <a:cubicBezTo>
                  <a:pt x="46652" y="45912"/>
                  <a:pt x="45976" y="46555"/>
                  <a:pt x="44624" y="46555"/>
                </a:cubicBezTo>
                <a:cubicBezTo>
                  <a:pt x="44302" y="46555"/>
                  <a:pt x="43593" y="46040"/>
                  <a:pt x="42499" y="45010"/>
                </a:cubicBezTo>
                <a:cubicBezTo>
                  <a:pt x="41404" y="43980"/>
                  <a:pt x="38378" y="40986"/>
                  <a:pt x="33419" y="36027"/>
                </a:cubicBezTo>
                <a:lnTo>
                  <a:pt x="23374" y="25982"/>
                </a:lnTo>
                <a:lnTo>
                  <a:pt x="13233" y="36124"/>
                </a:lnTo>
                <a:cubicBezTo>
                  <a:pt x="6407" y="42821"/>
                  <a:pt x="2898" y="46234"/>
                  <a:pt x="2704" y="46362"/>
                </a:cubicBezTo>
                <a:cubicBezTo>
                  <a:pt x="2447" y="46491"/>
                  <a:pt x="2222" y="46555"/>
                  <a:pt x="2028" y="46555"/>
                </a:cubicBezTo>
                <a:cubicBezTo>
                  <a:pt x="1513" y="46555"/>
                  <a:pt x="1062" y="46362"/>
                  <a:pt x="676" y="45976"/>
                </a:cubicBezTo>
                <a:cubicBezTo>
                  <a:pt x="290" y="45590"/>
                  <a:pt x="64" y="45139"/>
                  <a:pt x="0" y="44624"/>
                </a:cubicBezTo>
                <a:cubicBezTo>
                  <a:pt x="0" y="44173"/>
                  <a:pt x="451" y="43465"/>
                  <a:pt x="1352" y="42499"/>
                </a:cubicBezTo>
                <a:cubicBezTo>
                  <a:pt x="2254" y="41533"/>
                  <a:pt x="5280" y="38474"/>
                  <a:pt x="10432" y="33323"/>
                </a:cubicBezTo>
                <a:lnTo>
                  <a:pt x="20477" y="23278"/>
                </a:lnTo>
                <a:lnTo>
                  <a:pt x="10432" y="13233"/>
                </a:lnTo>
                <a:cubicBezTo>
                  <a:pt x="5216" y="8017"/>
                  <a:pt x="2189" y="4958"/>
                  <a:pt x="1352" y="4057"/>
                </a:cubicBezTo>
                <a:cubicBezTo>
                  <a:pt x="515" y="3155"/>
                  <a:pt x="64" y="2447"/>
                  <a:pt x="0" y="1932"/>
                </a:cubicBezTo>
                <a:cubicBezTo>
                  <a:pt x="0" y="1352"/>
                  <a:pt x="193" y="901"/>
                  <a:pt x="580" y="580"/>
                </a:cubicBezTo>
                <a:cubicBezTo>
                  <a:pt x="966" y="258"/>
                  <a:pt x="1449" y="97"/>
                  <a:pt x="2028" y="97"/>
                </a:cubicBezTo>
                <a:cubicBezTo>
                  <a:pt x="2350" y="97"/>
                  <a:pt x="2576" y="129"/>
                  <a:pt x="2704" y="193"/>
                </a:cubicBezTo>
                <a:cubicBezTo>
                  <a:pt x="2898" y="322"/>
                  <a:pt x="6407" y="3735"/>
                  <a:pt x="13233" y="10432"/>
                </a:cubicBezTo>
                <a:lnTo>
                  <a:pt x="23374" y="20573"/>
                </a:lnTo>
                <a:lnTo>
                  <a:pt x="33419" y="10528"/>
                </a:lnTo>
                <a:cubicBezTo>
                  <a:pt x="38378" y="5570"/>
                  <a:pt x="41404" y="2576"/>
                  <a:pt x="42499" y="1545"/>
                </a:cubicBezTo>
                <a:cubicBezTo>
                  <a:pt x="43593" y="515"/>
                  <a:pt x="44302" y="0"/>
                  <a:pt x="44624" y="0"/>
                </a:cubicBezTo>
                <a:cubicBezTo>
                  <a:pt x="45976" y="0"/>
                  <a:pt x="46652" y="644"/>
                  <a:pt x="46652" y="1932"/>
                </a:cubicBezTo>
                <a:cubicBezTo>
                  <a:pt x="46652" y="2383"/>
                  <a:pt x="46330" y="2962"/>
                  <a:pt x="45686" y="3670"/>
                </a:cubicBezTo>
                <a:cubicBezTo>
                  <a:pt x="45042" y="4379"/>
                  <a:pt x="41887" y="7534"/>
                  <a:pt x="36221" y="13136"/>
                </a:cubicBezTo>
                <a:lnTo>
                  <a:pt x="26175" y="23278"/>
                </a:lnTo>
                <a:lnTo>
                  <a:pt x="36221" y="33419"/>
                </a:lnTo>
                <a:cubicBezTo>
                  <a:pt x="41629" y="38828"/>
                  <a:pt x="44720" y="41951"/>
                  <a:pt x="45493" y="42789"/>
                </a:cubicBezTo>
                <a:cubicBezTo>
                  <a:pt x="46266" y="43626"/>
                  <a:pt x="46652" y="44237"/>
                  <a:pt x="46652" y="4462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41C35-7185-4197-9C86-2EAEF4F7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87" y="5324669"/>
            <a:ext cx="46652" cy="46555"/>
          </a:xfrm>
          <a:custGeom xmlns:a="http://schemas.openxmlformats.org/drawingml/2006/main">
            <a:pathLst>
              <a:path w="46652" h="46555" fill="none">
                <a:moveTo>
                  <a:pt x="46652" y="44624"/>
                </a:moveTo>
                <a:cubicBezTo>
                  <a:pt x="46652" y="45912"/>
                  <a:pt x="45976" y="46555"/>
                  <a:pt x="44624" y="46555"/>
                </a:cubicBezTo>
                <a:cubicBezTo>
                  <a:pt x="44302" y="46555"/>
                  <a:pt x="43593" y="46040"/>
                  <a:pt x="42499" y="45010"/>
                </a:cubicBezTo>
                <a:cubicBezTo>
                  <a:pt x="41404" y="43980"/>
                  <a:pt x="38378" y="40986"/>
                  <a:pt x="33419" y="36027"/>
                </a:cubicBezTo>
                <a:lnTo>
                  <a:pt x="23374" y="25982"/>
                </a:lnTo>
                <a:lnTo>
                  <a:pt x="13233" y="36124"/>
                </a:lnTo>
                <a:cubicBezTo>
                  <a:pt x="6407" y="42821"/>
                  <a:pt x="2898" y="46234"/>
                  <a:pt x="2704" y="46362"/>
                </a:cubicBezTo>
                <a:cubicBezTo>
                  <a:pt x="2447" y="46491"/>
                  <a:pt x="2222" y="46555"/>
                  <a:pt x="2028" y="46555"/>
                </a:cubicBezTo>
                <a:cubicBezTo>
                  <a:pt x="1513" y="46555"/>
                  <a:pt x="1062" y="46362"/>
                  <a:pt x="676" y="45976"/>
                </a:cubicBezTo>
                <a:cubicBezTo>
                  <a:pt x="290" y="45590"/>
                  <a:pt x="64" y="45139"/>
                  <a:pt x="0" y="44624"/>
                </a:cubicBezTo>
                <a:cubicBezTo>
                  <a:pt x="0" y="44173"/>
                  <a:pt x="451" y="43465"/>
                  <a:pt x="1352" y="42499"/>
                </a:cubicBezTo>
                <a:cubicBezTo>
                  <a:pt x="2254" y="41533"/>
                  <a:pt x="5280" y="38474"/>
                  <a:pt x="10432" y="33323"/>
                </a:cubicBezTo>
                <a:lnTo>
                  <a:pt x="20477" y="23278"/>
                </a:lnTo>
                <a:lnTo>
                  <a:pt x="10432" y="13233"/>
                </a:lnTo>
                <a:cubicBezTo>
                  <a:pt x="5216" y="8017"/>
                  <a:pt x="2189" y="4958"/>
                  <a:pt x="1352" y="4057"/>
                </a:cubicBezTo>
                <a:cubicBezTo>
                  <a:pt x="515" y="3155"/>
                  <a:pt x="64" y="2447"/>
                  <a:pt x="0" y="1932"/>
                </a:cubicBezTo>
                <a:cubicBezTo>
                  <a:pt x="0" y="1352"/>
                  <a:pt x="193" y="901"/>
                  <a:pt x="580" y="580"/>
                </a:cubicBezTo>
                <a:cubicBezTo>
                  <a:pt x="966" y="258"/>
                  <a:pt x="1449" y="97"/>
                  <a:pt x="2028" y="97"/>
                </a:cubicBezTo>
                <a:cubicBezTo>
                  <a:pt x="2350" y="97"/>
                  <a:pt x="2576" y="129"/>
                  <a:pt x="2704" y="193"/>
                </a:cubicBezTo>
                <a:cubicBezTo>
                  <a:pt x="2898" y="322"/>
                  <a:pt x="6407" y="3735"/>
                  <a:pt x="13233" y="10432"/>
                </a:cubicBezTo>
                <a:lnTo>
                  <a:pt x="23374" y="20573"/>
                </a:lnTo>
                <a:lnTo>
                  <a:pt x="33419" y="10528"/>
                </a:lnTo>
                <a:cubicBezTo>
                  <a:pt x="38378" y="5570"/>
                  <a:pt x="41404" y="2576"/>
                  <a:pt x="42499" y="1545"/>
                </a:cubicBezTo>
                <a:cubicBezTo>
                  <a:pt x="43593" y="515"/>
                  <a:pt x="44302" y="0"/>
                  <a:pt x="44624" y="0"/>
                </a:cubicBezTo>
                <a:cubicBezTo>
                  <a:pt x="45976" y="0"/>
                  <a:pt x="46652" y="644"/>
                  <a:pt x="46652" y="1932"/>
                </a:cubicBezTo>
                <a:cubicBezTo>
                  <a:pt x="46652" y="2383"/>
                  <a:pt x="46330" y="2962"/>
                  <a:pt x="45686" y="3670"/>
                </a:cubicBezTo>
                <a:cubicBezTo>
                  <a:pt x="45042" y="4379"/>
                  <a:pt x="41887" y="7534"/>
                  <a:pt x="36221" y="13136"/>
                </a:cubicBezTo>
                <a:lnTo>
                  <a:pt x="26175" y="23278"/>
                </a:lnTo>
                <a:lnTo>
                  <a:pt x="36221" y="33419"/>
                </a:lnTo>
                <a:cubicBezTo>
                  <a:pt x="41629" y="38828"/>
                  <a:pt x="44720" y="41951"/>
                  <a:pt x="45493" y="42789"/>
                </a:cubicBezTo>
                <a:cubicBezTo>
                  <a:pt x="46266" y="43626"/>
                  <a:pt x="46652" y="44237"/>
                  <a:pt x="46652" y="446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4AA27-A382-4E6C-8A75-7B21DC26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862" y="5329338"/>
            <a:ext cx="53993" cy="43819"/>
          </a:xfrm>
          <a:custGeom xmlns:a="http://schemas.openxmlformats.org/drawingml/2006/main">
            <a:pathLst>
              <a:path w="53993" h="43819">
                <a:moveTo>
                  <a:pt x="0" y="15036"/>
                </a:moveTo>
                <a:cubicBezTo>
                  <a:pt x="64" y="14649"/>
                  <a:pt x="161" y="14134"/>
                  <a:pt x="290" y="13490"/>
                </a:cubicBezTo>
                <a:cubicBezTo>
                  <a:pt x="419" y="12846"/>
                  <a:pt x="805" y="11623"/>
                  <a:pt x="1449" y="9820"/>
                </a:cubicBezTo>
                <a:cubicBezTo>
                  <a:pt x="2093" y="8017"/>
                  <a:pt x="2737" y="6504"/>
                  <a:pt x="3381" y="5280"/>
                </a:cubicBezTo>
                <a:cubicBezTo>
                  <a:pt x="4025" y="4057"/>
                  <a:pt x="5087" y="2865"/>
                  <a:pt x="6568" y="1706"/>
                </a:cubicBezTo>
                <a:cubicBezTo>
                  <a:pt x="8049" y="547"/>
                  <a:pt x="9530" y="0"/>
                  <a:pt x="11011" y="64"/>
                </a:cubicBezTo>
                <a:cubicBezTo>
                  <a:pt x="13329" y="64"/>
                  <a:pt x="15261" y="644"/>
                  <a:pt x="16806" y="1803"/>
                </a:cubicBezTo>
                <a:cubicBezTo>
                  <a:pt x="18352" y="2962"/>
                  <a:pt x="19318" y="4057"/>
                  <a:pt x="19704" y="5087"/>
                </a:cubicBezTo>
                <a:cubicBezTo>
                  <a:pt x="20090" y="6117"/>
                  <a:pt x="20284" y="6793"/>
                  <a:pt x="20284" y="7115"/>
                </a:cubicBezTo>
                <a:cubicBezTo>
                  <a:pt x="20284" y="7244"/>
                  <a:pt x="20316" y="7309"/>
                  <a:pt x="20380" y="7309"/>
                </a:cubicBezTo>
                <a:lnTo>
                  <a:pt x="21443" y="6246"/>
                </a:lnTo>
                <a:cubicBezTo>
                  <a:pt x="25370" y="2125"/>
                  <a:pt x="29846" y="64"/>
                  <a:pt x="34868" y="64"/>
                </a:cubicBezTo>
                <a:cubicBezTo>
                  <a:pt x="38345" y="64"/>
                  <a:pt x="41147" y="934"/>
                  <a:pt x="43271" y="2672"/>
                </a:cubicBezTo>
                <a:cubicBezTo>
                  <a:pt x="45396" y="4411"/>
                  <a:pt x="46491" y="6954"/>
                  <a:pt x="46555" y="10303"/>
                </a:cubicBezTo>
                <a:cubicBezTo>
                  <a:pt x="46620" y="13651"/>
                  <a:pt x="45396" y="18706"/>
                  <a:pt x="42885" y="25467"/>
                </a:cubicBezTo>
                <a:cubicBezTo>
                  <a:pt x="40374" y="32228"/>
                  <a:pt x="39150" y="36317"/>
                  <a:pt x="39215" y="37734"/>
                </a:cubicBezTo>
                <a:cubicBezTo>
                  <a:pt x="39215" y="39408"/>
                  <a:pt x="39762" y="40245"/>
                  <a:pt x="40857" y="40245"/>
                </a:cubicBezTo>
                <a:cubicBezTo>
                  <a:pt x="41243" y="40245"/>
                  <a:pt x="41533" y="40213"/>
                  <a:pt x="41726" y="40148"/>
                </a:cubicBezTo>
                <a:cubicBezTo>
                  <a:pt x="43593" y="39827"/>
                  <a:pt x="45268" y="38603"/>
                  <a:pt x="46749" y="36478"/>
                </a:cubicBezTo>
                <a:cubicBezTo>
                  <a:pt x="48230" y="34353"/>
                  <a:pt x="49357" y="31777"/>
                  <a:pt x="50129" y="28751"/>
                </a:cubicBezTo>
                <a:cubicBezTo>
                  <a:pt x="50258" y="28236"/>
                  <a:pt x="50902" y="27978"/>
                  <a:pt x="52061" y="27978"/>
                </a:cubicBezTo>
                <a:cubicBezTo>
                  <a:pt x="53349" y="27978"/>
                  <a:pt x="53993" y="28236"/>
                  <a:pt x="53993" y="28751"/>
                </a:cubicBezTo>
                <a:cubicBezTo>
                  <a:pt x="53993" y="28815"/>
                  <a:pt x="53864" y="29298"/>
                  <a:pt x="53606" y="30200"/>
                </a:cubicBezTo>
                <a:cubicBezTo>
                  <a:pt x="53091" y="32067"/>
                  <a:pt x="52383" y="33902"/>
                  <a:pt x="51481" y="35705"/>
                </a:cubicBezTo>
                <a:cubicBezTo>
                  <a:pt x="50580" y="37508"/>
                  <a:pt x="49099" y="39311"/>
                  <a:pt x="47038" y="41114"/>
                </a:cubicBezTo>
                <a:cubicBezTo>
                  <a:pt x="44978" y="42917"/>
                  <a:pt x="42756" y="43787"/>
                  <a:pt x="40374" y="43722"/>
                </a:cubicBezTo>
                <a:cubicBezTo>
                  <a:pt x="37347" y="43722"/>
                  <a:pt x="35158" y="42853"/>
                  <a:pt x="33806" y="41114"/>
                </a:cubicBezTo>
                <a:cubicBezTo>
                  <a:pt x="32454" y="39376"/>
                  <a:pt x="31777" y="37573"/>
                  <a:pt x="31777" y="35705"/>
                </a:cubicBezTo>
                <a:cubicBezTo>
                  <a:pt x="31777" y="34482"/>
                  <a:pt x="32937" y="30618"/>
                  <a:pt x="35255" y="24115"/>
                </a:cubicBezTo>
                <a:cubicBezTo>
                  <a:pt x="37573" y="17611"/>
                  <a:pt x="38764" y="12717"/>
                  <a:pt x="38828" y="9433"/>
                </a:cubicBezTo>
                <a:cubicBezTo>
                  <a:pt x="38828" y="5634"/>
                  <a:pt x="37412" y="3735"/>
                  <a:pt x="34579" y="3735"/>
                </a:cubicBezTo>
                <a:lnTo>
                  <a:pt x="34096" y="3735"/>
                </a:lnTo>
                <a:cubicBezTo>
                  <a:pt x="28558" y="3735"/>
                  <a:pt x="23889" y="6987"/>
                  <a:pt x="20090" y="13490"/>
                </a:cubicBezTo>
                <a:lnTo>
                  <a:pt x="19414" y="14649"/>
                </a:lnTo>
                <a:lnTo>
                  <a:pt x="16227" y="27592"/>
                </a:lnTo>
                <a:cubicBezTo>
                  <a:pt x="14102" y="36027"/>
                  <a:pt x="12878" y="40567"/>
                  <a:pt x="12556" y="41211"/>
                </a:cubicBezTo>
                <a:cubicBezTo>
                  <a:pt x="11719" y="42950"/>
                  <a:pt x="10335" y="43819"/>
                  <a:pt x="8403" y="43819"/>
                </a:cubicBezTo>
                <a:cubicBezTo>
                  <a:pt x="7566" y="43819"/>
                  <a:pt x="6890" y="43626"/>
                  <a:pt x="6375" y="43239"/>
                </a:cubicBezTo>
                <a:cubicBezTo>
                  <a:pt x="5860" y="42853"/>
                  <a:pt x="5506" y="42467"/>
                  <a:pt x="5312" y="42080"/>
                </a:cubicBezTo>
                <a:cubicBezTo>
                  <a:pt x="5119" y="41694"/>
                  <a:pt x="5055" y="41372"/>
                  <a:pt x="5119" y="41114"/>
                </a:cubicBezTo>
                <a:cubicBezTo>
                  <a:pt x="5119" y="40277"/>
                  <a:pt x="6343" y="35029"/>
                  <a:pt x="8790" y="25370"/>
                </a:cubicBezTo>
                <a:cubicBezTo>
                  <a:pt x="11236" y="15712"/>
                  <a:pt x="12524" y="10464"/>
                  <a:pt x="12653" y="9627"/>
                </a:cubicBezTo>
                <a:cubicBezTo>
                  <a:pt x="12717" y="9305"/>
                  <a:pt x="12750" y="8564"/>
                  <a:pt x="12750" y="7405"/>
                </a:cubicBezTo>
                <a:cubicBezTo>
                  <a:pt x="12750" y="4894"/>
                  <a:pt x="11977" y="3638"/>
                  <a:pt x="10432" y="3638"/>
                </a:cubicBezTo>
                <a:cubicBezTo>
                  <a:pt x="7985" y="3638"/>
                  <a:pt x="5956" y="6858"/>
                  <a:pt x="4346" y="13297"/>
                </a:cubicBezTo>
                <a:cubicBezTo>
                  <a:pt x="3960" y="14585"/>
                  <a:pt x="3767" y="15261"/>
                  <a:pt x="3767" y="15325"/>
                </a:cubicBezTo>
                <a:cubicBezTo>
                  <a:pt x="3638" y="15712"/>
                  <a:pt x="3026" y="15905"/>
                  <a:pt x="1932" y="15905"/>
                </a:cubicBezTo>
                <a:lnTo>
                  <a:pt x="580" y="15905"/>
                </a:lnTo>
                <a:cubicBezTo>
                  <a:pt x="193" y="15518"/>
                  <a:pt x="0" y="15229"/>
                  <a:pt x="0" y="1503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C97B1-E615-4D58-A843-5D2CC921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862" y="5329338"/>
            <a:ext cx="53993" cy="43819"/>
          </a:xfrm>
          <a:custGeom xmlns:a="http://schemas.openxmlformats.org/drawingml/2006/main">
            <a:pathLst>
              <a:path w="53993" h="43819" fill="none">
                <a:moveTo>
                  <a:pt x="0" y="15036"/>
                </a:moveTo>
                <a:cubicBezTo>
                  <a:pt x="64" y="14649"/>
                  <a:pt x="161" y="14134"/>
                  <a:pt x="290" y="13490"/>
                </a:cubicBezTo>
                <a:cubicBezTo>
                  <a:pt x="419" y="12846"/>
                  <a:pt x="805" y="11623"/>
                  <a:pt x="1449" y="9820"/>
                </a:cubicBezTo>
                <a:cubicBezTo>
                  <a:pt x="2093" y="8017"/>
                  <a:pt x="2737" y="6504"/>
                  <a:pt x="3381" y="5280"/>
                </a:cubicBezTo>
                <a:cubicBezTo>
                  <a:pt x="4025" y="4057"/>
                  <a:pt x="5087" y="2865"/>
                  <a:pt x="6568" y="1706"/>
                </a:cubicBezTo>
                <a:cubicBezTo>
                  <a:pt x="8049" y="547"/>
                  <a:pt x="9530" y="0"/>
                  <a:pt x="11011" y="64"/>
                </a:cubicBezTo>
                <a:cubicBezTo>
                  <a:pt x="13329" y="64"/>
                  <a:pt x="15261" y="644"/>
                  <a:pt x="16806" y="1803"/>
                </a:cubicBezTo>
                <a:cubicBezTo>
                  <a:pt x="18352" y="2962"/>
                  <a:pt x="19318" y="4057"/>
                  <a:pt x="19704" y="5087"/>
                </a:cubicBezTo>
                <a:cubicBezTo>
                  <a:pt x="20090" y="6117"/>
                  <a:pt x="20284" y="6793"/>
                  <a:pt x="20284" y="7115"/>
                </a:cubicBezTo>
                <a:cubicBezTo>
                  <a:pt x="20284" y="7244"/>
                  <a:pt x="20316" y="7309"/>
                  <a:pt x="20380" y="7309"/>
                </a:cubicBezTo>
                <a:lnTo>
                  <a:pt x="21443" y="6246"/>
                </a:lnTo>
                <a:cubicBezTo>
                  <a:pt x="25370" y="2125"/>
                  <a:pt x="29846" y="64"/>
                  <a:pt x="34868" y="64"/>
                </a:cubicBezTo>
                <a:cubicBezTo>
                  <a:pt x="38345" y="64"/>
                  <a:pt x="41147" y="934"/>
                  <a:pt x="43271" y="2672"/>
                </a:cubicBezTo>
                <a:cubicBezTo>
                  <a:pt x="45396" y="4411"/>
                  <a:pt x="46491" y="6954"/>
                  <a:pt x="46555" y="10303"/>
                </a:cubicBezTo>
                <a:cubicBezTo>
                  <a:pt x="46620" y="13651"/>
                  <a:pt x="45396" y="18706"/>
                  <a:pt x="42885" y="25467"/>
                </a:cubicBezTo>
                <a:cubicBezTo>
                  <a:pt x="40374" y="32228"/>
                  <a:pt x="39150" y="36317"/>
                  <a:pt x="39215" y="37734"/>
                </a:cubicBezTo>
                <a:cubicBezTo>
                  <a:pt x="39215" y="39408"/>
                  <a:pt x="39762" y="40245"/>
                  <a:pt x="40857" y="40245"/>
                </a:cubicBezTo>
                <a:cubicBezTo>
                  <a:pt x="41243" y="40245"/>
                  <a:pt x="41533" y="40213"/>
                  <a:pt x="41726" y="40148"/>
                </a:cubicBezTo>
                <a:cubicBezTo>
                  <a:pt x="43593" y="39827"/>
                  <a:pt x="45268" y="38603"/>
                  <a:pt x="46749" y="36478"/>
                </a:cubicBezTo>
                <a:cubicBezTo>
                  <a:pt x="48230" y="34353"/>
                  <a:pt x="49357" y="31777"/>
                  <a:pt x="50129" y="28751"/>
                </a:cubicBezTo>
                <a:cubicBezTo>
                  <a:pt x="50258" y="28236"/>
                  <a:pt x="50902" y="27978"/>
                  <a:pt x="52061" y="27978"/>
                </a:cubicBezTo>
                <a:cubicBezTo>
                  <a:pt x="53349" y="27978"/>
                  <a:pt x="53993" y="28236"/>
                  <a:pt x="53993" y="28751"/>
                </a:cubicBezTo>
                <a:cubicBezTo>
                  <a:pt x="53993" y="28815"/>
                  <a:pt x="53864" y="29298"/>
                  <a:pt x="53606" y="30200"/>
                </a:cubicBezTo>
                <a:cubicBezTo>
                  <a:pt x="53091" y="32067"/>
                  <a:pt x="52383" y="33902"/>
                  <a:pt x="51481" y="35705"/>
                </a:cubicBezTo>
                <a:cubicBezTo>
                  <a:pt x="50580" y="37508"/>
                  <a:pt x="49099" y="39311"/>
                  <a:pt x="47038" y="41114"/>
                </a:cubicBezTo>
                <a:cubicBezTo>
                  <a:pt x="44978" y="42917"/>
                  <a:pt x="42756" y="43787"/>
                  <a:pt x="40374" y="43722"/>
                </a:cubicBezTo>
                <a:cubicBezTo>
                  <a:pt x="37347" y="43722"/>
                  <a:pt x="35158" y="42853"/>
                  <a:pt x="33806" y="41114"/>
                </a:cubicBezTo>
                <a:cubicBezTo>
                  <a:pt x="32454" y="39376"/>
                  <a:pt x="31777" y="37573"/>
                  <a:pt x="31777" y="35705"/>
                </a:cubicBezTo>
                <a:cubicBezTo>
                  <a:pt x="31777" y="34482"/>
                  <a:pt x="32937" y="30618"/>
                  <a:pt x="35255" y="24115"/>
                </a:cubicBezTo>
                <a:cubicBezTo>
                  <a:pt x="37573" y="17611"/>
                  <a:pt x="38764" y="12717"/>
                  <a:pt x="38828" y="9433"/>
                </a:cubicBezTo>
                <a:cubicBezTo>
                  <a:pt x="38828" y="5634"/>
                  <a:pt x="37412" y="3735"/>
                  <a:pt x="34579" y="3735"/>
                </a:cubicBezTo>
                <a:lnTo>
                  <a:pt x="34096" y="3735"/>
                </a:lnTo>
                <a:cubicBezTo>
                  <a:pt x="28558" y="3735"/>
                  <a:pt x="23889" y="6987"/>
                  <a:pt x="20090" y="13490"/>
                </a:cubicBezTo>
                <a:lnTo>
                  <a:pt x="19414" y="14649"/>
                </a:lnTo>
                <a:lnTo>
                  <a:pt x="16227" y="27592"/>
                </a:lnTo>
                <a:cubicBezTo>
                  <a:pt x="14102" y="36027"/>
                  <a:pt x="12878" y="40567"/>
                  <a:pt x="12556" y="41211"/>
                </a:cubicBezTo>
                <a:cubicBezTo>
                  <a:pt x="11719" y="42950"/>
                  <a:pt x="10335" y="43819"/>
                  <a:pt x="8403" y="43819"/>
                </a:cubicBezTo>
                <a:cubicBezTo>
                  <a:pt x="7566" y="43819"/>
                  <a:pt x="6890" y="43626"/>
                  <a:pt x="6375" y="43239"/>
                </a:cubicBezTo>
                <a:cubicBezTo>
                  <a:pt x="5860" y="42853"/>
                  <a:pt x="5506" y="42467"/>
                  <a:pt x="5312" y="42080"/>
                </a:cubicBezTo>
                <a:cubicBezTo>
                  <a:pt x="5119" y="41694"/>
                  <a:pt x="5055" y="41372"/>
                  <a:pt x="5119" y="41114"/>
                </a:cubicBezTo>
                <a:cubicBezTo>
                  <a:pt x="5119" y="40277"/>
                  <a:pt x="6343" y="35029"/>
                  <a:pt x="8790" y="25370"/>
                </a:cubicBezTo>
                <a:cubicBezTo>
                  <a:pt x="11236" y="15712"/>
                  <a:pt x="12524" y="10464"/>
                  <a:pt x="12653" y="9627"/>
                </a:cubicBezTo>
                <a:cubicBezTo>
                  <a:pt x="12717" y="9305"/>
                  <a:pt x="12750" y="8564"/>
                  <a:pt x="12750" y="7405"/>
                </a:cubicBezTo>
                <a:cubicBezTo>
                  <a:pt x="12750" y="4894"/>
                  <a:pt x="11977" y="3638"/>
                  <a:pt x="10432" y="3638"/>
                </a:cubicBezTo>
                <a:cubicBezTo>
                  <a:pt x="7985" y="3638"/>
                  <a:pt x="5956" y="6858"/>
                  <a:pt x="4346" y="13297"/>
                </a:cubicBezTo>
                <a:cubicBezTo>
                  <a:pt x="3960" y="14585"/>
                  <a:pt x="3767" y="15261"/>
                  <a:pt x="3767" y="15325"/>
                </a:cubicBezTo>
                <a:cubicBezTo>
                  <a:pt x="3638" y="15712"/>
                  <a:pt x="3026" y="15905"/>
                  <a:pt x="1932" y="15905"/>
                </a:cubicBezTo>
                <a:lnTo>
                  <a:pt x="580" y="15905"/>
                </a:lnTo>
                <a:cubicBezTo>
                  <a:pt x="193" y="15518"/>
                  <a:pt x="0" y="15229"/>
                  <a:pt x="0" y="150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31DA66-FA6C-4492-A050-E5653FBB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711" y="6232888"/>
            <a:ext cx="1821780" cy="67190"/>
          </a:xfrm>
          <a:custGeom xmlns:a="http://schemas.openxmlformats.org/drawingml/2006/main">
            <a:pathLst>
              <a:path w="1821780" h="67190" fill="none">
                <a:moveTo>
                  <a:pt x="0" y="0"/>
                </a:moveTo>
                <a:lnTo>
                  <a:pt x="0" y="17557"/>
                </a:lnTo>
                <a:cubicBezTo>
                  <a:pt x="0" y="29187"/>
                  <a:pt x="37516" y="35002"/>
                  <a:pt x="112546" y="35002"/>
                </a:cubicBezTo>
                <a:lnTo>
                  <a:pt x="798288" y="35002"/>
                </a:lnTo>
                <a:cubicBezTo>
                  <a:pt x="873318" y="35002"/>
                  <a:pt x="910834" y="40854"/>
                  <a:pt x="910834" y="52559"/>
                </a:cubicBezTo>
                <a:lnTo>
                  <a:pt x="910834" y="61338"/>
                </a:lnTo>
                <a:cubicBezTo>
                  <a:pt x="910834" y="67190"/>
                  <a:pt x="910834" y="64264"/>
                  <a:pt x="910834" y="52559"/>
                </a:cubicBezTo>
                <a:lnTo>
                  <a:pt x="910834" y="43780"/>
                </a:lnTo>
                <a:cubicBezTo>
                  <a:pt x="910834" y="37928"/>
                  <a:pt x="948349" y="35002"/>
                  <a:pt x="1023380" y="35002"/>
                </a:cubicBezTo>
                <a:lnTo>
                  <a:pt x="1709234" y="35002"/>
                </a:lnTo>
                <a:cubicBezTo>
                  <a:pt x="1784265" y="35002"/>
                  <a:pt x="1821780" y="29187"/>
                  <a:pt x="1821780" y="17557"/>
                </a:cubicBezTo>
                <a:lnTo>
                  <a:pt x="1821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509" cap="flat">
            <a:solidFill>
              <a:srgbClr val="0066CC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B25A3-CA4A-411B-B153-D82A76E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188" y="5036526"/>
            <a:ext cx="1108127" cy="67190"/>
          </a:xfrm>
          <a:custGeom xmlns:a="http://schemas.openxmlformats.org/drawingml/2006/main">
            <a:pathLst>
              <a:path w="1108127" h="67190" fill="none">
                <a:moveTo>
                  <a:pt x="1108127" y="67190"/>
                </a:moveTo>
                <a:lnTo>
                  <a:pt x="1108127" y="49633"/>
                </a:lnTo>
                <a:cubicBezTo>
                  <a:pt x="1108127" y="38003"/>
                  <a:pt x="1070611" y="32188"/>
                  <a:pt x="995581" y="32188"/>
                </a:cubicBezTo>
                <a:lnTo>
                  <a:pt x="666609" y="32188"/>
                </a:lnTo>
                <a:cubicBezTo>
                  <a:pt x="591579" y="32188"/>
                  <a:pt x="554063" y="26336"/>
                  <a:pt x="554063" y="14631"/>
                </a:cubicBezTo>
                <a:lnTo>
                  <a:pt x="554063" y="5852"/>
                </a:lnTo>
                <a:cubicBezTo>
                  <a:pt x="554063" y="0"/>
                  <a:pt x="554063" y="2926"/>
                  <a:pt x="554063" y="14631"/>
                </a:cubicBezTo>
                <a:lnTo>
                  <a:pt x="554063" y="23410"/>
                </a:lnTo>
                <a:cubicBezTo>
                  <a:pt x="554063" y="29262"/>
                  <a:pt x="516548" y="32188"/>
                  <a:pt x="441518" y="32188"/>
                </a:cubicBezTo>
                <a:lnTo>
                  <a:pt x="112546" y="32188"/>
                </a:lnTo>
                <a:cubicBezTo>
                  <a:pt x="37515" y="32188"/>
                  <a:pt x="0" y="38003"/>
                  <a:pt x="0" y="49633"/>
                </a:cubicBezTo>
                <a:lnTo>
                  <a:pt x="0" y="67190"/>
                </a:lnTo>
              </a:path>
            </a:pathLst>
          </a:custGeom>
          <a:noFill xmlns:a="http://schemas.openxmlformats.org/drawingml/2006/main"/>
          <a:ln xmlns:a="http://schemas.openxmlformats.org/drawingml/2006/main" w="22509" cap="flat">
            <a:solidFill>
              <a:srgbClr val="0066CC"/>
            </a:solidFill>
            <a:miter/>
          </a:ln>
        </p:spPr>
      </p:sp>
      <p:sp>
        <p:nvSpPr>
          <p:cNvPr id="144" name="Text SpectralMatrix">
            <a:extLst xmlns:a="http://schemas.openxmlformats.org/drawingml/2006/main">
              <a:ext uri="{FF2B5EF4-FFF2-40B4-BE49-F238E27FC236}">
                <a16:creationId xmlns:a16="http://schemas.microsoft.com/office/drawing/2014/main" id="{F9728129-CA96-4DF0-A4C4-AEED2518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31" y="4898859"/>
            <a:ext cx="833869" cy="122657"/>
          </a:xfrm>
          <a:custGeom xmlns:a="http://schemas.openxmlformats.org/drawingml/2006/main">
            <a:pathLst>
              <a:path w="833869" h="122657">
                <a:moveTo>
                  <a:pt x="53481" y="2374"/>
                </a:moveTo>
                <a:lnTo>
                  <a:pt x="53481" y="33236"/>
                </a:lnTo>
                <a:lnTo>
                  <a:pt x="51041" y="33236"/>
                </a:lnTo>
                <a:cubicBezTo>
                  <a:pt x="50250" y="27301"/>
                  <a:pt x="48832" y="22575"/>
                  <a:pt x="46788" y="19058"/>
                </a:cubicBezTo>
                <a:cubicBezTo>
                  <a:pt x="44744" y="15541"/>
                  <a:pt x="41831" y="12749"/>
                  <a:pt x="38050" y="10683"/>
                </a:cubicBezTo>
                <a:cubicBezTo>
                  <a:pt x="34269" y="8617"/>
                  <a:pt x="30357" y="7584"/>
                  <a:pt x="26312" y="7584"/>
                </a:cubicBezTo>
                <a:cubicBezTo>
                  <a:pt x="21740" y="7584"/>
                  <a:pt x="17959" y="8979"/>
                  <a:pt x="14969" y="11769"/>
                </a:cubicBezTo>
                <a:cubicBezTo>
                  <a:pt x="11980" y="14558"/>
                  <a:pt x="10485" y="17732"/>
                  <a:pt x="10485" y="21290"/>
                </a:cubicBezTo>
                <a:cubicBezTo>
                  <a:pt x="10485" y="24014"/>
                  <a:pt x="11430" y="26496"/>
                  <a:pt x="13321" y="28735"/>
                </a:cubicBezTo>
                <a:cubicBezTo>
                  <a:pt x="16047" y="32031"/>
                  <a:pt x="22531" y="36425"/>
                  <a:pt x="32775" y="41916"/>
                </a:cubicBezTo>
                <a:cubicBezTo>
                  <a:pt x="41128" y="46396"/>
                  <a:pt x="46832" y="49834"/>
                  <a:pt x="49887" y="52228"/>
                </a:cubicBezTo>
                <a:cubicBezTo>
                  <a:pt x="52943" y="54622"/>
                  <a:pt x="55295" y="57444"/>
                  <a:pt x="56943" y="60696"/>
                </a:cubicBezTo>
                <a:cubicBezTo>
                  <a:pt x="58592" y="63947"/>
                  <a:pt x="59416" y="67351"/>
                  <a:pt x="59416" y="70909"/>
                </a:cubicBezTo>
                <a:cubicBezTo>
                  <a:pt x="59416" y="77674"/>
                  <a:pt x="56790" y="83506"/>
                  <a:pt x="51536" y="88405"/>
                </a:cubicBezTo>
                <a:cubicBezTo>
                  <a:pt x="46282" y="93303"/>
                  <a:pt x="39523" y="95752"/>
                  <a:pt x="31258" y="95752"/>
                </a:cubicBezTo>
                <a:cubicBezTo>
                  <a:pt x="28664" y="95752"/>
                  <a:pt x="26224" y="95557"/>
                  <a:pt x="23938" y="95167"/>
                </a:cubicBezTo>
                <a:cubicBezTo>
                  <a:pt x="22575" y="94950"/>
                  <a:pt x="19750" y="94158"/>
                  <a:pt x="15464" y="92791"/>
                </a:cubicBezTo>
                <a:cubicBezTo>
                  <a:pt x="11178" y="91424"/>
                  <a:pt x="8463" y="90740"/>
                  <a:pt x="7320" y="90740"/>
                </a:cubicBezTo>
                <a:cubicBezTo>
                  <a:pt x="6221" y="90740"/>
                  <a:pt x="5353" y="91066"/>
                  <a:pt x="4715" y="91717"/>
                </a:cubicBezTo>
                <a:cubicBezTo>
                  <a:pt x="4078" y="92368"/>
                  <a:pt x="3605" y="93713"/>
                  <a:pt x="3297" y="95752"/>
                </a:cubicBezTo>
                <a:lnTo>
                  <a:pt x="857" y="95752"/>
                </a:lnTo>
                <a:lnTo>
                  <a:pt x="857" y="65154"/>
                </a:lnTo>
                <a:lnTo>
                  <a:pt x="3297" y="65154"/>
                </a:lnTo>
                <a:cubicBezTo>
                  <a:pt x="4440" y="71572"/>
                  <a:pt x="5979" y="76375"/>
                  <a:pt x="7913" y="79562"/>
                </a:cubicBezTo>
                <a:cubicBezTo>
                  <a:pt x="9848" y="82750"/>
                  <a:pt x="12804" y="85399"/>
                  <a:pt x="16783" y="87509"/>
                </a:cubicBezTo>
                <a:cubicBezTo>
                  <a:pt x="20762" y="89619"/>
                  <a:pt x="25125" y="90674"/>
                  <a:pt x="29873" y="90674"/>
                </a:cubicBezTo>
                <a:cubicBezTo>
                  <a:pt x="35368" y="90674"/>
                  <a:pt x="39710" y="89225"/>
                  <a:pt x="42897" y="86326"/>
                </a:cubicBezTo>
                <a:cubicBezTo>
                  <a:pt x="46084" y="83426"/>
                  <a:pt x="47678" y="79999"/>
                  <a:pt x="47678" y="76045"/>
                </a:cubicBezTo>
                <a:cubicBezTo>
                  <a:pt x="47678" y="73848"/>
                  <a:pt x="47074" y="71630"/>
                  <a:pt x="45865" y="69390"/>
                </a:cubicBezTo>
                <a:cubicBezTo>
                  <a:pt x="44656" y="67150"/>
                  <a:pt x="42776" y="65063"/>
                  <a:pt x="40226" y="63130"/>
                </a:cubicBezTo>
                <a:cubicBezTo>
                  <a:pt x="38512" y="61812"/>
                  <a:pt x="33830" y="59012"/>
                  <a:pt x="26180" y="54728"/>
                </a:cubicBezTo>
                <a:cubicBezTo>
                  <a:pt x="18531" y="50444"/>
                  <a:pt x="13090" y="47029"/>
                  <a:pt x="9859" y="44482"/>
                </a:cubicBezTo>
                <a:cubicBezTo>
                  <a:pt x="6627" y="41933"/>
                  <a:pt x="4177" y="39122"/>
                  <a:pt x="2506" y="36047"/>
                </a:cubicBezTo>
                <a:cubicBezTo>
                  <a:pt x="835" y="32971"/>
                  <a:pt x="0" y="29588"/>
                  <a:pt x="0" y="25898"/>
                </a:cubicBezTo>
                <a:cubicBezTo>
                  <a:pt x="0" y="19485"/>
                  <a:pt x="2462" y="13961"/>
                  <a:pt x="7386" y="9327"/>
                </a:cubicBezTo>
                <a:cubicBezTo>
                  <a:pt x="12310" y="4692"/>
                  <a:pt x="18574" y="2374"/>
                  <a:pt x="26180" y="2374"/>
                </a:cubicBezTo>
                <a:cubicBezTo>
                  <a:pt x="30928" y="2374"/>
                  <a:pt x="35962" y="3539"/>
                  <a:pt x="41281" y="5869"/>
                </a:cubicBezTo>
                <a:cubicBezTo>
                  <a:pt x="43743" y="6968"/>
                  <a:pt x="45480" y="7518"/>
                  <a:pt x="46491" y="7518"/>
                </a:cubicBezTo>
                <a:cubicBezTo>
                  <a:pt x="47634" y="7518"/>
                  <a:pt x="48568" y="7177"/>
                  <a:pt x="49294" y="6496"/>
                </a:cubicBezTo>
                <a:cubicBezTo>
                  <a:pt x="50019" y="5814"/>
                  <a:pt x="50602" y="4440"/>
                  <a:pt x="51041" y="2374"/>
                </a:cubicBezTo>
                <a:lnTo>
                  <a:pt x="53481" y="2374"/>
                </a:lnTo>
                <a:close/>
                <a:moveTo>
                  <a:pt x="66518" y="39309"/>
                </a:moveTo>
                <a:lnTo>
                  <a:pt x="85114" y="31785"/>
                </a:lnTo>
                <a:lnTo>
                  <a:pt x="87620" y="31785"/>
                </a:lnTo>
                <a:lnTo>
                  <a:pt x="87620" y="45898"/>
                </a:lnTo>
                <a:cubicBezTo>
                  <a:pt x="90741" y="40578"/>
                  <a:pt x="93874" y="36874"/>
                  <a:pt x="97017" y="34786"/>
                </a:cubicBezTo>
                <a:cubicBezTo>
                  <a:pt x="100161" y="32698"/>
                  <a:pt x="103469" y="31654"/>
                  <a:pt x="106942" y="31654"/>
                </a:cubicBezTo>
                <a:cubicBezTo>
                  <a:pt x="113009" y="31654"/>
                  <a:pt x="118065" y="34025"/>
                  <a:pt x="122109" y="38767"/>
                </a:cubicBezTo>
                <a:cubicBezTo>
                  <a:pt x="127077" y="44565"/>
                  <a:pt x="129561" y="52119"/>
                  <a:pt x="129561" y="61430"/>
                </a:cubicBezTo>
                <a:cubicBezTo>
                  <a:pt x="129561" y="71838"/>
                  <a:pt x="126571" y="80446"/>
                  <a:pt x="120592" y="87253"/>
                </a:cubicBezTo>
                <a:cubicBezTo>
                  <a:pt x="115669" y="92831"/>
                  <a:pt x="109470" y="95620"/>
                  <a:pt x="101996" y="95620"/>
                </a:cubicBezTo>
                <a:cubicBezTo>
                  <a:pt x="98743" y="95620"/>
                  <a:pt x="95929" y="95158"/>
                  <a:pt x="93555" y="94235"/>
                </a:cubicBezTo>
                <a:cubicBezTo>
                  <a:pt x="91797" y="93576"/>
                  <a:pt x="89818" y="92257"/>
                  <a:pt x="87620" y="90279"/>
                </a:cubicBezTo>
                <a:lnTo>
                  <a:pt x="87620" y="108677"/>
                </a:lnTo>
                <a:cubicBezTo>
                  <a:pt x="87620" y="112810"/>
                  <a:pt x="87873" y="115436"/>
                  <a:pt x="88378" y="116558"/>
                </a:cubicBezTo>
                <a:cubicBezTo>
                  <a:pt x="88884" y="117679"/>
                  <a:pt x="89763" y="118569"/>
                  <a:pt x="91016" y="119228"/>
                </a:cubicBezTo>
                <a:cubicBezTo>
                  <a:pt x="92269" y="119888"/>
                  <a:pt x="94544" y="120217"/>
                  <a:pt x="97842" y="120217"/>
                </a:cubicBezTo>
                <a:lnTo>
                  <a:pt x="97842" y="122657"/>
                </a:lnTo>
                <a:lnTo>
                  <a:pt x="66188" y="122657"/>
                </a:lnTo>
                <a:lnTo>
                  <a:pt x="66188" y="120217"/>
                </a:lnTo>
                <a:lnTo>
                  <a:pt x="67837" y="120217"/>
                </a:lnTo>
                <a:cubicBezTo>
                  <a:pt x="70255" y="120261"/>
                  <a:pt x="72321" y="119799"/>
                  <a:pt x="74035" y="118831"/>
                </a:cubicBezTo>
                <a:cubicBezTo>
                  <a:pt x="74871" y="118347"/>
                  <a:pt x="75519" y="117566"/>
                  <a:pt x="75981" y="116487"/>
                </a:cubicBezTo>
                <a:cubicBezTo>
                  <a:pt x="76442" y="115410"/>
                  <a:pt x="76673" y="112672"/>
                  <a:pt x="76673" y="108273"/>
                </a:cubicBezTo>
                <a:lnTo>
                  <a:pt x="76673" y="51122"/>
                </a:lnTo>
                <a:cubicBezTo>
                  <a:pt x="76673" y="47206"/>
                  <a:pt x="76497" y="44721"/>
                  <a:pt x="76146" y="43666"/>
                </a:cubicBezTo>
                <a:cubicBezTo>
                  <a:pt x="75794" y="42609"/>
                  <a:pt x="75233" y="41817"/>
                  <a:pt x="74464" y="41290"/>
                </a:cubicBezTo>
                <a:cubicBezTo>
                  <a:pt x="73695" y="40761"/>
                  <a:pt x="72651" y="40496"/>
                  <a:pt x="71332" y="40496"/>
                </a:cubicBezTo>
                <a:cubicBezTo>
                  <a:pt x="70277" y="40496"/>
                  <a:pt x="68936" y="40804"/>
                  <a:pt x="67309" y="41420"/>
                </a:cubicBezTo>
                <a:lnTo>
                  <a:pt x="66518" y="39309"/>
                </a:lnTo>
                <a:moveTo>
                  <a:pt x="87620" y="49908"/>
                </a:moveTo>
                <a:lnTo>
                  <a:pt x="87620" y="72432"/>
                </a:lnTo>
                <a:cubicBezTo>
                  <a:pt x="87620" y="77307"/>
                  <a:pt x="87818" y="80512"/>
                  <a:pt x="88214" y="82048"/>
                </a:cubicBezTo>
                <a:cubicBezTo>
                  <a:pt x="88829" y="84595"/>
                  <a:pt x="90335" y="86834"/>
                  <a:pt x="92731" y="88766"/>
                </a:cubicBezTo>
                <a:cubicBezTo>
                  <a:pt x="95127" y="90698"/>
                  <a:pt x="98149" y="91663"/>
                  <a:pt x="101798" y="91663"/>
                </a:cubicBezTo>
                <a:cubicBezTo>
                  <a:pt x="106195" y="91663"/>
                  <a:pt x="109756" y="89951"/>
                  <a:pt x="112481" y="86526"/>
                </a:cubicBezTo>
                <a:cubicBezTo>
                  <a:pt x="116042" y="82048"/>
                  <a:pt x="117823" y="75748"/>
                  <a:pt x="117823" y="67624"/>
                </a:cubicBezTo>
                <a:cubicBezTo>
                  <a:pt x="117823" y="58404"/>
                  <a:pt x="115800" y="51314"/>
                  <a:pt x="111756" y="46353"/>
                </a:cubicBezTo>
                <a:cubicBezTo>
                  <a:pt x="108942" y="42928"/>
                  <a:pt x="105601" y="41216"/>
                  <a:pt x="101732" y="41216"/>
                </a:cubicBezTo>
                <a:cubicBezTo>
                  <a:pt x="99622" y="41216"/>
                  <a:pt x="97534" y="41742"/>
                  <a:pt x="95467" y="42796"/>
                </a:cubicBezTo>
                <a:cubicBezTo>
                  <a:pt x="93885" y="43586"/>
                  <a:pt x="91269" y="45957"/>
                  <a:pt x="87620" y="49908"/>
                </a:cubicBezTo>
                <a:close/>
                <a:moveTo>
                  <a:pt x="148553" y="56185"/>
                </a:moveTo>
                <a:cubicBezTo>
                  <a:pt x="148509" y="65133"/>
                  <a:pt x="150685" y="72151"/>
                  <a:pt x="155081" y="77240"/>
                </a:cubicBezTo>
                <a:cubicBezTo>
                  <a:pt x="159477" y="82327"/>
                  <a:pt x="164643" y="84871"/>
                  <a:pt x="170578" y="84871"/>
                </a:cubicBezTo>
                <a:cubicBezTo>
                  <a:pt x="174535" y="84871"/>
                  <a:pt x="177975" y="83783"/>
                  <a:pt x="180899" y="81607"/>
                </a:cubicBezTo>
                <a:cubicBezTo>
                  <a:pt x="183822" y="79431"/>
                  <a:pt x="186273" y="75705"/>
                  <a:pt x="188251" y="70429"/>
                </a:cubicBezTo>
                <a:lnTo>
                  <a:pt x="190296" y="71748"/>
                </a:lnTo>
                <a:cubicBezTo>
                  <a:pt x="189372" y="77771"/>
                  <a:pt x="186691" y="83255"/>
                  <a:pt x="182250" y="88201"/>
                </a:cubicBezTo>
                <a:cubicBezTo>
                  <a:pt x="177810" y="93147"/>
                  <a:pt x="172249" y="95620"/>
                  <a:pt x="165566" y="95620"/>
                </a:cubicBezTo>
                <a:cubicBezTo>
                  <a:pt x="158312" y="95620"/>
                  <a:pt x="152103" y="92802"/>
                  <a:pt x="146937" y="87165"/>
                </a:cubicBezTo>
                <a:cubicBezTo>
                  <a:pt x="141771" y="81526"/>
                  <a:pt x="139188" y="73947"/>
                  <a:pt x="139188" y="64426"/>
                </a:cubicBezTo>
                <a:cubicBezTo>
                  <a:pt x="139188" y="54117"/>
                  <a:pt x="141837" y="46078"/>
                  <a:pt x="147135" y="40309"/>
                </a:cubicBezTo>
                <a:cubicBezTo>
                  <a:pt x="152432" y="34539"/>
                  <a:pt x="159082" y="31654"/>
                  <a:pt x="167083" y="31654"/>
                </a:cubicBezTo>
                <a:cubicBezTo>
                  <a:pt x="173853" y="31654"/>
                  <a:pt x="179415" y="33879"/>
                  <a:pt x="183767" y="38330"/>
                </a:cubicBezTo>
                <a:cubicBezTo>
                  <a:pt x="188119" y="42780"/>
                  <a:pt x="190296" y="48732"/>
                  <a:pt x="190296" y="56185"/>
                </a:cubicBezTo>
                <a:lnTo>
                  <a:pt x="148553" y="56185"/>
                </a:lnTo>
                <a:moveTo>
                  <a:pt x="148553" y="52360"/>
                </a:moveTo>
                <a:lnTo>
                  <a:pt x="176513" y="52360"/>
                </a:lnTo>
                <a:cubicBezTo>
                  <a:pt x="176293" y="48491"/>
                  <a:pt x="175832" y="45766"/>
                  <a:pt x="175128" y="44183"/>
                </a:cubicBezTo>
                <a:cubicBezTo>
                  <a:pt x="174029" y="41721"/>
                  <a:pt x="172392" y="39787"/>
                  <a:pt x="170215" y="38380"/>
                </a:cubicBezTo>
                <a:cubicBezTo>
                  <a:pt x="168039" y="36973"/>
                  <a:pt x="165764" y="36270"/>
                  <a:pt x="163390" y="36270"/>
                </a:cubicBezTo>
                <a:cubicBezTo>
                  <a:pt x="159741" y="36270"/>
                  <a:pt x="156477" y="37687"/>
                  <a:pt x="153597" y="40523"/>
                </a:cubicBezTo>
                <a:cubicBezTo>
                  <a:pt x="150718" y="43359"/>
                  <a:pt x="149036" y="47304"/>
                  <a:pt x="148553" y="52360"/>
                </a:cubicBezTo>
                <a:close/>
                <a:moveTo>
                  <a:pt x="249667" y="70825"/>
                </a:moveTo>
                <a:cubicBezTo>
                  <a:pt x="248041" y="78782"/>
                  <a:pt x="244853" y="84904"/>
                  <a:pt x="240105" y="89190"/>
                </a:cubicBezTo>
                <a:cubicBezTo>
                  <a:pt x="235357" y="93477"/>
                  <a:pt x="230104" y="95620"/>
                  <a:pt x="224345" y="95620"/>
                </a:cubicBezTo>
                <a:cubicBezTo>
                  <a:pt x="217486" y="95620"/>
                  <a:pt x="211507" y="92744"/>
                  <a:pt x="206408" y="86992"/>
                </a:cubicBezTo>
                <a:cubicBezTo>
                  <a:pt x="201308" y="81238"/>
                  <a:pt x="198758" y="73464"/>
                  <a:pt x="198758" y="63670"/>
                </a:cubicBezTo>
                <a:cubicBezTo>
                  <a:pt x="198758" y="54183"/>
                  <a:pt x="201583" y="46476"/>
                  <a:pt x="207232" y="40548"/>
                </a:cubicBezTo>
                <a:cubicBezTo>
                  <a:pt x="212881" y="34618"/>
                  <a:pt x="219662" y="31654"/>
                  <a:pt x="227576" y="31654"/>
                </a:cubicBezTo>
                <a:cubicBezTo>
                  <a:pt x="233511" y="31654"/>
                  <a:pt x="238391" y="33220"/>
                  <a:pt x="242216" y="36354"/>
                </a:cubicBezTo>
                <a:cubicBezTo>
                  <a:pt x="246040" y="39487"/>
                  <a:pt x="247953" y="42740"/>
                  <a:pt x="247953" y="46114"/>
                </a:cubicBezTo>
                <a:cubicBezTo>
                  <a:pt x="247953" y="47779"/>
                  <a:pt x="247414" y="49127"/>
                  <a:pt x="246337" y="50157"/>
                </a:cubicBezTo>
                <a:cubicBezTo>
                  <a:pt x="245260" y="51186"/>
                  <a:pt x="243754" y="51701"/>
                  <a:pt x="241820" y="51701"/>
                </a:cubicBezTo>
                <a:cubicBezTo>
                  <a:pt x="239226" y="51701"/>
                  <a:pt x="237270" y="50865"/>
                  <a:pt x="235951" y="49195"/>
                </a:cubicBezTo>
                <a:cubicBezTo>
                  <a:pt x="235203" y="48272"/>
                  <a:pt x="234709" y="46513"/>
                  <a:pt x="234467" y="43919"/>
                </a:cubicBezTo>
                <a:cubicBezTo>
                  <a:pt x="234225" y="41325"/>
                  <a:pt x="233335" y="39347"/>
                  <a:pt x="231796" y="37984"/>
                </a:cubicBezTo>
                <a:cubicBezTo>
                  <a:pt x="230258" y="36665"/>
                  <a:pt x="228125" y="36006"/>
                  <a:pt x="225400" y="36006"/>
                </a:cubicBezTo>
                <a:cubicBezTo>
                  <a:pt x="221003" y="36006"/>
                  <a:pt x="217464" y="37633"/>
                  <a:pt x="214783" y="40886"/>
                </a:cubicBezTo>
                <a:cubicBezTo>
                  <a:pt x="211222" y="45194"/>
                  <a:pt x="209441" y="50887"/>
                  <a:pt x="209441" y="57966"/>
                </a:cubicBezTo>
                <a:cubicBezTo>
                  <a:pt x="209441" y="65176"/>
                  <a:pt x="211211" y="71539"/>
                  <a:pt x="214750" y="77057"/>
                </a:cubicBezTo>
                <a:cubicBezTo>
                  <a:pt x="218289" y="82574"/>
                  <a:pt x="223070" y="85333"/>
                  <a:pt x="229093" y="85333"/>
                </a:cubicBezTo>
                <a:cubicBezTo>
                  <a:pt x="233401" y="85333"/>
                  <a:pt x="237270" y="83860"/>
                  <a:pt x="240699" y="80914"/>
                </a:cubicBezTo>
                <a:cubicBezTo>
                  <a:pt x="243117" y="78892"/>
                  <a:pt x="245469" y="75221"/>
                  <a:pt x="247755" y="69902"/>
                </a:cubicBezTo>
                <a:lnTo>
                  <a:pt x="249667" y="70825"/>
                </a:lnTo>
                <a:close/>
                <a:moveTo>
                  <a:pt x="275868" y="13453"/>
                </a:moveTo>
                <a:lnTo>
                  <a:pt x="275868" y="33368"/>
                </a:lnTo>
                <a:lnTo>
                  <a:pt x="289980" y="33368"/>
                </a:lnTo>
                <a:lnTo>
                  <a:pt x="289980" y="37984"/>
                </a:lnTo>
                <a:lnTo>
                  <a:pt x="275868" y="37984"/>
                </a:lnTo>
                <a:lnTo>
                  <a:pt x="275868" y="77102"/>
                </a:lnTo>
                <a:cubicBezTo>
                  <a:pt x="275868" y="81011"/>
                  <a:pt x="276428" y="83646"/>
                  <a:pt x="277549" y="85007"/>
                </a:cubicBezTo>
                <a:cubicBezTo>
                  <a:pt x="278670" y="86367"/>
                  <a:pt x="280110" y="87047"/>
                  <a:pt x="281869" y="87047"/>
                </a:cubicBezTo>
                <a:cubicBezTo>
                  <a:pt x="283319" y="87047"/>
                  <a:pt x="284726" y="86597"/>
                  <a:pt x="286089" y="85695"/>
                </a:cubicBezTo>
                <a:cubicBezTo>
                  <a:pt x="287452" y="84794"/>
                  <a:pt x="288507" y="83464"/>
                  <a:pt x="289254" y="81706"/>
                </a:cubicBezTo>
                <a:lnTo>
                  <a:pt x="291826" y="81706"/>
                </a:lnTo>
                <a:cubicBezTo>
                  <a:pt x="290288" y="86026"/>
                  <a:pt x="288111" y="89294"/>
                  <a:pt x="285298" y="91509"/>
                </a:cubicBezTo>
                <a:cubicBezTo>
                  <a:pt x="282484" y="93722"/>
                  <a:pt x="279583" y="94829"/>
                  <a:pt x="276593" y="94829"/>
                </a:cubicBezTo>
                <a:cubicBezTo>
                  <a:pt x="274571" y="94829"/>
                  <a:pt x="272592" y="94267"/>
                  <a:pt x="270658" y="93145"/>
                </a:cubicBezTo>
                <a:cubicBezTo>
                  <a:pt x="268724" y="92023"/>
                  <a:pt x="267295" y="90417"/>
                  <a:pt x="266372" y="88327"/>
                </a:cubicBezTo>
                <a:cubicBezTo>
                  <a:pt x="265448" y="86236"/>
                  <a:pt x="264987" y="83012"/>
                  <a:pt x="264987" y="78654"/>
                </a:cubicBezTo>
                <a:lnTo>
                  <a:pt x="264987" y="37984"/>
                </a:lnTo>
                <a:lnTo>
                  <a:pt x="255425" y="37984"/>
                </a:lnTo>
                <a:lnTo>
                  <a:pt x="255425" y="35808"/>
                </a:lnTo>
                <a:cubicBezTo>
                  <a:pt x="257843" y="34838"/>
                  <a:pt x="260316" y="33196"/>
                  <a:pt x="262844" y="30881"/>
                </a:cubicBezTo>
                <a:cubicBezTo>
                  <a:pt x="265371" y="28566"/>
                  <a:pt x="267625" y="25821"/>
                  <a:pt x="269603" y="22646"/>
                </a:cubicBezTo>
                <a:cubicBezTo>
                  <a:pt x="270614" y="20971"/>
                  <a:pt x="272021" y="17907"/>
                  <a:pt x="273823" y="13453"/>
                </a:cubicBezTo>
                <a:lnTo>
                  <a:pt x="275868" y="13453"/>
                </a:lnTo>
                <a:close/>
                <a:moveTo>
                  <a:pt x="313545" y="31654"/>
                </a:moveTo>
                <a:lnTo>
                  <a:pt x="313545" y="45238"/>
                </a:lnTo>
                <a:cubicBezTo>
                  <a:pt x="318601" y="36182"/>
                  <a:pt x="323788" y="31654"/>
                  <a:pt x="329108" y="31654"/>
                </a:cubicBezTo>
                <a:cubicBezTo>
                  <a:pt x="331526" y="31654"/>
                  <a:pt x="333526" y="32390"/>
                  <a:pt x="335109" y="33863"/>
                </a:cubicBezTo>
                <a:cubicBezTo>
                  <a:pt x="336691" y="35335"/>
                  <a:pt x="337483" y="37039"/>
                  <a:pt x="337483" y="38973"/>
                </a:cubicBezTo>
                <a:cubicBezTo>
                  <a:pt x="337483" y="40688"/>
                  <a:pt x="336911" y="42139"/>
                  <a:pt x="335768" y="43326"/>
                </a:cubicBezTo>
                <a:cubicBezTo>
                  <a:pt x="334625" y="44513"/>
                  <a:pt x="333262" y="45106"/>
                  <a:pt x="331680" y="45106"/>
                </a:cubicBezTo>
                <a:cubicBezTo>
                  <a:pt x="330141" y="45106"/>
                  <a:pt x="328415" y="44348"/>
                  <a:pt x="326503" y="42831"/>
                </a:cubicBezTo>
                <a:cubicBezTo>
                  <a:pt x="324591" y="41314"/>
                  <a:pt x="323173" y="40556"/>
                  <a:pt x="322250" y="40556"/>
                </a:cubicBezTo>
                <a:cubicBezTo>
                  <a:pt x="321458" y="40556"/>
                  <a:pt x="320601" y="40994"/>
                  <a:pt x="319678" y="41871"/>
                </a:cubicBezTo>
                <a:cubicBezTo>
                  <a:pt x="317699" y="43669"/>
                  <a:pt x="315655" y="46629"/>
                  <a:pt x="313545" y="50751"/>
                </a:cubicBezTo>
                <a:lnTo>
                  <a:pt x="313545" y="79626"/>
                </a:lnTo>
                <a:cubicBezTo>
                  <a:pt x="313545" y="82958"/>
                  <a:pt x="313962" y="85479"/>
                  <a:pt x="314798" y="87189"/>
                </a:cubicBezTo>
                <a:cubicBezTo>
                  <a:pt x="315369" y="88374"/>
                  <a:pt x="316380" y="89361"/>
                  <a:pt x="317831" y="90151"/>
                </a:cubicBezTo>
                <a:cubicBezTo>
                  <a:pt x="319282" y="90939"/>
                  <a:pt x="321370" y="91334"/>
                  <a:pt x="324096" y="91334"/>
                </a:cubicBezTo>
                <a:lnTo>
                  <a:pt x="324096" y="93774"/>
                </a:lnTo>
                <a:lnTo>
                  <a:pt x="293168" y="93774"/>
                </a:lnTo>
                <a:lnTo>
                  <a:pt x="293168" y="91334"/>
                </a:lnTo>
                <a:cubicBezTo>
                  <a:pt x="296245" y="91334"/>
                  <a:pt x="298531" y="90851"/>
                  <a:pt x="300026" y="89887"/>
                </a:cubicBezTo>
                <a:cubicBezTo>
                  <a:pt x="301125" y="89185"/>
                  <a:pt x="301895" y="88066"/>
                  <a:pt x="302334" y="86530"/>
                </a:cubicBezTo>
                <a:cubicBezTo>
                  <a:pt x="302554" y="85784"/>
                  <a:pt x="302664" y="83657"/>
                  <a:pt x="302664" y="80148"/>
                </a:cubicBezTo>
                <a:lnTo>
                  <a:pt x="302664" y="56789"/>
                </a:lnTo>
                <a:cubicBezTo>
                  <a:pt x="302664" y="49770"/>
                  <a:pt x="302521" y="45592"/>
                  <a:pt x="302235" y="44255"/>
                </a:cubicBezTo>
                <a:cubicBezTo>
                  <a:pt x="301950" y="42917"/>
                  <a:pt x="301422" y="41941"/>
                  <a:pt x="300653" y="41327"/>
                </a:cubicBezTo>
                <a:cubicBezTo>
                  <a:pt x="299883" y="40713"/>
                  <a:pt x="298927" y="40406"/>
                  <a:pt x="297784" y="40406"/>
                </a:cubicBezTo>
                <a:cubicBezTo>
                  <a:pt x="296421" y="40406"/>
                  <a:pt x="294882" y="40735"/>
                  <a:pt x="293168" y="41393"/>
                </a:cubicBezTo>
                <a:lnTo>
                  <a:pt x="292508" y="39023"/>
                </a:lnTo>
                <a:lnTo>
                  <a:pt x="310775" y="31654"/>
                </a:lnTo>
                <a:lnTo>
                  <a:pt x="313545" y="31654"/>
                </a:lnTo>
                <a:close/>
                <a:moveTo>
                  <a:pt x="375070" y="85069"/>
                </a:moveTo>
                <a:cubicBezTo>
                  <a:pt x="368871" y="89861"/>
                  <a:pt x="364980" y="92631"/>
                  <a:pt x="363398" y="93378"/>
                </a:cubicBezTo>
                <a:cubicBezTo>
                  <a:pt x="361024" y="94521"/>
                  <a:pt x="358496" y="95092"/>
                  <a:pt x="355814" y="95092"/>
                </a:cubicBezTo>
                <a:cubicBezTo>
                  <a:pt x="351638" y="95092"/>
                  <a:pt x="348198" y="93664"/>
                  <a:pt x="345494" y="90806"/>
                </a:cubicBezTo>
                <a:cubicBezTo>
                  <a:pt x="342790" y="87948"/>
                  <a:pt x="341438" y="84190"/>
                  <a:pt x="341438" y="79530"/>
                </a:cubicBezTo>
                <a:cubicBezTo>
                  <a:pt x="341438" y="76584"/>
                  <a:pt x="342098" y="74034"/>
                  <a:pt x="343417" y="71880"/>
                </a:cubicBezTo>
                <a:cubicBezTo>
                  <a:pt x="345219" y="68890"/>
                  <a:pt x="348351" y="66077"/>
                  <a:pt x="352814" y="63439"/>
                </a:cubicBezTo>
                <a:cubicBezTo>
                  <a:pt x="357276" y="60801"/>
                  <a:pt x="364695" y="57592"/>
                  <a:pt x="375070" y="53811"/>
                </a:cubicBezTo>
                <a:lnTo>
                  <a:pt x="375070" y="51437"/>
                </a:lnTo>
                <a:cubicBezTo>
                  <a:pt x="375070" y="45414"/>
                  <a:pt x="374114" y="41281"/>
                  <a:pt x="372201" y="39039"/>
                </a:cubicBezTo>
                <a:cubicBezTo>
                  <a:pt x="370289" y="36797"/>
                  <a:pt x="367508" y="35676"/>
                  <a:pt x="363859" y="35676"/>
                </a:cubicBezTo>
                <a:cubicBezTo>
                  <a:pt x="361090" y="35676"/>
                  <a:pt x="358892" y="36421"/>
                  <a:pt x="357265" y="37910"/>
                </a:cubicBezTo>
                <a:cubicBezTo>
                  <a:pt x="355594" y="39399"/>
                  <a:pt x="354759" y="41108"/>
                  <a:pt x="354759" y="43035"/>
                </a:cubicBezTo>
                <a:lnTo>
                  <a:pt x="354891" y="46846"/>
                </a:lnTo>
                <a:cubicBezTo>
                  <a:pt x="354891" y="48860"/>
                  <a:pt x="354374" y="50414"/>
                  <a:pt x="353341" y="51509"/>
                </a:cubicBezTo>
                <a:cubicBezTo>
                  <a:pt x="352308" y="52604"/>
                  <a:pt x="350956" y="53152"/>
                  <a:pt x="349286" y="53152"/>
                </a:cubicBezTo>
                <a:cubicBezTo>
                  <a:pt x="347659" y="53152"/>
                  <a:pt x="346329" y="52582"/>
                  <a:pt x="345296" y="51443"/>
                </a:cubicBezTo>
                <a:cubicBezTo>
                  <a:pt x="344263" y="50303"/>
                  <a:pt x="343746" y="48746"/>
                  <a:pt x="343746" y="46773"/>
                </a:cubicBezTo>
                <a:cubicBezTo>
                  <a:pt x="343746" y="43005"/>
                  <a:pt x="345681" y="39543"/>
                  <a:pt x="349549" y="36387"/>
                </a:cubicBezTo>
                <a:cubicBezTo>
                  <a:pt x="353418" y="33231"/>
                  <a:pt x="358848" y="31654"/>
                  <a:pt x="365838" y="31654"/>
                </a:cubicBezTo>
                <a:cubicBezTo>
                  <a:pt x="371201" y="31654"/>
                  <a:pt x="375598" y="32553"/>
                  <a:pt x="379027" y="34353"/>
                </a:cubicBezTo>
                <a:cubicBezTo>
                  <a:pt x="381621" y="35715"/>
                  <a:pt x="383533" y="37845"/>
                  <a:pt x="384764" y="40744"/>
                </a:cubicBezTo>
                <a:cubicBezTo>
                  <a:pt x="385555" y="42631"/>
                  <a:pt x="385951" y="46495"/>
                  <a:pt x="385951" y="52335"/>
                </a:cubicBezTo>
                <a:lnTo>
                  <a:pt x="385951" y="72820"/>
                </a:lnTo>
                <a:cubicBezTo>
                  <a:pt x="385951" y="78572"/>
                  <a:pt x="386061" y="82096"/>
                  <a:pt x="386281" y="83391"/>
                </a:cubicBezTo>
                <a:cubicBezTo>
                  <a:pt x="386500" y="84687"/>
                  <a:pt x="386863" y="85555"/>
                  <a:pt x="387369" y="85994"/>
                </a:cubicBezTo>
                <a:cubicBezTo>
                  <a:pt x="387874" y="86432"/>
                  <a:pt x="388457" y="86652"/>
                  <a:pt x="389116" y="86652"/>
                </a:cubicBezTo>
                <a:cubicBezTo>
                  <a:pt x="389820" y="86652"/>
                  <a:pt x="390435" y="86498"/>
                  <a:pt x="390963" y="86190"/>
                </a:cubicBezTo>
                <a:cubicBezTo>
                  <a:pt x="391886" y="85618"/>
                  <a:pt x="393666" y="84014"/>
                  <a:pt x="396304" y="81376"/>
                </a:cubicBezTo>
                <a:lnTo>
                  <a:pt x="396304" y="85069"/>
                </a:lnTo>
                <a:cubicBezTo>
                  <a:pt x="391380" y="91663"/>
                  <a:pt x="386676" y="94961"/>
                  <a:pt x="382192" y="94961"/>
                </a:cubicBezTo>
                <a:cubicBezTo>
                  <a:pt x="380038" y="94961"/>
                  <a:pt x="378323" y="94213"/>
                  <a:pt x="377048" y="92718"/>
                </a:cubicBezTo>
                <a:cubicBezTo>
                  <a:pt x="375773" y="91224"/>
                  <a:pt x="375114" y="88674"/>
                  <a:pt x="375070" y="85069"/>
                </a:cubicBezTo>
                <a:moveTo>
                  <a:pt x="375070" y="80745"/>
                </a:moveTo>
                <a:lnTo>
                  <a:pt x="375070" y="57834"/>
                </a:lnTo>
                <a:cubicBezTo>
                  <a:pt x="368432" y="60459"/>
                  <a:pt x="364145" y="62319"/>
                  <a:pt x="362211" y="63414"/>
                </a:cubicBezTo>
                <a:cubicBezTo>
                  <a:pt x="358738" y="65340"/>
                  <a:pt x="356254" y="67354"/>
                  <a:pt x="354759" y="69454"/>
                </a:cubicBezTo>
                <a:cubicBezTo>
                  <a:pt x="353264" y="71555"/>
                  <a:pt x="352517" y="73853"/>
                  <a:pt x="352517" y="76348"/>
                </a:cubicBezTo>
                <a:cubicBezTo>
                  <a:pt x="352517" y="79499"/>
                  <a:pt x="353462" y="82114"/>
                  <a:pt x="355353" y="84193"/>
                </a:cubicBezTo>
                <a:cubicBezTo>
                  <a:pt x="357243" y="86272"/>
                  <a:pt x="359419" y="87311"/>
                  <a:pt x="361881" y="87311"/>
                </a:cubicBezTo>
                <a:cubicBezTo>
                  <a:pt x="365222" y="87311"/>
                  <a:pt x="369619" y="85122"/>
                  <a:pt x="375070" y="80745"/>
                </a:cubicBezTo>
                <a:close/>
                <a:moveTo>
                  <a:pt x="421581" y="0"/>
                </a:moveTo>
                <a:lnTo>
                  <a:pt x="421581" y="80065"/>
                </a:lnTo>
                <a:cubicBezTo>
                  <a:pt x="421581" y="83843"/>
                  <a:pt x="421856" y="86348"/>
                  <a:pt x="422406" y="87579"/>
                </a:cubicBezTo>
                <a:cubicBezTo>
                  <a:pt x="422955" y="88808"/>
                  <a:pt x="423801" y="89742"/>
                  <a:pt x="424945" y="90379"/>
                </a:cubicBezTo>
                <a:cubicBezTo>
                  <a:pt x="426088" y="91016"/>
                  <a:pt x="428220" y="91334"/>
                  <a:pt x="431341" y="91334"/>
                </a:cubicBezTo>
                <a:lnTo>
                  <a:pt x="431341" y="93774"/>
                </a:lnTo>
                <a:lnTo>
                  <a:pt x="401732" y="93774"/>
                </a:lnTo>
                <a:lnTo>
                  <a:pt x="401732" y="91334"/>
                </a:lnTo>
                <a:cubicBezTo>
                  <a:pt x="404502" y="91334"/>
                  <a:pt x="406392" y="91049"/>
                  <a:pt x="407403" y="90478"/>
                </a:cubicBezTo>
                <a:cubicBezTo>
                  <a:pt x="408414" y="89907"/>
                  <a:pt x="409206" y="88962"/>
                  <a:pt x="409777" y="87645"/>
                </a:cubicBezTo>
                <a:cubicBezTo>
                  <a:pt x="410349" y="86326"/>
                  <a:pt x="410635" y="83799"/>
                  <a:pt x="410635" y="80065"/>
                </a:cubicBezTo>
                <a:lnTo>
                  <a:pt x="410635" y="25238"/>
                </a:lnTo>
                <a:cubicBezTo>
                  <a:pt x="410635" y="18430"/>
                  <a:pt x="410481" y="14245"/>
                  <a:pt x="410173" y="12686"/>
                </a:cubicBezTo>
                <a:cubicBezTo>
                  <a:pt x="409865" y="11125"/>
                  <a:pt x="409371" y="10060"/>
                  <a:pt x="408689" y="9490"/>
                </a:cubicBezTo>
                <a:cubicBezTo>
                  <a:pt x="408008" y="8918"/>
                  <a:pt x="407139" y="8633"/>
                  <a:pt x="406084" y="8633"/>
                </a:cubicBezTo>
                <a:cubicBezTo>
                  <a:pt x="404941" y="8633"/>
                  <a:pt x="403490" y="8984"/>
                  <a:pt x="401732" y="9688"/>
                </a:cubicBezTo>
                <a:lnTo>
                  <a:pt x="400611" y="7380"/>
                </a:lnTo>
                <a:lnTo>
                  <a:pt x="418614" y="0"/>
                </a:lnTo>
                <a:lnTo>
                  <a:pt x="421581" y="0"/>
                </a:lnTo>
                <a:close/>
                <a:moveTo>
                  <a:pt x="523160" y="93774"/>
                </a:moveTo>
                <a:lnTo>
                  <a:pt x="488604" y="18531"/>
                </a:lnTo>
                <a:lnTo>
                  <a:pt x="488604" y="78277"/>
                </a:lnTo>
                <a:cubicBezTo>
                  <a:pt x="488604" y="83772"/>
                  <a:pt x="489198" y="87201"/>
                  <a:pt x="490385" y="88564"/>
                </a:cubicBezTo>
                <a:cubicBezTo>
                  <a:pt x="492012" y="90410"/>
                  <a:pt x="494583" y="91334"/>
                  <a:pt x="498100" y="91334"/>
                </a:cubicBezTo>
                <a:lnTo>
                  <a:pt x="501266" y="91334"/>
                </a:lnTo>
                <a:lnTo>
                  <a:pt x="501266" y="93774"/>
                </a:lnTo>
                <a:lnTo>
                  <a:pt x="470140" y="93774"/>
                </a:lnTo>
                <a:lnTo>
                  <a:pt x="470140" y="91334"/>
                </a:lnTo>
                <a:lnTo>
                  <a:pt x="473305" y="91334"/>
                </a:lnTo>
                <a:cubicBezTo>
                  <a:pt x="477086" y="91334"/>
                  <a:pt x="479768" y="90191"/>
                  <a:pt x="481350" y="87905"/>
                </a:cubicBezTo>
                <a:cubicBezTo>
                  <a:pt x="482318" y="86498"/>
                  <a:pt x="482801" y="83288"/>
                  <a:pt x="482801" y="78277"/>
                </a:cubicBezTo>
                <a:lnTo>
                  <a:pt x="482801" y="19849"/>
                </a:lnTo>
                <a:cubicBezTo>
                  <a:pt x="482801" y="15893"/>
                  <a:pt x="482362" y="13035"/>
                  <a:pt x="481482" y="11277"/>
                </a:cubicBezTo>
                <a:cubicBezTo>
                  <a:pt x="480867" y="10002"/>
                  <a:pt x="479735" y="8936"/>
                  <a:pt x="478086" y="8078"/>
                </a:cubicBezTo>
                <a:cubicBezTo>
                  <a:pt x="476438" y="7221"/>
                  <a:pt x="473789" y="6792"/>
                  <a:pt x="470140" y="6792"/>
                </a:cubicBezTo>
                <a:lnTo>
                  <a:pt x="470140" y="4352"/>
                </a:lnTo>
                <a:lnTo>
                  <a:pt x="495463" y="4352"/>
                </a:lnTo>
                <a:lnTo>
                  <a:pt x="527908" y="74320"/>
                </a:lnTo>
                <a:lnTo>
                  <a:pt x="559825" y="4352"/>
                </a:lnTo>
                <a:lnTo>
                  <a:pt x="585148" y="4352"/>
                </a:lnTo>
                <a:lnTo>
                  <a:pt x="585148" y="6792"/>
                </a:lnTo>
                <a:lnTo>
                  <a:pt x="582048" y="6792"/>
                </a:lnTo>
                <a:cubicBezTo>
                  <a:pt x="578223" y="6792"/>
                  <a:pt x="575520" y="7935"/>
                  <a:pt x="573937" y="10221"/>
                </a:cubicBezTo>
                <a:cubicBezTo>
                  <a:pt x="572970" y="11628"/>
                  <a:pt x="572486" y="14838"/>
                  <a:pt x="572486" y="19849"/>
                </a:cubicBezTo>
                <a:lnTo>
                  <a:pt x="572486" y="78277"/>
                </a:lnTo>
                <a:cubicBezTo>
                  <a:pt x="572486" y="83772"/>
                  <a:pt x="573102" y="87201"/>
                  <a:pt x="574333" y="88564"/>
                </a:cubicBezTo>
                <a:cubicBezTo>
                  <a:pt x="575959" y="90410"/>
                  <a:pt x="578531" y="91334"/>
                  <a:pt x="582048" y="91334"/>
                </a:cubicBezTo>
                <a:lnTo>
                  <a:pt x="585148" y="91334"/>
                </a:lnTo>
                <a:lnTo>
                  <a:pt x="585148" y="93774"/>
                </a:lnTo>
                <a:lnTo>
                  <a:pt x="547163" y="93774"/>
                </a:lnTo>
                <a:lnTo>
                  <a:pt x="547163" y="91334"/>
                </a:lnTo>
                <a:lnTo>
                  <a:pt x="550329" y="91334"/>
                </a:lnTo>
                <a:cubicBezTo>
                  <a:pt x="554154" y="91334"/>
                  <a:pt x="556835" y="90191"/>
                  <a:pt x="558374" y="87905"/>
                </a:cubicBezTo>
                <a:cubicBezTo>
                  <a:pt x="559341" y="86498"/>
                  <a:pt x="559825" y="83288"/>
                  <a:pt x="559825" y="78277"/>
                </a:cubicBezTo>
                <a:lnTo>
                  <a:pt x="559825" y="18531"/>
                </a:lnTo>
                <a:lnTo>
                  <a:pt x="525336" y="93774"/>
                </a:lnTo>
                <a:lnTo>
                  <a:pt x="523160" y="93774"/>
                </a:lnTo>
                <a:close/>
                <a:moveTo>
                  <a:pt x="626408" y="85069"/>
                </a:moveTo>
                <a:cubicBezTo>
                  <a:pt x="620209" y="89861"/>
                  <a:pt x="616318" y="92631"/>
                  <a:pt x="614735" y="93378"/>
                </a:cubicBezTo>
                <a:cubicBezTo>
                  <a:pt x="612361" y="94521"/>
                  <a:pt x="609834" y="95092"/>
                  <a:pt x="607152" y="95092"/>
                </a:cubicBezTo>
                <a:cubicBezTo>
                  <a:pt x="602975" y="95092"/>
                  <a:pt x="599535" y="93664"/>
                  <a:pt x="596831" y="90806"/>
                </a:cubicBezTo>
                <a:cubicBezTo>
                  <a:pt x="594128" y="87948"/>
                  <a:pt x="592776" y="84190"/>
                  <a:pt x="592776" y="79530"/>
                </a:cubicBezTo>
                <a:cubicBezTo>
                  <a:pt x="592776" y="76584"/>
                  <a:pt x="593435" y="74034"/>
                  <a:pt x="594754" y="71880"/>
                </a:cubicBezTo>
                <a:cubicBezTo>
                  <a:pt x="596557" y="68890"/>
                  <a:pt x="599689" y="66077"/>
                  <a:pt x="604151" y="63439"/>
                </a:cubicBezTo>
                <a:cubicBezTo>
                  <a:pt x="608614" y="60801"/>
                  <a:pt x="616032" y="57592"/>
                  <a:pt x="626408" y="53811"/>
                </a:cubicBezTo>
                <a:lnTo>
                  <a:pt x="626408" y="51437"/>
                </a:lnTo>
                <a:cubicBezTo>
                  <a:pt x="626408" y="45414"/>
                  <a:pt x="625452" y="41281"/>
                  <a:pt x="623539" y="39039"/>
                </a:cubicBezTo>
                <a:cubicBezTo>
                  <a:pt x="621627" y="36797"/>
                  <a:pt x="618846" y="35676"/>
                  <a:pt x="615197" y="35676"/>
                </a:cubicBezTo>
                <a:cubicBezTo>
                  <a:pt x="612427" y="35676"/>
                  <a:pt x="610229" y="36421"/>
                  <a:pt x="608603" y="37910"/>
                </a:cubicBezTo>
                <a:cubicBezTo>
                  <a:pt x="606932" y="39399"/>
                  <a:pt x="606097" y="41108"/>
                  <a:pt x="606097" y="43035"/>
                </a:cubicBezTo>
                <a:lnTo>
                  <a:pt x="606229" y="46846"/>
                </a:lnTo>
                <a:cubicBezTo>
                  <a:pt x="606229" y="48860"/>
                  <a:pt x="605712" y="50414"/>
                  <a:pt x="604679" y="51509"/>
                </a:cubicBezTo>
                <a:cubicBezTo>
                  <a:pt x="603646" y="52604"/>
                  <a:pt x="602294" y="53152"/>
                  <a:pt x="600623" y="53152"/>
                </a:cubicBezTo>
                <a:cubicBezTo>
                  <a:pt x="598997" y="53152"/>
                  <a:pt x="597667" y="52582"/>
                  <a:pt x="596634" y="51443"/>
                </a:cubicBezTo>
                <a:cubicBezTo>
                  <a:pt x="595600" y="50303"/>
                  <a:pt x="595084" y="48746"/>
                  <a:pt x="595084" y="46773"/>
                </a:cubicBezTo>
                <a:cubicBezTo>
                  <a:pt x="595084" y="43005"/>
                  <a:pt x="597018" y="39543"/>
                  <a:pt x="600887" y="36387"/>
                </a:cubicBezTo>
                <a:cubicBezTo>
                  <a:pt x="604756" y="33231"/>
                  <a:pt x="610185" y="31654"/>
                  <a:pt x="617175" y="31654"/>
                </a:cubicBezTo>
                <a:cubicBezTo>
                  <a:pt x="622539" y="31654"/>
                  <a:pt x="626935" y="32553"/>
                  <a:pt x="630364" y="34353"/>
                </a:cubicBezTo>
                <a:cubicBezTo>
                  <a:pt x="632958" y="35715"/>
                  <a:pt x="634871" y="37845"/>
                  <a:pt x="636102" y="40744"/>
                </a:cubicBezTo>
                <a:cubicBezTo>
                  <a:pt x="636893" y="42631"/>
                  <a:pt x="637289" y="46495"/>
                  <a:pt x="637289" y="52335"/>
                </a:cubicBezTo>
                <a:lnTo>
                  <a:pt x="637289" y="72820"/>
                </a:lnTo>
                <a:cubicBezTo>
                  <a:pt x="637289" y="78572"/>
                  <a:pt x="637399" y="82096"/>
                  <a:pt x="637618" y="83391"/>
                </a:cubicBezTo>
                <a:cubicBezTo>
                  <a:pt x="637838" y="84687"/>
                  <a:pt x="638201" y="85555"/>
                  <a:pt x="638706" y="85994"/>
                </a:cubicBezTo>
                <a:cubicBezTo>
                  <a:pt x="639212" y="86432"/>
                  <a:pt x="639795" y="86652"/>
                  <a:pt x="640454" y="86652"/>
                </a:cubicBezTo>
                <a:cubicBezTo>
                  <a:pt x="641157" y="86652"/>
                  <a:pt x="641773" y="86498"/>
                  <a:pt x="642300" y="86190"/>
                </a:cubicBezTo>
                <a:cubicBezTo>
                  <a:pt x="643224" y="85618"/>
                  <a:pt x="645004" y="84014"/>
                  <a:pt x="647642" y="81376"/>
                </a:cubicBezTo>
                <a:lnTo>
                  <a:pt x="647642" y="85069"/>
                </a:lnTo>
                <a:cubicBezTo>
                  <a:pt x="642718" y="91663"/>
                  <a:pt x="638014" y="94961"/>
                  <a:pt x="633530" y="94961"/>
                </a:cubicBezTo>
                <a:cubicBezTo>
                  <a:pt x="631376" y="94961"/>
                  <a:pt x="629661" y="94213"/>
                  <a:pt x="628386" y="92718"/>
                </a:cubicBezTo>
                <a:cubicBezTo>
                  <a:pt x="627111" y="91224"/>
                  <a:pt x="626452" y="88674"/>
                  <a:pt x="626408" y="85069"/>
                </a:cubicBezTo>
                <a:moveTo>
                  <a:pt x="626408" y="80745"/>
                </a:moveTo>
                <a:lnTo>
                  <a:pt x="626408" y="57834"/>
                </a:lnTo>
                <a:cubicBezTo>
                  <a:pt x="619769" y="60459"/>
                  <a:pt x="615483" y="62319"/>
                  <a:pt x="613548" y="63414"/>
                </a:cubicBezTo>
                <a:cubicBezTo>
                  <a:pt x="610075" y="65340"/>
                  <a:pt x="607591" y="67354"/>
                  <a:pt x="606097" y="69454"/>
                </a:cubicBezTo>
                <a:cubicBezTo>
                  <a:pt x="604602" y="71555"/>
                  <a:pt x="603855" y="73853"/>
                  <a:pt x="603855" y="76348"/>
                </a:cubicBezTo>
                <a:cubicBezTo>
                  <a:pt x="603855" y="79499"/>
                  <a:pt x="604800" y="82114"/>
                  <a:pt x="606690" y="84193"/>
                </a:cubicBezTo>
                <a:cubicBezTo>
                  <a:pt x="608581" y="86272"/>
                  <a:pt x="610757" y="87311"/>
                  <a:pt x="613219" y="87311"/>
                </a:cubicBezTo>
                <a:cubicBezTo>
                  <a:pt x="616560" y="87311"/>
                  <a:pt x="620956" y="85122"/>
                  <a:pt x="626408" y="80745"/>
                </a:cubicBezTo>
                <a:close/>
                <a:moveTo>
                  <a:pt x="669689" y="13453"/>
                </a:moveTo>
                <a:lnTo>
                  <a:pt x="669689" y="33368"/>
                </a:lnTo>
                <a:lnTo>
                  <a:pt x="683801" y="33368"/>
                </a:lnTo>
                <a:lnTo>
                  <a:pt x="683801" y="37984"/>
                </a:lnTo>
                <a:lnTo>
                  <a:pt x="669689" y="37984"/>
                </a:lnTo>
                <a:lnTo>
                  <a:pt x="669689" y="77102"/>
                </a:lnTo>
                <a:cubicBezTo>
                  <a:pt x="669689" y="81011"/>
                  <a:pt x="670249" y="83646"/>
                  <a:pt x="671370" y="85007"/>
                </a:cubicBezTo>
                <a:cubicBezTo>
                  <a:pt x="672491" y="86367"/>
                  <a:pt x="673931" y="87047"/>
                  <a:pt x="675690" y="87047"/>
                </a:cubicBezTo>
                <a:cubicBezTo>
                  <a:pt x="677140" y="87047"/>
                  <a:pt x="678547" y="86597"/>
                  <a:pt x="679910" y="85695"/>
                </a:cubicBezTo>
                <a:cubicBezTo>
                  <a:pt x="681273" y="84794"/>
                  <a:pt x="682328" y="83464"/>
                  <a:pt x="683075" y="81706"/>
                </a:cubicBezTo>
                <a:lnTo>
                  <a:pt x="685647" y="81706"/>
                </a:lnTo>
                <a:cubicBezTo>
                  <a:pt x="684109" y="86026"/>
                  <a:pt x="681932" y="89294"/>
                  <a:pt x="679119" y="91509"/>
                </a:cubicBezTo>
                <a:cubicBezTo>
                  <a:pt x="676305" y="93722"/>
                  <a:pt x="673404" y="94829"/>
                  <a:pt x="670414" y="94829"/>
                </a:cubicBezTo>
                <a:cubicBezTo>
                  <a:pt x="668392" y="94829"/>
                  <a:pt x="666413" y="94267"/>
                  <a:pt x="664479" y="93145"/>
                </a:cubicBezTo>
                <a:cubicBezTo>
                  <a:pt x="662545" y="92023"/>
                  <a:pt x="661116" y="90417"/>
                  <a:pt x="660193" y="88327"/>
                </a:cubicBezTo>
                <a:cubicBezTo>
                  <a:pt x="659269" y="86236"/>
                  <a:pt x="658808" y="83012"/>
                  <a:pt x="658808" y="78654"/>
                </a:cubicBezTo>
                <a:lnTo>
                  <a:pt x="658808" y="37984"/>
                </a:lnTo>
                <a:lnTo>
                  <a:pt x="649246" y="37984"/>
                </a:lnTo>
                <a:lnTo>
                  <a:pt x="649246" y="35808"/>
                </a:lnTo>
                <a:cubicBezTo>
                  <a:pt x="651664" y="34838"/>
                  <a:pt x="654137" y="33196"/>
                  <a:pt x="656665" y="30881"/>
                </a:cubicBezTo>
                <a:cubicBezTo>
                  <a:pt x="659192" y="28566"/>
                  <a:pt x="661446" y="25821"/>
                  <a:pt x="663424" y="22646"/>
                </a:cubicBezTo>
                <a:cubicBezTo>
                  <a:pt x="664435" y="20971"/>
                  <a:pt x="665842" y="17907"/>
                  <a:pt x="667644" y="13453"/>
                </a:cubicBezTo>
                <a:lnTo>
                  <a:pt x="669689" y="13453"/>
                </a:lnTo>
                <a:close/>
                <a:moveTo>
                  <a:pt x="707365" y="31654"/>
                </a:moveTo>
                <a:lnTo>
                  <a:pt x="707365" y="45238"/>
                </a:lnTo>
                <a:cubicBezTo>
                  <a:pt x="712421" y="36182"/>
                  <a:pt x="717609" y="31654"/>
                  <a:pt x="722928" y="31654"/>
                </a:cubicBezTo>
                <a:cubicBezTo>
                  <a:pt x="725346" y="31654"/>
                  <a:pt x="727346" y="32390"/>
                  <a:pt x="728929" y="33863"/>
                </a:cubicBezTo>
                <a:cubicBezTo>
                  <a:pt x="730512" y="35335"/>
                  <a:pt x="731303" y="37039"/>
                  <a:pt x="731303" y="38973"/>
                </a:cubicBezTo>
                <a:cubicBezTo>
                  <a:pt x="731303" y="40688"/>
                  <a:pt x="730732" y="42139"/>
                  <a:pt x="729589" y="43326"/>
                </a:cubicBezTo>
                <a:cubicBezTo>
                  <a:pt x="728446" y="44513"/>
                  <a:pt x="727083" y="45106"/>
                  <a:pt x="725500" y="45106"/>
                </a:cubicBezTo>
                <a:cubicBezTo>
                  <a:pt x="723961" y="45106"/>
                  <a:pt x="722236" y="44348"/>
                  <a:pt x="720323" y="42831"/>
                </a:cubicBezTo>
                <a:cubicBezTo>
                  <a:pt x="718411" y="41314"/>
                  <a:pt x="716993" y="40556"/>
                  <a:pt x="716070" y="40556"/>
                </a:cubicBezTo>
                <a:cubicBezTo>
                  <a:pt x="715279" y="40556"/>
                  <a:pt x="714421" y="40994"/>
                  <a:pt x="713498" y="41871"/>
                </a:cubicBezTo>
                <a:cubicBezTo>
                  <a:pt x="711520" y="43669"/>
                  <a:pt x="709475" y="46629"/>
                  <a:pt x="707365" y="50751"/>
                </a:cubicBezTo>
                <a:lnTo>
                  <a:pt x="707365" y="79626"/>
                </a:lnTo>
                <a:cubicBezTo>
                  <a:pt x="707365" y="82958"/>
                  <a:pt x="707783" y="85479"/>
                  <a:pt x="708618" y="87189"/>
                </a:cubicBezTo>
                <a:cubicBezTo>
                  <a:pt x="709190" y="88374"/>
                  <a:pt x="710201" y="89361"/>
                  <a:pt x="711652" y="90151"/>
                </a:cubicBezTo>
                <a:cubicBezTo>
                  <a:pt x="713102" y="90939"/>
                  <a:pt x="715191" y="91334"/>
                  <a:pt x="717916" y="91334"/>
                </a:cubicBezTo>
                <a:lnTo>
                  <a:pt x="717916" y="93774"/>
                </a:lnTo>
                <a:lnTo>
                  <a:pt x="686988" y="93774"/>
                </a:lnTo>
                <a:lnTo>
                  <a:pt x="686988" y="91334"/>
                </a:lnTo>
                <a:cubicBezTo>
                  <a:pt x="690066" y="91334"/>
                  <a:pt x="692352" y="90851"/>
                  <a:pt x="693846" y="89887"/>
                </a:cubicBezTo>
                <a:cubicBezTo>
                  <a:pt x="694946" y="89185"/>
                  <a:pt x="695715" y="88066"/>
                  <a:pt x="696155" y="86530"/>
                </a:cubicBezTo>
                <a:cubicBezTo>
                  <a:pt x="696374" y="85784"/>
                  <a:pt x="696484" y="83657"/>
                  <a:pt x="696484" y="80148"/>
                </a:cubicBezTo>
                <a:lnTo>
                  <a:pt x="696484" y="56789"/>
                </a:lnTo>
                <a:cubicBezTo>
                  <a:pt x="696484" y="49770"/>
                  <a:pt x="696341" y="45592"/>
                  <a:pt x="696056" y="44255"/>
                </a:cubicBezTo>
                <a:cubicBezTo>
                  <a:pt x="695770" y="42917"/>
                  <a:pt x="695242" y="41941"/>
                  <a:pt x="694473" y="41327"/>
                </a:cubicBezTo>
                <a:cubicBezTo>
                  <a:pt x="693704" y="40713"/>
                  <a:pt x="692747" y="40406"/>
                  <a:pt x="691604" y="40406"/>
                </a:cubicBezTo>
                <a:cubicBezTo>
                  <a:pt x="690242" y="40406"/>
                  <a:pt x="688703" y="40735"/>
                  <a:pt x="686988" y="41393"/>
                </a:cubicBezTo>
                <a:lnTo>
                  <a:pt x="686329" y="39023"/>
                </a:lnTo>
                <a:lnTo>
                  <a:pt x="704596" y="31654"/>
                </a:lnTo>
                <a:lnTo>
                  <a:pt x="707365" y="31654"/>
                </a:lnTo>
                <a:close/>
                <a:moveTo>
                  <a:pt x="750030" y="0"/>
                </a:moveTo>
                <a:cubicBezTo>
                  <a:pt x="751876" y="0"/>
                  <a:pt x="753448" y="652"/>
                  <a:pt x="754745" y="1956"/>
                </a:cubicBezTo>
                <a:cubicBezTo>
                  <a:pt x="756042" y="3258"/>
                  <a:pt x="756690" y="4837"/>
                  <a:pt x="756690" y="6693"/>
                </a:cubicBezTo>
                <a:cubicBezTo>
                  <a:pt x="756690" y="8549"/>
                  <a:pt x="756042" y="10140"/>
                  <a:pt x="754745" y="11466"/>
                </a:cubicBezTo>
                <a:cubicBezTo>
                  <a:pt x="753448" y="12791"/>
                  <a:pt x="751876" y="13453"/>
                  <a:pt x="750030" y="13453"/>
                </a:cubicBezTo>
                <a:cubicBezTo>
                  <a:pt x="748183" y="13453"/>
                  <a:pt x="746601" y="12791"/>
                  <a:pt x="745282" y="11466"/>
                </a:cubicBezTo>
                <a:cubicBezTo>
                  <a:pt x="743963" y="10140"/>
                  <a:pt x="743304" y="8549"/>
                  <a:pt x="743304" y="6693"/>
                </a:cubicBezTo>
                <a:cubicBezTo>
                  <a:pt x="743304" y="4837"/>
                  <a:pt x="743952" y="3258"/>
                  <a:pt x="745249" y="1956"/>
                </a:cubicBezTo>
                <a:cubicBezTo>
                  <a:pt x="746546" y="652"/>
                  <a:pt x="748139" y="0"/>
                  <a:pt x="750030" y="0"/>
                </a:cubicBezTo>
                <a:moveTo>
                  <a:pt x="755503" y="31654"/>
                </a:moveTo>
                <a:lnTo>
                  <a:pt x="755503" y="80082"/>
                </a:lnTo>
                <a:cubicBezTo>
                  <a:pt x="755503" y="83854"/>
                  <a:pt x="755778" y="86366"/>
                  <a:pt x="756328" y="87616"/>
                </a:cubicBezTo>
                <a:cubicBezTo>
                  <a:pt x="756877" y="88866"/>
                  <a:pt x="757690" y="89798"/>
                  <a:pt x="758768" y="90412"/>
                </a:cubicBezTo>
                <a:cubicBezTo>
                  <a:pt x="759845" y="91027"/>
                  <a:pt x="761812" y="91334"/>
                  <a:pt x="764670" y="91334"/>
                </a:cubicBezTo>
                <a:lnTo>
                  <a:pt x="764670" y="93774"/>
                </a:lnTo>
                <a:lnTo>
                  <a:pt x="735324" y="93774"/>
                </a:lnTo>
                <a:lnTo>
                  <a:pt x="735324" y="91334"/>
                </a:lnTo>
                <a:cubicBezTo>
                  <a:pt x="738270" y="91334"/>
                  <a:pt x="740248" y="91049"/>
                  <a:pt x="741259" y="90478"/>
                </a:cubicBezTo>
                <a:cubicBezTo>
                  <a:pt x="742270" y="89908"/>
                  <a:pt x="743073" y="88965"/>
                  <a:pt x="743666" y="87649"/>
                </a:cubicBezTo>
                <a:cubicBezTo>
                  <a:pt x="744260" y="86333"/>
                  <a:pt x="744556" y="83810"/>
                  <a:pt x="744556" y="80082"/>
                </a:cubicBezTo>
                <a:lnTo>
                  <a:pt x="744556" y="56855"/>
                </a:lnTo>
                <a:cubicBezTo>
                  <a:pt x="744556" y="50318"/>
                  <a:pt x="744359" y="46085"/>
                  <a:pt x="743963" y="44156"/>
                </a:cubicBezTo>
                <a:cubicBezTo>
                  <a:pt x="743655" y="42752"/>
                  <a:pt x="743172" y="41776"/>
                  <a:pt x="742512" y="41228"/>
                </a:cubicBezTo>
                <a:cubicBezTo>
                  <a:pt x="741853" y="40680"/>
                  <a:pt x="740951" y="40406"/>
                  <a:pt x="739808" y="40406"/>
                </a:cubicBezTo>
                <a:cubicBezTo>
                  <a:pt x="738577" y="40406"/>
                  <a:pt x="737083" y="40735"/>
                  <a:pt x="735324" y="41393"/>
                </a:cubicBezTo>
                <a:lnTo>
                  <a:pt x="734401" y="39023"/>
                </a:lnTo>
                <a:lnTo>
                  <a:pt x="752602" y="31654"/>
                </a:lnTo>
                <a:lnTo>
                  <a:pt x="755503" y="31654"/>
                </a:lnTo>
                <a:close/>
                <a:moveTo>
                  <a:pt x="769771" y="33368"/>
                </a:moveTo>
                <a:lnTo>
                  <a:pt x="798193" y="33368"/>
                </a:lnTo>
                <a:lnTo>
                  <a:pt x="798193" y="35808"/>
                </a:lnTo>
                <a:cubicBezTo>
                  <a:pt x="796390" y="35808"/>
                  <a:pt x="795126" y="36116"/>
                  <a:pt x="794401" y="36731"/>
                </a:cubicBezTo>
                <a:cubicBezTo>
                  <a:pt x="793676" y="37347"/>
                  <a:pt x="793313" y="38160"/>
                  <a:pt x="793313" y="39171"/>
                </a:cubicBezTo>
                <a:cubicBezTo>
                  <a:pt x="793313" y="40226"/>
                  <a:pt x="794082" y="41853"/>
                  <a:pt x="795621" y="44051"/>
                </a:cubicBezTo>
                <a:cubicBezTo>
                  <a:pt x="796105" y="44755"/>
                  <a:pt x="796830" y="45854"/>
                  <a:pt x="797797" y="47348"/>
                </a:cubicBezTo>
                <a:lnTo>
                  <a:pt x="802084" y="54207"/>
                </a:lnTo>
                <a:lnTo>
                  <a:pt x="807029" y="47348"/>
                </a:lnTo>
                <a:cubicBezTo>
                  <a:pt x="810195" y="42996"/>
                  <a:pt x="811777" y="40248"/>
                  <a:pt x="811777" y="39105"/>
                </a:cubicBezTo>
                <a:cubicBezTo>
                  <a:pt x="811777" y="38182"/>
                  <a:pt x="811404" y="37402"/>
                  <a:pt x="810656" y="36764"/>
                </a:cubicBezTo>
                <a:cubicBezTo>
                  <a:pt x="809909" y="36127"/>
                  <a:pt x="808700" y="35808"/>
                  <a:pt x="807029" y="35808"/>
                </a:cubicBezTo>
                <a:lnTo>
                  <a:pt x="807029" y="33368"/>
                </a:lnTo>
                <a:lnTo>
                  <a:pt x="827472" y="33368"/>
                </a:lnTo>
                <a:lnTo>
                  <a:pt x="827472" y="35808"/>
                </a:lnTo>
                <a:cubicBezTo>
                  <a:pt x="825318" y="35940"/>
                  <a:pt x="823450" y="36533"/>
                  <a:pt x="821867" y="37589"/>
                </a:cubicBezTo>
                <a:cubicBezTo>
                  <a:pt x="819713" y="39083"/>
                  <a:pt x="816767" y="42337"/>
                  <a:pt x="813030" y="47348"/>
                </a:cubicBezTo>
                <a:lnTo>
                  <a:pt x="804787" y="58361"/>
                </a:lnTo>
                <a:lnTo>
                  <a:pt x="819823" y="79948"/>
                </a:lnTo>
                <a:cubicBezTo>
                  <a:pt x="823516" y="85256"/>
                  <a:pt x="826153" y="88449"/>
                  <a:pt x="827736" y="89524"/>
                </a:cubicBezTo>
                <a:cubicBezTo>
                  <a:pt x="829319" y="90599"/>
                  <a:pt x="831363" y="91202"/>
                  <a:pt x="833869" y="91334"/>
                </a:cubicBezTo>
                <a:lnTo>
                  <a:pt x="833869" y="93774"/>
                </a:lnTo>
                <a:lnTo>
                  <a:pt x="805381" y="93774"/>
                </a:lnTo>
                <a:lnTo>
                  <a:pt x="805381" y="91334"/>
                </a:lnTo>
                <a:cubicBezTo>
                  <a:pt x="807359" y="91334"/>
                  <a:pt x="808898" y="90895"/>
                  <a:pt x="809997" y="90019"/>
                </a:cubicBezTo>
                <a:cubicBezTo>
                  <a:pt x="810832" y="89405"/>
                  <a:pt x="811250" y="88593"/>
                  <a:pt x="811250" y="87585"/>
                </a:cubicBezTo>
                <a:cubicBezTo>
                  <a:pt x="811250" y="86577"/>
                  <a:pt x="809843" y="84034"/>
                  <a:pt x="807029" y="79956"/>
                </a:cubicBezTo>
                <a:lnTo>
                  <a:pt x="798193" y="67066"/>
                </a:lnTo>
                <a:lnTo>
                  <a:pt x="788499" y="79956"/>
                </a:lnTo>
                <a:cubicBezTo>
                  <a:pt x="785509" y="83946"/>
                  <a:pt x="784015" y="86314"/>
                  <a:pt x="784015" y="87060"/>
                </a:cubicBezTo>
                <a:cubicBezTo>
                  <a:pt x="784015" y="88112"/>
                  <a:pt x="784509" y="89065"/>
                  <a:pt x="785498" y="89920"/>
                </a:cubicBezTo>
                <a:cubicBezTo>
                  <a:pt x="786488" y="90774"/>
                  <a:pt x="787971" y="91246"/>
                  <a:pt x="789950" y="91334"/>
                </a:cubicBezTo>
                <a:lnTo>
                  <a:pt x="789950" y="93774"/>
                </a:lnTo>
                <a:lnTo>
                  <a:pt x="770232" y="93774"/>
                </a:lnTo>
                <a:lnTo>
                  <a:pt x="770232" y="91334"/>
                </a:lnTo>
                <a:cubicBezTo>
                  <a:pt x="771815" y="91114"/>
                  <a:pt x="773200" y="90566"/>
                  <a:pt x="774387" y="89689"/>
                </a:cubicBezTo>
                <a:cubicBezTo>
                  <a:pt x="776057" y="88417"/>
                  <a:pt x="778871" y="85171"/>
                  <a:pt x="782828" y="79952"/>
                </a:cubicBezTo>
                <a:lnTo>
                  <a:pt x="795489" y="63175"/>
                </a:lnTo>
                <a:lnTo>
                  <a:pt x="784015" y="46557"/>
                </a:lnTo>
                <a:cubicBezTo>
                  <a:pt x="780761" y="41809"/>
                  <a:pt x="778245" y="38831"/>
                  <a:pt x="776464" y="37622"/>
                </a:cubicBezTo>
                <a:cubicBezTo>
                  <a:pt x="774684" y="36413"/>
                  <a:pt x="772452" y="35808"/>
                  <a:pt x="769771" y="35808"/>
                </a:cubicBezTo>
                <a:lnTo>
                  <a:pt x="769771" y="333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754EB-53CA-497F-BFE7-18392799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75" y="4891342"/>
            <a:ext cx="100979" cy="97704"/>
          </a:xfrm>
          <a:custGeom xmlns:a="http://schemas.openxmlformats.org/drawingml/2006/main">
            <a:pathLst>
              <a:path w="100979" h="97704">
                <a:moveTo>
                  <a:pt x="682" y="97704"/>
                </a:moveTo>
                <a:cubicBezTo>
                  <a:pt x="227" y="97340"/>
                  <a:pt x="0" y="97022"/>
                  <a:pt x="0" y="96749"/>
                </a:cubicBezTo>
                <a:cubicBezTo>
                  <a:pt x="0" y="96567"/>
                  <a:pt x="7687" y="80647"/>
                  <a:pt x="23062" y="48989"/>
                </a:cubicBezTo>
                <a:cubicBezTo>
                  <a:pt x="38436" y="17330"/>
                  <a:pt x="46305" y="1319"/>
                  <a:pt x="46669" y="955"/>
                </a:cubicBezTo>
                <a:cubicBezTo>
                  <a:pt x="46942" y="318"/>
                  <a:pt x="48215" y="0"/>
                  <a:pt x="50490" y="0"/>
                </a:cubicBezTo>
                <a:cubicBezTo>
                  <a:pt x="52582" y="0"/>
                  <a:pt x="53856" y="318"/>
                  <a:pt x="54311" y="955"/>
                </a:cubicBezTo>
                <a:cubicBezTo>
                  <a:pt x="54583" y="1319"/>
                  <a:pt x="62407" y="17330"/>
                  <a:pt x="77781" y="48989"/>
                </a:cubicBezTo>
                <a:cubicBezTo>
                  <a:pt x="93156" y="80647"/>
                  <a:pt x="100888" y="96567"/>
                  <a:pt x="100979" y="96749"/>
                </a:cubicBezTo>
                <a:cubicBezTo>
                  <a:pt x="100979" y="97022"/>
                  <a:pt x="100752" y="97340"/>
                  <a:pt x="100297" y="97704"/>
                </a:cubicBezTo>
                <a:lnTo>
                  <a:pt x="682" y="97704"/>
                </a:lnTo>
                <a:close/>
                <a:moveTo>
                  <a:pt x="62907" y="50763"/>
                </a:moveTo>
                <a:lnTo>
                  <a:pt x="46123" y="16375"/>
                </a:lnTo>
                <a:lnTo>
                  <a:pt x="12418" y="85150"/>
                </a:lnTo>
                <a:lnTo>
                  <a:pt x="45987" y="85287"/>
                </a:lnTo>
                <a:lnTo>
                  <a:pt x="79692" y="85287"/>
                </a:lnTo>
                <a:cubicBezTo>
                  <a:pt x="79692" y="85105"/>
                  <a:pt x="74097" y="73597"/>
                  <a:pt x="62907" y="507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D4E5A-2576-489B-AF43-3B6230AD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75" y="4891342"/>
            <a:ext cx="100979" cy="97704"/>
          </a:xfrm>
          <a:custGeom xmlns:a="http://schemas.openxmlformats.org/drawingml/2006/main">
            <a:pathLst>
              <a:path w="100979" h="97704" fill="none">
                <a:moveTo>
                  <a:pt x="682" y="97704"/>
                </a:moveTo>
                <a:cubicBezTo>
                  <a:pt x="227" y="97340"/>
                  <a:pt x="0" y="97022"/>
                  <a:pt x="0" y="96749"/>
                </a:cubicBezTo>
                <a:cubicBezTo>
                  <a:pt x="0" y="96567"/>
                  <a:pt x="7687" y="80647"/>
                  <a:pt x="23062" y="48989"/>
                </a:cubicBezTo>
                <a:cubicBezTo>
                  <a:pt x="38436" y="17330"/>
                  <a:pt x="46305" y="1319"/>
                  <a:pt x="46669" y="955"/>
                </a:cubicBezTo>
                <a:cubicBezTo>
                  <a:pt x="46942" y="318"/>
                  <a:pt x="48215" y="0"/>
                  <a:pt x="50490" y="0"/>
                </a:cubicBezTo>
                <a:cubicBezTo>
                  <a:pt x="52582" y="0"/>
                  <a:pt x="53856" y="318"/>
                  <a:pt x="54311" y="955"/>
                </a:cubicBezTo>
                <a:cubicBezTo>
                  <a:pt x="54583" y="1319"/>
                  <a:pt x="62407" y="17330"/>
                  <a:pt x="77781" y="48989"/>
                </a:cubicBezTo>
                <a:cubicBezTo>
                  <a:pt x="93156" y="80647"/>
                  <a:pt x="100888" y="96567"/>
                  <a:pt x="100979" y="96749"/>
                </a:cubicBezTo>
                <a:cubicBezTo>
                  <a:pt x="100979" y="97022"/>
                  <a:pt x="100752" y="97340"/>
                  <a:pt x="100297" y="97704"/>
                </a:cubicBezTo>
                <a:lnTo>
                  <a:pt x="682" y="97704"/>
                </a:lnTo>
                <a:close/>
                <a:moveTo>
                  <a:pt x="62907" y="50763"/>
                </a:moveTo>
                <a:lnTo>
                  <a:pt x="46123" y="16375"/>
                </a:lnTo>
                <a:lnTo>
                  <a:pt x="12418" y="85150"/>
                </a:lnTo>
                <a:lnTo>
                  <a:pt x="45987" y="85287"/>
                </a:lnTo>
                <a:lnTo>
                  <a:pt x="79692" y="85287"/>
                </a:lnTo>
                <a:cubicBezTo>
                  <a:pt x="79692" y="85105"/>
                  <a:pt x="74097" y="73597"/>
                  <a:pt x="62907" y="507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C689E-0A7A-48D5-853B-B274B60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028" y="4895845"/>
            <a:ext cx="136049" cy="96203"/>
          </a:xfrm>
          <a:custGeom xmlns:a="http://schemas.openxmlformats.org/drawingml/2006/main">
            <a:pathLst>
              <a:path w="136049" h="96203">
                <a:moveTo>
                  <a:pt x="52537" y="0"/>
                </a:moveTo>
                <a:cubicBezTo>
                  <a:pt x="53810" y="0"/>
                  <a:pt x="56084" y="45"/>
                  <a:pt x="59360" y="136"/>
                </a:cubicBezTo>
                <a:cubicBezTo>
                  <a:pt x="62635" y="227"/>
                  <a:pt x="65682" y="318"/>
                  <a:pt x="68502" y="409"/>
                </a:cubicBezTo>
                <a:cubicBezTo>
                  <a:pt x="73142" y="409"/>
                  <a:pt x="77008" y="364"/>
                  <a:pt x="80101" y="273"/>
                </a:cubicBezTo>
                <a:cubicBezTo>
                  <a:pt x="83194" y="182"/>
                  <a:pt x="84968" y="136"/>
                  <a:pt x="85423" y="136"/>
                </a:cubicBezTo>
                <a:cubicBezTo>
                  <a:pt x="87061" y="136"/>
                  <a:pt x="87879" y="500"/>
                  <a:pt x="87879" y="1228"/>
                </a:cubicBezTo>
                <a:cubicBezTo>
                  <a:pt x="87879" y="1592"/>
                  <a:pt x="87743" y="2274"/>
                  <a:pt x="87470" y="3275"/>
                </a:cubicBezTo>
                <a:cubicBezTo>
                  <a:pt x="87015" y="4913"/>
                  <a:pt x="86606" y="5822"/>
                  <a:pt x="86242" y="6004"/>
                </a:cubicBezTo>
                <a:cubicBezTo>
                  <a:pt x="85878" y="6186"/>
                  <a:pt x="84877" y="6277"/>
                  <a:pt x="83240" y="6277"/>
                </a:cubicBezTo>
                <a:cubicBezTo>
                  <a:pt x="80965" y="6368"/>
                  <a:pt x="79146" y="6595"/>
                  <a:pt x="77781" y="6959"/>
                </a:cubicBezTo>
                <a:cubicBezTo>
                  <a:pt x="76417" y="7323"/>
                  <a:pt x="75462" y="7687"/>
                  <a:pt x="74916" y="8051"/>
                </a:cubicBezTo>
                <a:cubicBezTo>
                  <a:pt x="74370" y="8415"/>
                  <a:pt x="74233" y="8824"/>
                  <a:pt x="74506" y="9279"/>
                </a:cubicBezTo>
                <a:cubicBezTo>
                  <a:pt x="74506" y="10371"/>
                  <a:pt x="75234" y="21197"/>
                  <a:pt x="76690" y="41756"/>
                </a:cubicBezTo>
                <a:cubicBezTo>
                  <a:pt x="78145" y="62316"/>
                  <a:pt x="78873" y="73187"/>
                  <a:pt x="78873" y="74370"/>
                </a:cubicBezTo>
                <a:lnTo>
                  <a:pt x="79146" y="73961"/>
                </a:lnTo>
                <a:cubicBezTo>
                  <a:pt x="79328" y="73688"/>
                  <a:pt x="79601" y="73233"/>
                  <a:pt x="79965" y="72596"/>
                </a:cubicBezTo>
                <a:cubicBezTo>
                  <a:pt x="80329" y="71959"/>
                  <a:pt x="80874" y="71095"/>
                  <a:pt x="81602" y="70003"/>
                </a:cubicBezTo>
                <a:cubicBezTo>
                  <a:pt x="82330" y="68912"/>
                  <a:pt x="83103" y="67547"/>
                  <a:pt x="83922" y="65910"/>
                </a:cubicBezTo>
                <a:cubicBezTo>
                  <a:pt x="84741" y="64272"/>
                  <a:pt x="85832" y="62407"/>
                  <a:pt x="87197" y="60315"/>
                </a:cubicBezTo>
                <a:cubicBezTo>
                  <a:pt x="88562" y="58222"/>
                  <a:pt x="89926" y="55766"/>
                  <a:pt x="91291" y="52946"/>
                </a:cubicBezTo>
                <a:cubicBezTo>
                  <a:pt x="92655" y="50126"/>
                  <a:pt x="94429" y="47078"/>
                  <a:pt x="96613" y="43803"/>
                </a:cubicBezTo>
                <a:cubicBezTo>
                  <a:pt x="106074" y="27064"/>
                  <a:pt x="111441" y="17512"/>
                  <a:pt x="112715" y="15147"/>
                </a:cubicBezTo>
                <a:cubicBezTo>
                  <a:pt x="113988" y="12782"/>
                  <a:pt x="114671" y="11326"/>
                  <a:pt x="114762" y="10780"/>
                </a:cubicBezTo>
                <a:cubicBezTo>
                  <a:pt x="114762" y="9416"/>
                  <a:pt x="113897" y="8324"/>
                  <a:pt x="112169" y="7505"/>
                </a:cubicBezTo>
                <a:cubicBezTo>
                  <a:pt x="110441" y="6686"/>
                  <a:pt x="108530" y="6277"/>
                  <a:pt x="106438" y="6277"/>
                </a:cubicBezTo>
                <a:cubicBezTo>
                  <a:pt x="105164" y="6277"/>
                  <a:pt x="104527" y="5822"/>
                  <a:pt x="104527" y="4913"/>
                </a:cubicBezTo>
                <a:cubicBezTo>
                  <a:pt x="104527" y="4640"/>
                  <a:pt x="104618" y="4048"/>
                  <a:pt x="104800" y="3139"/>
                </a:cubicBezTo>
                <a:cubicBezTo>
                  <a:pt x="105164" y="1683"/>
                  <a:pt x="105437" y="819"/>
                  <a:pt x="105619" y="546"/>
                </a:cubicBezTo>
                <a:cubicBezTo>
                  <a:pt x="105801" y="273"/>
                  <a:pt x="106438" y="136"/>
                  <a:pt x="107529" y="136"/>
                </a:cubicBezTo>
                <a:cubicBezTo>
                  <a:pt x="107802" y="136"/>
                  <a:pt x="108576" y="136"/>
                  <a:pt x="109849" y="136"/>
                </a:cubicBezTo>
                <a:cubicBezTo>
                  <a:pt x="111123" y="136"/>
                  <a:pt x="112897" y="136"/>
                  <a:pt x="115171" y="136"/>
                </a:cubicBezTo>
                <a:cubicBezTo>
                  <a:pt x="117445" y="136"/>
                  <a:pt x="119902" y="182"/>
                  <a:pt x="122540" y="273"/>
                </a:cubicBezTo>
                <a:cubicBezTo>
                  <a:pt x="128544" y="273"/>
                  <a:pt x="132410" y="182"/>
                  <a:pt x="134139" y="0"/>
                </a:cubicBezTo>
                <a:cubicBezTo>
                  <a:pt x="135412" y="0"/>
                  <a:pt x="136049" y="500"/>
                  <a:pt x="136049" y="1501"/>
                </a:cubicBezTo>
                <a:cubicBezTo>
                  <a:pt x="136049" y="2047"/>
                  <a:pt x="135913" y="2820"/>
                  <a:pt x="135640" y="3821"/>
                </a:cubicBezTo>
                <a:cubicBezTo>
                  <a:pt x="135367" y="4822"/>
                  <a:pt x="135049" y="5504"/>
                  <a:pt x="134685" y="5868"/>
                </a:cubicBezTo>
                <a:cubicBezTo>
                  <a:pt x="134321" y="6232"/>
                  <a:pt x="133866" y="6368"/>
                  <a:pt x="133320" y="6277"/>
                </a:cubicBezTo>
                <a:cubicBezTo>
                  <a:pt x="131319" y="6277"/>
                  <a:pt x="129499" y="6550"/>
                  <a:pt x="127862" y="7096"/>
                </a:cubicBezTo>
                <a:cubicBezTo>
                  <a:pt x="126224" y="7642"/>
                  <a:pt x="124860" y="8278"/>
                  <a:pt x="123768" y="9006"/>
                </a:cubicBezTo>
                <a:cubicBezTo>
                  <a:pt x="122676" y="9734"/>
                  <a:pt x="121812" y="10507"/>
                  <a:pt x="121175" y="11326"/>
                </a:cubicBezTo>
                <a:cubicBezTo>
                  <a:pt x="120538" y="12145"/>
                  <a:pt x="119993" y="12873"/>
                  <a:pt x="119538" y="13509"/>
                </a:cubicBezTo>
                <a:lnTo>
                  <a:pt x="118992" y="14328"/>
                </a:lnTo>
                <a:lnTo>
                  <a:pt x="95930" y="54720"/>
                </a:lnTo>
                <a:cubicBezTo>
                  <a:pt x="80647" y="81648"/>
                  <a:pt x="72960" y="95157"/>
                  <a:pt x="72869" y="95248"/>
                </a:cubicBezTo>
                <a:cubicBezTo>
                  <a:pt x="72323" y="95885"/>
                  <a:pt x="71231" y="96203"/>
                  <a:pt x="69594" y="96203"/>
                </a:cubicBezTo>
                <a:cubicBezTo>
                  <a:pt x="68229" y="96203"/>
                  <a:pt x="67365" y="95976"/>
                  <a:pt x="67001" y="95521"/>
                </a:cubicBezTo>
                <a:cubicBezTo>
                  <a:pt x="66728" y="95248"/>
                  <a:pt x="65864" y="84059"/>
                  <a:pt x="64408" y="61952"/>
                </a:cubicBezTo>
                <a:cubicBezTo>
                  <a:pt x="62953" y="39846"/>
                  <a:pt x="62180" y="28429"/>
                  <a:pt x="62089" y="27701"/>
                </a:cubicBezTo>
                <a:lnTo>
                  <a:pt x="60451" y="30157"/>
                </a:lnTo>
                <a:cubicBezTo>
                  <a:pt x="58450" y="33523"/>
                  <a:pt x="52628" y="43667"/>
                  <a:pt x="42984" y="60588"/>
                </a:cubicBezTo>
                <a:cubicBezTo>
                  <a:pt x="29884" y="83513"/>
                  <a:pt x="23243" y="95066"/>
                  <a:pt x="23062" y="95248"/>
                </a:cubicBezTo>
                <a:cubicBezTo>
                  <a:pt x="22880" y="95430"/>
                  <a:pt x="22652" y="95612"/>
                  <a:pt x="22379" y="95794"/>
                </a:cubicBezTo>
                <a:cubicBezTo>
                  <a:pt x="21924" y="96067"/>
                  <a:pt x="21106" y="96203"/>
                  <a:pt x="19923" y="96203"/>
                </a:cubicBezTo>
                <a:cubicBezTo>
                  <a:pt x="18194" y="96203"/>
                  <a:pt x="17239" y="95885"/>
                  <a:pt x="17057" y="95248"/>
                </a:cubicBezTo>
                <a:cubicBezTo>
                  <a:pt x="17057" y="94975"/>
                  <a:pt x="16057" y="80465"/>
                  <a:pt x="14055" y="51718"/>
                </a:cubicBezTo>
                <a:cubicBezTo>
                  <a:pt x="12054" y="22971"/>
                  <a:pt x="11008" y="8506"/>
                  <a:pt x="10917" y="8324"/>
                </a:cubicBezTo>
                <a:cubicBezTo>
                  <a:pt x="10735" y="7505"/>
                  <a:pt x="10280" y="7005"/>
                  <a:pt x="9552" y="6823"/>
                </a:cubicBezTo>
                <a:cubicBezTo>
                  <a:pt x="8824" y="6641"/>
                  <a:pt x="7050" y="6459"/>
                  <a:pt x="4230" y="6277"/>
                </a:cubicBezTo>
                <a:lnTo>
                  <a:pt x="955" y="6277"/>
                </a:lnTo>
                <a:cubicBezTo>
                  <a:pt x="318" y="5640"/>
                  <a:pt x="0" y="5140"/>
                  <a:pt x="0" y="4776"/>
                </a:cubicBezTo>
                <a:cubicBezTo>
                  <a:pt x="91" y="2684"/>
                  <a:pt x="682" y="1092"/>
                  <a:pt x="1774" y="0"/>
                </a:cubicBezTo>
                <a:lnTo>
                  <a:pt x="3411" y="0"/>
                </a:lnTo>
                <a:cubicBezTo>
                  <a:pt x="7232" y="273"/>
                  <a:pt x="11781" y="409"/>
                  <a:pt x="17057" y="409"/>
                </a:cubicBezTo>
                <a:cubicBezTo>
                  <a:pt x="28429" y="409"/>
                  <a:pt x="34660" y="273"/>
                  <a:pt x="35752" y="0"/>
                </a:cubicBezTo>
                <a:lnTo>
                  <a:pt x="37117" y="0"/>
                </a:lnTo>
                <a:cubicBezTo>
                  <a:pt x="37663" y="546"/>
                  <a:pt x="37935" y="955"/>
                  <a:pt x="37935" y="1228"/>
                </a:cubicBezTo>
                <a:cubicBezTo>
                  <a:pt x="37935" y="1501"/>
                  <a:pt x="37845" y="2320"/>
                  <a:pt x="37663" y="3684"/>
                </a:cubicBezTo>
                <a:cubicBezTo>
                  <a:pt x="37208" y="5049"/>
                  <a:pt x="36798" y="5913"/>
                  <a:pt x="36434" y="6277"/>
                </a:cubicBezTo>
                <a:lnTo>
                  <a:pt x="33569" y="6277"/>
                </a:lnTo>
                <a:cubicBezTo>
                  <a:pt x="28020" y="6550"/>
                  <a:pt x="25063" y="7323"/>
                  <a:pt x="24699" y="8597"/>
                </a:cubicBezTo>
                <a:cubicBezTo>
                  <a:pt x="27428" y="50444"/>
                  <a:pt x="28975" y="72460"/>
                  <a:pt x="29339" y="74643"/>
                </a:cubicBezTo>
                <a:lnTo>
                  <a:pt x="61406" y="18149"/>
                </a:lnTo>
                <a:lnTo>
                  <a:pt x="61133" y="13100"/>
                </a:lnTo>
                <a:cubicBezTo>
                  <a:pt x="60861" y="9279"/>
                  <a:pt x="60406" y="7232"/>
                  <a:pt x="59769" y="6959"/>
                </a:cubicBezTo>
                <a:cubicBezTo>
                  <a:pt x="59223" y="6595"/>
                  <a:pt x="57313" y="6368"/>
                  <a:pt x="54038" y="6277"/>
                </a:cubicBezTo>
                <a:cubicBezTo>
                  <a:pt x="52309" y="6277"/>
                  <a:pt x="51172" y="6186"/>
                  <a:pt x="50626" y="6004"/>
                </a:cubicBezTo>
                <a:cubicBezTo>
                  <a:pt x="50080" y="5822"/>
                  <a:pt x="49807" y="5413"/>
                  <a:pt x="49807" y="4776"/>
                </a:cubicBezTo>
                <a:cubicBezTo>
                  <a:pt x="49807" y="4594"/>
                  <a:pt x="49898" y="4048"/>
                  <a:pt x="50080" y="3139"/>
                </a:cubicBezTo>
                <a:cubicBezTo>
                  <a:pt x="50171" y="2775"/>
                  <a:pt x="50262" y="2365"/>
                  <a:pt x="50353" y="1910"/>
                </a:cubicBezTo>
                <a:cubicBezTo>
                  <a:pt x="50444" y="1456"/>
                  <a:pt x="50490" y="1137"/>
                  <a:pt x="50490" y="955"/>
                </a:cubicBezTo>
                <a:cubicBezTo>
                  <a:pt x="50490" y="773"/>
                  <a:pt x="50626" y="591"/>
                  <a:pt x="50899" y="409"/>
                </a:cubicBezTo>
                <a:cubicBezTo>
                  <a:pt x="51172" y="227"/>
                  <a:pt x="51354" y="136"/>
                  <a:pt x="51445" y="136"/>
                </a:cubicBezTo>
                <a:cubicBezTo>
                  <a:pt x="51536" y="136"/>
                  <a:pt x="51900" y="91"/>
                  <a:pt x="5253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DDC40-697C-44A4-8ADF-BB3F726E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028" y="4895845"/>
            <a:ext cx="136049" cy="96203"/>
          </a:xfrm>
          <a:custGeom xmlns:a="http://schemas.openxmlformats.org/drawingml/2006/main">
            <a:pathLst>
              <a:path w="136049" h="96203" fill="none">
                <a:moveTo>
                  <a:pt x="52537" y="0"/>
                </a:moveTo>
                <a:cubicBezTo>
                  <a:pt x="53810" y="0"/>
                  <a:pt x="56084" y="45"/>
                  <a:pt x="59360" y="136"/>
                </a:cubicBezTo>
                <a:cubicBezTo>
                  <a:pt x="62635" y="227"/>
                  <a:pt x="65682" y="318"/>
                  <a:pt x="68502" y="409"/>
                </a:cubicBezTo>
                <a:cubicBezTo>
                  <a:pt x="73142" y="409"/>
                  <a:pt x="77008" y="364"/>
                  <a:pt x="80101" y="273"/>
                </a:cubicBezTo>
                <a:cubicBezTo>
                  <a:pt x="83194" y="182"/>
                  <a:pt x="84968" y="136"/>
                  <a:pt x="85423" y="136"/>
                </a:cubicBezTo>
                <a:cubicBezTo>
                  <a:pt x="87061" y="136"/>
                  <a:pt x="87879" y="500"/>
                  <a:pt x="87879" y="1228"/>
                </a:cubicBezTo>
                <a:cubicBezTo>
                  <a:pt x="87879" y="1592"/>
                  <a:pt x="87743" y="2274"/>
                  <a:pt x="87470" y="3275"/>
                </a:cubicBezTo>
                <a:cubicBezTo>
                  <a:pt x="87015" y="4913"/>
                  <a:pt x="86606" y="5822"/>
                  <a:pt x="86242" y="6004"/>
                </a:cubicBezTo>
                <a:cubicBezTo>
                  <a:pt x="85878" y="6186"/>
                  <a:pt x="84877" y="6277"/>
                  <a:pt x="83240" y="6277"/>
                </a:cubicBezTo>
                <a:cubicBezTo>
                  <a:pt x="80965" y="6368"/>
                  <a:pt x="79146" y="6595"/>
                  <a:pt x="77781" y="6959"/>
                </a:cubicBezTo>
                <a:cubicBezTo>
                  <a:pt x="76417" y="7323"/>
                  <a:pt x="75462" y="7687"/>
                  <a:pt x="74916" y="8051"/>
                </a:cubicBezTo>
                <a:cubicBezTo>
                  <a:pt x="74370" y="8415"/>
                  <a:pt x="74233" y="8824"/>
                  <a:pt x="74506" y="9279"/>
                </a:cubicBezTo>
                <a:cubicBezTo>
                  <a:pt x="74506" y="10371"/>
                  <a:pt x="75234" y="21197"/>
                  <a:pt x="76690" y="41756"/>
                </a:cubicBezTo>
                <a:cubicBezTo>
                  <a:pt x="78145" y="62316"/>
                  <a:pt x="78873" y="73187"/>
                  <a:pt x="78873" y="74370"/>
                </a:cubicBezTo>
                <a:lnTo>
                  <a:pt x="79146" y="73961"/>
                </a:lnTo>
                <a:cubicBezTo>
                  <a:pt x="79328" y="73688"/>
                  <a:pt x="79601" y="73233"/>
                  <a:pt x="79965" y="72596"/>
                </a:cubicBezTo>
                <a:cubicBezTo>
                  <a:pt x="80329" y="71959"/>
                  <a:pt x="80874" y="71095"/>
                  <a:pt x="81602" y="70003"/>
                </a:cubicBezTo>
                <a:cubicBezTo>
                  <a:pt x="82330" y="68912"/>
                  <a:pt x="83103" y="67547"/>
                  <a:pt x="83922" y="65910"/>
                </a:cubicBezTo>
                <a:cubicBezTo>
                  <a:pt x="84741" y="64272"/>
                  <a:pt x="85832" y="62407"/>
                  <a:pt x="87197" y="60315"/>
                </a:cubicBezTo>
                <a:cubicBezTo>
                  <a:pt x="88562" y="58222"/>
                  <a:pt x="89926" y="55766"/>
                  <a:pt x="91291" y="52946"/>
                </a:cubicBezTo>
                <a:cubicBezTo>
                  <a:pt x="92655" y="50126"/>
                  <a:pt x="94429" y="47078"/>
                  <a:pt x="96613" y="43803"/>
                </a:cubicBezTo>
                <a:cubicBezTo>
                  <a:pt x="106074" y="27064"/>
                  <a:pt x="111441" y="17512"/>
                  <a:pt x="112715" y="15147"/>
                </a:cubicBezTo>
                <a:cubicBezTo>
                  <a:pt x="113988" y="12782"/>
                  <a:pt x="114671" y="11326"/>
                  <a:pt x="114762" y="10780"/>
                </a:cubicBezTo>
                <a:cubicBezTo>
                  <a:pt x="114762" y="9416"/>
                  <a:pt x="113897" y="8324"/>
                  <a:pt x="112169" y="7505"/>
                </a:cubicBezTo>
                <a:cubicBezTo>
                  <a:pt x="110441" y="6686"/>
                  <a:pt x="108530" y="6277"/>
                  <a:pt x="106438" y="6277"/>
                </a:cubicBezTo>
                <a:cubicBezTo>
                  <a:pt x="105164" y="6277"/>
                  <a:pt x="104527" y="5822"/>
                  <a:pt x="104527" y="4913"/>
                </a:cubicBezTo>
                <a:cubicBezTo>
                  <a:pt x="104527" y="4640"/>
                  <a:pt x="104618" y="4048"/>
                  <a:pt x="104800" y="3139"/>
                </a:cubicBezTo>
                <a:cubicBezTo>
                  <a:pt x="105164" y="1683"/>
                  <a:pt x="105437" y="819"/>
                  <a:pt x="105619" y="546"/>
                </a:cubicBezTo>
                <a:cubicBezTo>
                  <a:pt x="105801" y="273"/>
                  <a:pt x="106438" y="136"/>
                  <a:pt x="107529" y="136"/>
                </a:cubicBezTo>
                <a:cubicBezTo>
                  <a:pt x="107802" y="136"/>
                  <a:pt x="108576" y="136"/>
                  <a:pt x="109849" y="136"/>
                </a:cubicBezTo>
                <a:cubicBezTo>
                  <a:pt x="111123" y="136"/>
                  <a:pt x="112897" y="136"/>
                  <a:pt x="115171" y="136"/>
                </a:cubicBezTo>
                <a:cubicBezTo>
                  <a:pt x="117445" y="136"/>
                  <a:pt x="119902" y="182"/>
                  <a:pt x="122540" y="273"/>
                </a:cubicBezTo>
                <a:cubicBezTo>
                  <a:pt x="128544" y="273"/>
                  <a:pt x="132410" y="182"/>
                  <a:pt x="134139" y="0"/>
                </a:cubicBezTo>
                <a:cubicBezTo>
                  <a:pt x="135412" y="0"/>
                  <a:pt x="136049" y="500"/>
                  <a:pt x="136049" y="1501"/>
                </a:cubicBezTo>
                <a:cubicBezTo>
                  <a:pt x="136049" y="2047"/>
                  <a:pt x="135913" y="2820"/>
                  <a:pt x="135640" y="3821"/>
                </a:cubicBezTo>
                <a:cubicBezTo>
                  <a:pt x="135367" y="4822"/>
                  <a:pt x="135049" y="5504"/>
                  <a:pt x="134685" y="5868"/>
                </a:cubicBezTo>
                <a:cubicBezTo>
                  <a:pt x="134321" y="6232"/>
                  <a:pt x="133866" y="6368"/>
                  <a:pt x="133320" y="6277"/>
                </a:cubicBezTo>
                <a:cubicBezTo>
                  <a:pt x="131319" y="6277"/>
                  <a:pt x="129499" y="6550"/>
                  <a:pt x="127862" y="7096"/>
                </a:cubicBezTo>
                <a:cubicBezTo>
                  <a:pt x="126224" y="7642"/>
                  <a:pt x="124860" y="8278"/>
                  <a:pt x="123768" y="9006"/>
                </a:cubicBezTo>
                <a:cubicBezTo>
                  <a:pt x="122676" y="9734"/>
                  <a:pt x="121812" y="10507"/>
                  <a:pt x="121175" y="11326"/>
                </a:cubicBezTo>
                <a:cubicBezTo>
                  <a:pt x="120538" y="12145"/>
                  <a:pt x="119993" y="12873"/>
                  <a:pt x="119538" y="13509"/>
                </a:cubicBezTo>
                <a:lnTo>
                  <a:pt x="118992" y="14328"/>
                </a:lnTo>
                <a:lnTo>
                  <a:pt x="95930" y="54720"/>
                </a:lnTo>
                <a:cubicBezTo>
                  <a:pt x="80647" y="81648"/>
                  <a:pt x="72960" y="95157"/>
                  <a:pt x="72869" y="95248"/>
                </a:cubicBezTo>
                <a:cubicBezTo>
                  <a:pt x="72323" y="95885"/>
                  <a:pt x="71231" y="96203"/>
                  <a:pt x="69594" y="96203"/>
                </a:cubicBezTo>
                <a:cubicBezTo>
                  <a:pt x="68229" y="96203"/>
                  <a:pt x="67365" y="95976"/>
                  <a:pt x="67001" y="95521"/>
                </a:cubicBezTo>
                <a:cubicBezTo>
                  <a:pt x="66728" y="95248"/>
                  <a:pt x="65864" y="84059"/>
                  <a:pt x="64408" y="61952"/>
                </a:cubicBezTo>
                <a:cubicBezTo>
                  <a:pt x="62953" y="39846"/>
                  <a:pt x="62180" y="28429"/>
                  <a:pt x="62089" y="27701"/>
                </a:cubicBezTo>
                <a:lnTo>
                  <a:pt x="60451" y="30157"/>
                </a:lnTo>
                <a:cubicBezTo>
                  <a:pt x="58450" y="33523"/>
                  <a:pt x="52628" y="43667"/>
                  <a:pt x="42984" y="60588"/>
                </a:cubicBezTo>
                <a:cubicBezTo>
                  <a:pt x="29884" y="83513"/>
                  <a:pt x="23243" y="95066"/>
                  <a:pt x="23062" y="95248"/>
                </a:cubicBezTo>
                <a:cubicBezTo>
                  <a:pt x="22880" y="95430"/>
                  <a:pt x="22652" y="95612"/>
                  <a:pt x="22379" y="95794"/>
                </a:cubicBezTo>
                <a:cubicBezTo>
                  <a:pt x="21924" y="96067"/>
                  <a:pt x="21106" y="96203"/>
                  <a:pt x="19923" y="96203"/>
                </a:cubicBezTo>
                <a:cubicBezTo>
                  <a:pt x="18194" y="96203"/>
                  <a:pt x="17239" y="95885"/>
                  <a:pt x="17057" y="95248"/>
                </a:cubicBezTo>
                <a:cubicBezTo>
                  <a:pt x="17057" y="94975"/>
                  <a:pt x="16057" y="80465"/>
                  <a:pt x="14055" y="51718"/>
                </a:cubicBezTo>
                <a:cubicBezTo>
                  <a:pt x="12054" y="22971"/>
                  <a:pt x="11008" y="8506"/>
                  <a:pt x="10917" y="8324"/>
                </a:cubicBezTo>
                <a:cubicBezTo>
                  <a:pt x="10735" y="7505"/>
                  <a:pt x="10280" y="7005"/>
                  <a:pt x="9552" y="6823"/>
                </a:cubicBezTo>
                <a:cubicBezTo>
                  <a:pt x="8824" y="6641"/>
                  <a:pt x="7050" y="6459"/>
                  <a:pt x="4230" y="6277"/>
                </a:cubicBezTo>
                <a:lnTo>
                  <a:pt x="955" y="6277"/>
                </a:lnTo>
                <a:cubicBezTo>
                  <a:pt x="318" y="5640"/>
                  <a:pt x="0" y="5140"/>
                  <a:pt x="0" y="4776"/>
                </a:cubicBezTo>
                <a:cubicBezTo>
                  <a:pt x="91" y="2684"/>
                  <a:pt x="682" y="1092"/>
                  <a:pt x="1774" y="0"/>
                </a:cubicBezTo>
                <a:lnTo>
                  <a:pt x="3411" y="0"/>
                </a:lnTo>
                <a:cubicBezTo>
                  <a:pt x="7232" y="273"/>
                  <a:pt x="11781" y="409"/>
                  <a:pt x="17057" y="409"/>
                </a:cubicBezTo>
                <a:cubicBezTo>
                  <a:pt x="28429" y="409"/>
                  <a:pt x="34660" y="273"/>
                  <a:pt x="35752" y="0"/>
                </a:cubicBezTo>
                <a:lnTo>
                  <a:pt x="37117" y="0"/>
                </a:lnTo>
                <a:cubicBezTo>
                  <a:pt x="37663" y="546"/>
                  <a:pt x="37935" y="955"/>
                  <a:pt x="37935" y="1228"/>
                </a:cubicBezTo>
                <a:cubicBezTo>
                  <a:pt x="37935" y="1501"/>
                  <a:pt x="37845" y="2320"/>
                  <a:pt x="37663" y="3684"/>
                </a:cubicBezTo>
                <a:cubicBezTo>
                  <a:pt x="37208" y="5049"/>
                  <a:pt x="36798" y="5913"/>
                  <a:pt x="36434" y="6277"/>
                </a:cubicBezTo>
                <a:lnTo>
                  <a:pt x="33569" y="6277"/>
                </a:lnTo>
                <a:cubicBezTo>
                  <a:pt x="28020" y="6550"/>
                  <a:pt x="25063" y="7323"/>
                  <a:pt x="24699" y="8597"/>
                </a:cubicBezTo>
                <a:cubicBezTo>
                  <a:pt x="27428" y="50444"/>
                  <a:pt x="28975" y="72460"/>
                  <a:pt x="29339" y="74643"/>
                </a:cubicBezTo>
                <a:lnTo>
                  <a:pt x="61406" y="18149"/>
                </a:lnTo>
                <a:lnTo>
                  <a:pt x="61133" y="13100"/>
                </a:lnTo>
                <a:cubicBezTo>
                  <a:pt x="60861" y="9279"/>
                  <a:pt x="60406" y="7232"/>
                  <a:pt x="59769" y="6959"/>
                </a:cubicBezTo>
                <a:cubicBezTo>
                  <a:pt x="59223" y="6595"/>
                  <a:pt x="57313" y="6368"/>
                  <a:pt x="54038" y="6277"/>
                </a:cubicBezTo>
                <a:cubicBezTo>
                  <a:pt x="52309" y="6277"/>
                  <a:pt x="51172" y="6186"/>
                  <a:pt x="50626" y="6004"/>
                </a:cubicBezTo>
                <a:cubicBezTo>
                  <a:pt x="50080" y="5822"/>
                  <a:pt x="49807" y="5413"/>
                  <a:pt x="49807" y="4776"/>
                </a:cubicBezTo>
                <a:cubicBezTo>
                  <a:pt x="49807" y="4594"/>
                  <a:pt x="49898" y="4048"/>
                  <a:pt x="50080" y="3139"/>
                </a:cubicBezTo>
                <a:cubicBezTo>
                  <a:pt x="50171" y="2775"/>
                  <a:pt x="50262" y="2365"/>
                  <a:pt x="50353" y="1910"/>
                </a:cubicBezTo>
                <a:cubicBezTo>
                  <a:pt x="50444" y="1456"/>
                  <a:pt x="50490" y="1137"/>
                  <a:pt x="50490" y="955"/>
                </a:cubicBezTo>
                <a:cubicBezTo>
                  <a:pt x="50490" y="773"/>
                  <a:pt x="50626" y="591"/>
                  <a:pt x="50899" y="409"/>
                </a:cubicBezTo>
                <a:cubicBezTo>
                  <a:pt x="51172" y="227"/>
                  <a:pt x="51354" y="136"/>
                  <a:pt x="51445" y="136"/>
                </a:cubicBezTo>
                <a:cubicBezTo>
                  <a:pt x="51536" y="136"/>
                  <a:pt x="51900" y="91"/>
                  <a:pt x="5253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68A16-BC20-487F-9894-F873A9AF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379" y="4943911"/>
            <a:ext cx="69270" cy="65604"/>
          </a:xfrm>
          <a:custGeom xmlns:a="http://schemas.openxmlformats.org/drawingml/2006/main">
            <a:pathLst>
              <a:path w="69270" h="65604">
                <a:moveTo>
                  <a:pt x="1640" y="65507"/>
                </a:moveTo>
                <a:cubicBezTo>
                  <a:pt x="547" y="65507"/>
                  <a:pt x="0" y="65186"/>
                  <a:pt x="0" y="64543"/>
                </a:cubicBezTo>
                <a:cubicBezTo>
                  <a:pt x="0" y="64414"/>
                  <a:pt x="96" y="63964"/>
                  <a:pt x="289" y="63192"/>
                </a:cubicBezTo>
                <a:cubicBezTo>
                  <a:pt x="547" y="62163"/>
                  <a:pt x="804" y="61584"/>
                  <a:pt x="1061" y="61455"/>
                </a:cubicBezTo>
                <a:cubicBezTo>
                  <a:pt x="1319" y="61327"/>
                  <a:pt x="2058" y="61230"/>
                  <a:pt x="3280" y="61166"/>
                </a:cubicBezTo>
                <a:cubicBezTo>
                  <a:pt x="5017" y="61166"/>
                  <a:pt x="6946" y="61069"/>
                  <a:pt x="9069" y="60877"/>
                </a:cubicBezTo>
                <a:cubicBezTo>
                  <a:pt x="9969" y="60684"/>
                  <a:pt x="10580" y="60298"/>
                  <a:pt x="10902" y="59719"/>
                </a:cubicBezTo>
                <a:cubicBezTo>
                  <a:pt x="11030" y="59397"/>
                  <a:pt x="13314" y="50361"/>
                  <a:pt x="17752" y="32609"/>
                </a:cubicBezTo>
                <a:cubicBezTo>
                  <a:pt x="22190" y="14857"/>
                  <a:pt x="24441" y="5853"/>
                  <a:pt x="24505" y="5596"/>
                </a:cubicBezTo>
                <a:cubicBezTo>
                  <a:pt x="24505" y="5145"/>
                  <a:pt x="24376" y="4920"/>
                  <a:pt x="24119" y="4920"/>
                </a:cubicBezTo>
                <a:cubicBezTo>
                  <a:pt x="23605" y="4727"/>
                  <a:pt x="21900" y="4567"/>
                  <a:pt x="19006" y="4438"/>
                </a:cubicBezTo>
                <a:lnTo>
                  <a:pt x="16015" y="4438"/>
                </a:lnTo>
                <a:cubicBezTo>
                  <a:pt x="15629" y="4052"/>
                  <a:pt x="15436" y="3795"/>
                  <a:pt x="15436" y="3666"/>
                </a:cubicBezTo>
                <a:cubicBezTo>
                  <a:pt x="15436" y="3537"/>
                  <a:pt x="15501" y="2991"/>
                  <a:pt x="15629" y="2026"/>
                </a:cubicBezTo>
                <a:cubicBezTo>
                  <a:pt x="15886" y="933"/>
                  <a:pt x="16208" y="257"/>
                  <a:pt x="16594" y="0"/>
                </a:cubicBezTo>
                <a:lnTo>
                  <a:pt x="68595" y="0"/>
                </a:lnTo>
                <a:cubicBezTo>
                  <a:pt x="69045" y="257"/>
                  <a:pt x="69270" y="611"/>
                  <a:pt x="69270" y="1061"/>
                </a:cubicBezTo>
                <a:cubicBezTo>
                  <a:pt x="69270" y="1383"/>
                  <a:pt x="68852" y="4985"/>
                  <a:pt x="68016" y="11867"/>
                </a:cubicBezTo>
                <a:cubicBezTo>
                  <a:pt x="67180" y="18749"/>
                  <a:pt x="66729" y="22286"/>
                  <a:pt x="66665" y="22479"/>
                </a:cubicBezTo>
                <a:cubicBezTo>
                  <a:pt x="66536" y="22929"/>
                  <a:pt x="65893" y="23154"/>
                  <a:pt x="64736" y="23154"/>
                </a:cubicBezTo>
                <a:lnTo>
                  <a:pt x="63578" y="23154"/>
                </a:lnTo>
                <a:cubicBezTo>
                  <a:pt x="63128" y="22833"/>
                  <a:pt x="62903" y="22415"/>
                  <a:pt x="62903" y="21900"/>
                </a:cubicBezTo>
                <a:cubicBezTo>
                  <a:pt x="62903" y="21836"/>
                  <a:pt x="62999" y="21064"/>
                  <a:pt x="63192" y="19585"/>
                </a:cubicBezTo>
                <a:cubicBezTo>
                  <a:pt x="63385" y="18105"/>
                  <a:pt x="63481" y="16401"/>
                  <a:pt x="63481" y="14471"/>
                </a:cubicBezTo>
                <a:cubicBezTo>
                  <a:pt x="63481" y="12542"/>
                  <a:pt x="63256" y="10966"/>
                  <a:pt x="62806" y="9744"/>
                </a:cubicBezTo>
                <a:cubicBezTo>
                  <a:pt x="62356" y="8522"/>
                  <a:pt x="61745" y="7525"/>
                  <a:pt x="60973" y="6753"/>
                </a:cubicBezTo>
                <a:cubicBezTo>
                  <a:pt x="60201" y="5982"/>
                  <a:pt x="59011" y="5467"/>
                  <a:pt x="57403" y="5210"/>
                </a:cubicBezTo>
                <a:cubicBezTo>
                  <a:pt x="55795" y="4952"/>
                  <a:pt x="54155" y="4727"/>
                  <a:pt x="52483" y="4534"/>
                </a:cubicBezTo>
                <a:cubicBezTo>
                  <a:pt x="50811" y="4341"/>
                  <a:pt x="48495" y="4309"/>
                  <a:pt x="45537" y="4438"/>
                </a:cubicBezTo>
                <a:lnTo>
                  <a:pt x="43318" y="4438"/>
                </a:lnTo>
                <a:cubicBezTo>
                  <a:pt x="38044" y="4502"/>
                  <a:pt x="35246" y="4599"/>
                  <a:pt x="34924" y="4727"/>
                </a:cubicBezTo>
                <a:cubicBezTo>
                  <a:pt x="34603" y="4856"/>
                  <a:pt x="34378" y="5113"/>
                  <a:pt x="34249" y="5499"/>
                </a:cubicBezTo>
                <a:cubicBezTo>
                  <a:pt x="34185" y="5563"/>
                  <a:pt x="33091" y="9776"/>
                  <a:pt x="30969" y="18138"/>
                </a:cubicBezTo>
                <a:lnTo>
                  <a:pt x="27882" y="30583"/>
                </a:lnTo>
                <a:lnTo>
                  <a:pt x="33188" y="30583"/>
                </a:lnTo>
                <a:cubicBezTo>
                  <a:pt x="33381" y="30583"/>
                  <a:pt x="34120" y="30583"/>
                  <a:pt x="35407" y="30583"/>
                </a:cubicBezTo>
                <a:cubicBezTo>
                  <a:pt x="36693" y="30583"/>
                  <a:pt x="37594" y="30551"/>
                  <a:pt x="38108" y="30486"/>
                </a:cubicBezTo>
                <a:cubicBezTo>
                  <a:pt x="38623" y="30422"/>
                  <a:pt x="39330" y="30326"/>
                  <a:pt x="40231" y="30197"/>
                </a:cubicBezTo>
                <a:cubicBezTo>
                  <a:pt x="41131" y="30068"/>
                  <a:pt x="41903" y="29843"/>
                  <a:pt x="42546" y="29522"/>
                </a:cubicBezTo>
                <a:cubicBezTo>
                  <a:pt x="43189" y="29200"/>
                  <a:pt x="43736" y="28814"/>
                  <a:pt x="44186" y="28364"/>
                </a:cubicBezTo>
                <a:cubicBezTo>
                  <a:pt x="45022" y="27592"/>
                  <a:pt x="45730" y="26531"/>
                  <a:pt x="46309" y="25180"/>
                </a:cubicBezTo>
                <a:cubicBezTo>
                  <a:pt x="46887" y="23830"/>
                  <a:pt x="47306" y="22608"/>
                  <a:pt x="47563" y="21514"/>
                </a:cubicBezTo>
                <a:cubicBezTo>
                  <a:pt x="47820" y="20421"/>
                  <a:pt x="47981" y="19842"/>
                  <a:pt x="48045" y="19778"/>
                </a:cubicBezTo>
                <a:cubicBezTo>
                  <a:pt x="48238" y="19456"/>
                  <a:pt x="48849" y="19295"/>
                  <a:pt x="49878" y="19295"/>
                </a:cubicBezTo>
                <a:lnTo>
                  <a:pt x="51036" y="19295"/>
                </a:lnTo>
                <a:cubicBezTo>
                  <a:pt x="51486" y="19617"/>
                  <a:pt x="51711" y="19938"/>
                  <a:pt x="51711" y="20260"/>
                </a:cubicBezTo>
                <a:cubicBezTo>
                  <a:pt x="51711" y="20453"/>
                  <a:pt x="50714" y="24666"/>
                  <a:pt x="48721" y="32898"/>
                </a:cubicBezTo>
                <a:cubicBezTo>
                  <a:pt x="46727" y="41131"/>
                  <a:pt x="45633" y="45376"/>
                  <a:pt x="45440" y="45633"/>
                </a:cubicBezTo>
                <a:cubicBezTo>
                  <a:pt x="45312" y="46083"/>
                  <a:pt x="44669" y="46309"/>
                  <a:pt x="43511" y="46309"/>
                </a:cubicBezTo>
                <a:lnTo>
                  <a:pt x="42353" y="46309"/>
                </a:lnTo>
                <a:cubicBezTo>
                  <a:pt x="41903" y="45923"/>
                  <a:pt x="41678" y="45537"/>
                  <a:pt x="41678" y="45151"/>
                </a:cubicBezTo>
                <a:cubicBezTo>
                  <a:pt x="41678" y="44958"/>
                  <a:pt x="41839" y="44250"/>
                  <a:pt x="42160" y="43028"/>
                </a:cubicBezTo>
                <a:cubicBezTo>
                  <a:pt x="42482" y="41806"/>
                  <a:pt x="42643" y="40520"/>
                  <a:pt x="42643" y="39169"/>
                </a:cubicBezTo>
                <a:cubicBezTo>
                  <a:pt x="42643" y="37304"/>
                  <a:pt x="41999" y="36146"/>
                  <a:pt x="40713" y="35696"/>
                </a:cubicBezTo>
                <a:cubicBezTo>
                  <a:pt x="39427" y="35246"/>
                  <a:pt x="36564" y="35021"/>
                  <a:pt x="32127" y="35021"/>
                </a:cubicBezTo>
                <a:lnTo>
                  <a:pt x="26820" y="35021"/>
                </a:lnTo>
                <a:lnTo>
                  <a:pt x="23733" y="47273"/>
                </a:lnTo>
                <a:cubicBezTo>
                  <a:pt x="21675" y="55249"/>
                  <a:pt x="20646" y="59429"/>
                  <a:pt x="20646" y="59815"/>
                </a:cubicBezTo>
                <a:cubicBezTo>
                  <a:pt x="20646" y="60716"/>
                  <a:pt x="23508" y="61166"/>
                  <a:pt x="29232" y="61166"/>
                </a:cubicBezTo>
                <a:lnTo>
                  <a:pt x="31644" y="61166"/>
                </a:lnTo>
                <a:cubicBezTo>
                  <a:pt x="32030" y="61552"/>
                  <a:pt x="32223" y="61777"/>
                  <a:pt x="32223" y="61841"/>
                </a:cubicBezTo>
                <a:cubicBezTo>
                  <a:pt x="32223" y="61906"/>
                  <a:pt x="32159" y="62549"/>
                  <a:pt x="32030" y="63771"/>
                </a:cubicBezTo>
                <a:cubicBezTo>
                  <a:pt x="31773" y="64607"/>
                  <a:pt x="31451" y="65218"/>
                  <a:pt x="31065" y="65604"/>
                </a:cubicBezTo>
                <a:lnTo>
                  <a:pt x="29425" y="65604"/>
                </a:lnTo>
                <a:cubicBezTo>
                  <a:pt x="26788" y="65475"/>
                  <a:pt x="21932" y="65411"/>
                  <a:pt x="14857" y="65411"/>
                </a:cubicBezTo>
                <a:cubicBezTo>
                  <a:pt x="10677" y="65411"/>
                  <a:pt x="7493" y="65411"/>
                  <a:pt x="5306" y="65411"/>
                </a:cubicBezTo>
                <a:cubicBezTo>
                  <a:pt x="3119" y="65411"/>
                  <a:pt x="1897" y="65443"/>
                  <a:pt x="1640" y="65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80C70-48EB-4B9D-8A6E-9E69B5FC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379" y="4943911"/>
            <a:ext cx="69270" cy="65604"/>
          </a:xfrm>
          <a:custGeom xmlns:a="http://schemas.openxmlformats.org/drawingml/2006/main">
            <a:pathLst>
              <a:path w="69270" h="65604" fill="none">
                <a:moveTo>
                  <a:pt x="1640" y="65507"/>
                </a:moveTo>
                <a:cubicBezTo>
                  <a:pt x="547" y="65507"/>
                  <a:pt x="0" y="65186"/>
                  <a:pt x="0" y="64543"/>
                </a:cubicBezTo>
                <a:cubicBezTo>
                  <a:pt x="0" y="64414"/>
                  <a:pt x="96" y="63964"/>
                  <a:pt x="289" y="63192"/>
                </a:cubicBezTo>
                <a:cubicBezTo>
                  <a:pt x="547" y="62163"/>
                  <a:pt x="804" y="61584"/>
                  <a:pt x="1061" y="61455"/>
                </a:cubicBezTo>
                <a:cubicBezTo>
                  <a:pt x="1319" y="61327"/>
                  <a:pt x="2058" y="61230"/>
                  <a:pt x="3280" y="61166"/>
                </a:cubicBezTo>
                <a:cubicBezTo>
                  <a:pt x="5017" y="61166"/>
                  <a:pt x="6946" y="61069"/>
                  <a:pt x="9069" y="60877"/>
                </a:cubicBezTo>
                <a:cubicBezTo>
                  <a:pt x="9969" y="60684"/>
                  <a:pt x="10580" y="60298"/>
                  <a:pt x="10902" y="59719"/>
                </a:cubicBezTo>
                <a:cubicBezTo>
                  <a:pt x="11030" y="59397"/>
                  <a:pt x="13314" y="50361"/>
                  <a:pt x="17752" y="32609"/>
                </a:cubicBezTo>
                <a:cubicBezTo>
                  <a:pt x="22190" y="14857"/>
                  <a:pt x="24441" y="5853"/>
                  <a:pt x="24505" y="5596"/>
                </a:cubicBezTo>
                <a:cubicBezTo>
                  <a:pt x="24505" y="5145"/>
                  <a:pt x="24376" y="4920"/>
                  <a:pt x="24119" y="4920"/>
                </a:cubicBezTo>
                <a:cubicBezTo>
                  <a:pt x="23605" y="4727"/>
                  <a:pt x="21900" y="4567"/>
                  <a:pt x="19006" y="4438"/>
                </a:cubicBezTo>
                <a:lnTo>
                  <a:pt x="16015" y="4438"/>
                </a:lnTo>
                <a:cubicBezTo>
                  <a:pt x="15629" y="4052"/>
                  <a:pt x="15436" y="3795"/>
                  <a:pt x="15436" y="3666"/>
                </a:cubicBezTo>
                <a:cubicBezTo>
                  <a:pt x="15436" y="3537"/>
                  <a:pt x="15501" y="2991"/>
                  <a:pt x="15629" y="2026"/>
                </a:cubicBezTo>
                <a:cubicBezTo>
                  <a:pt x="15886" y="933"/>
                  <a:pt x="16208" y="257"/>
                  <a:pt x="16594" y="0"/>
                </a:cubicBezTo>
                <a:lnTo>
                  <a:pt x="68595" y="0"/>
                </a:lnTo>
                <a:cubicBezTo>
                  <a:pt x="69045" y="257"/>
                  <a:pt x="69270" y="611"/>
                  <a:pt x="69270" y="1061"/>
                </a:cubicBezTo>
                <a:cubicBezTo>
                  <a:pt x="69270" y="1383"/>
                  <a:pt x="68852" y="4985"/>
                  <a:pt x="68016" y="11867"/>
                </a:cubicBezTo>
                <a:cubicBezTo>
                  <a:pt x="67180" y="18749"/>
                  <a:pt x="66729" y="22286"/>
                  <a:pt x="66665" y="22479"/>
                </a:cubicBezTo>
                <a:cubicBezTo>
                  <a:pt x="66536" y="22929"/>
                  <a:pt x="65893" y="23154"/>
                  <a:pt x="64736" y="23154"/>
                </a:cubicBezTo>
                <a:lnTo>
                  <a:pt x="63578" y="23154"/>
                </a:lnTo>
                <a:cubicBezTo>
                  <a:pt x="63128" y="22833"/>
                  <a:pt x="62903" y="22415"/>
                  <a:pt x="62903" y="21900"/>
                </a:cubicBezTo>
                <a:cubicBezTo>
                  <a:pt x="62903" y="21836"/>
                  <a:pt x="62999" y="21064"/>
                  <a:pt x="63192" y="19585"/>
                </a:cubicBezTo>
                <a:cubicBezTo>
                  <a:pt x="63385" y="18105"/>
                  <a:pt x="63481" y="16401"/>
                  <a:pt x="63481" y="14471"/>
                </a:cubicBezTo>
                <a:cubicBezTo>
                  <a:pt x="63481" y="12542"/>
                  <a:pt x="63256" y="10966"/>
                  <a:pt x="62806" y="9744"/>
                </a:cubicBezTo>
                <a:cubicBezTo>
                  <a:pt x="62356" y="8522"/>
                  <a:pt x="61745" y="7525"/>
                  <a:pt x="60973" y="6753"/>
                </a:cubicBezTo>
                <a:cubicBezTo>
                  <a:pt x="60201" y="5982"/>
                  <a:pt x="59011" y="5467"/>
                  <a:pt x="57403" y="5210"/>
                </a:cubicBezTo>
                <a:cubicBezTo>
                  <a:pt x="55795" y="4952"/>
                  <a:pt x="54155" y="4727"/>
                  <a:pt x="52483" y="4534"/>
                </a:cubicBezTo>
                <a:cubicBezTo>
                  <a:pt x="50811" y="4341"/>
                  <a:pt x="48495" y="4309"/>
                  <a:pt x="45537" y="4438"/>
                </a:cubicBezTo>
                <a:lnTo>
                  <a:pt x="43318" y="4438"/>
                </a:lnTo>
                <a:cubicBezTo>
                  <a:pt x="38044" y="4502"/>
                  <a:pt x="35246" y="4599"/>
                  <a:pt x="34924" y="4727"/>
                </a:cubicBezTo>
                <a:cubicBezTo>
                  <a:pt x="34603" y="4856"/>
                  <a:pt x="34378" y="5113"/>
                  <a:pt x="34249" y="5499"/>
                </a:cubicBezTo>
                <a:cubicBezTo>
                  <a:pt x="34185" y="5563"/>
                  <a:pt x="33091" y="9776"/>
                  <a:pt x="30969" y="18138"/>
                </a:cubicBezTo>
                <a:lnTo>
                  <a:pt x="27882" y="30583"/>
                </a:lnTo>
                <a:lnTo>
                  <a:pt x="33188" y="30583"/>
                </a:lnTo>
                <a:cubicBezTo>
                  <a:pt x="33381" y="30583"/>
                  <a:pt x="34120" y="30583"/>
                  <a:pt x="35407" y="30583"/>
                </a:cubicBezTo>
                <a:cubicBezTo>
                  <a:pt x="36693" y="30583"/>
                  <a:pt x="37594" y="30551"/>
                  <a:pt x="38108" y="30486"/>
                </a:cubicBezTo>
                <a:cubicBezTo>
                  <a:pt x="38623" y="30422"/>
                  <a:pt x="39330" y="30326"/>
                  <a:pt x="40231" y="30197"/>
                </a:cubicBezTo>
                <a:cubicBezTo>
                  <a:pt x="41131" y="30068"/>
                  <a:pt x="41903" y="29843"/>
                  <a:pt x="42546" y="29522"/>
                </a:cubicBezTo>
                <a:cubicBezTo>
                  <a:pt x="43189" y="29200"/>
                  <a:pt x="43736" y="28814"/>
                  <a:pt x="44186" y="28364"/>
                </a:cubicBezTo>
                <a:cubicBezTo>
                  <a:pt x="45022" y="27592"/>
                  <a:pt x="45730" y="26531"/>
                  <a:pt x="46309" y="25180"/>
                </a:cubicBezTo>
                <a:cubicBezTo>
                  <a:pt x="46887" y="23830"/>
                  <a:pt x="47306" y="22608"/>
                  <a:pt x="47563" y="21514"/>
                </a:cubicBezTo>
                <a:cubicBezTo>
                  <a:pt x="47820" y="20421"/>
                  <a:pt x="47981" y="19842"/>
                  <a:pt x="48045" y="19778"/>
                </a:cubicBezTo>
                <a:cubicBezTo>
                  <a:pt x="48238" y="19456"/>
                  <a:pt x="48849" y="19295"/>
                  <a:pt x="49878" y="19295"/>
                </a:cubicBezTo>
                <a:lnTo>
                  <a:pt x="51036" y="19295"/>
                </a:lnTo>
                <a:cubicBezTo>
                  <a:pt x="51486" y="19617"/>
                  <a:pt x="51711" y="19938"/>
                  <a:pt x="51711" y="20260"/>
                </a:cubicBezTo>
                <a:cubicBezTo>
                  <a:pt x="51711" y="20453"/>
                  <a:pt x="50714" y="24666"/>
                  <a:pt x="48721" y="32898"/>
                </a:cubicBezTo>
                <a:cubicBezTo>
                  <a:pt x="46727" y="41131"/>
                  <a:pt x="45633" y="45376"/>
                  <a:pt x="45440" y="45633"/>
                </a:cubicBezTo>
                <a:cubicBezTo>
                  <a:pt x="45312" y="46083"/>
                  <a:pt x="44669" y="46309"/>
                  <a:pt x="43511" y="46309"/>
                </a:cubicBezTo>
                <a:lnTo>
                  <a:pt x="42353" y="46309"/>
                </a:lnTo>
                <a:cubicBezTo>
                  <a:pt x="41903" y="45923"/>
                  <a:pt x="41678" y="45537"/>
                  <a:pt x="41678" y="45151"/>
                </a:cubicBezTo>
                <a:cubicBezTo>
                  <a:pt x="41678" y="44958"/>
                  <a:pt x="41839" y="44250"/>
                  <a:pt x="42160" y="43028"/>
                </a:cubicBezTo>
                <a:cubicBezTo>
                  <a:pt x="42482" y="41806"/>
                  <a:pt x="42643" y="40520"/>
                  <a:pt x="42643" y="39169"/>
                </a:cubicBezTo>
                <a:cubicBezTo>
                  <a:pt x="42643" y="37304"/>
                  <a:pt x="41999" y="36146"/>
                  <a:pt x="40713" y="35696"/>
                </a:cubicBezTo>
                <a:cubicBezTo>
                  <a:pt x="39427" y="35246"/>
                  <a:pt x="36564" y="35021"/>
                  <a:pt x="32127" y="35021"/>
                </a:cubicBezTo>
                <a:lnTo>
                  <a:pt x="26820" y="35021"/>
                </a:lnTo>
                <a:lnTo>
                  <a:pt x="23733" y="47273"/>
                </a:lnTo>
                <a:cubicBezTo>
                  <a:pt x="21675" y="55249"/>
                  <a:pt x="20646" y="59429"/>
                  <a:pt x="20646" y="59815"/>
                </a:cubicBezTo>
                <a:cubicBezTo>
                  <a:pt x="20646" y="60716"/>
                  <a:pt x="23508" y="61166"/>
                  <a:pt x="29232" y="61166"/>
                </a:cubicBezTo>
                <a:lnTo>
                  <a:pt x="31644" y="61166"/>
                </a:lnTo>
                <a:cubicBezTo>
                  <a:pt x="32030" y="61552"/>
                  <a:pt x="32223" y="61777"/>
                  <a:pt x="32223" y="61841"/>
                </a:cubicBezTo>
                <a:cubicBezTo>
                  <a:pt x="32223" y="61906"/>
                  <a:pt x="32159" y="62549"/>
                  <a:pt x="32030" y="63771"/>
                </a:cubicBezTo>
                <a:cubicBezTo>
                  <a:pt x="31773" y="64607"/>
                  <a:pt x="31451" y="65218"/>
                  <a:pt x="31065" y="65604"/>
                </a:cubicBezTo>
                <a:lnTo>
                  <a:pt x="29425" y="65604"/>
                </a:lnTo>
                <a:cubicBezTo>
                  <a:pt x="26788" y="65475"/>
                  <a:pt x="21932" y="65411"/>
                  <a:pt x="14857" y="65411"/>
                </a:cubicBezTo>
                <a:cubicBezTo>
                  <a:pt x="10677" y="65411"/>
                  <a:pt x="7493" y="65411"/>
                  <a:pt x="5306" y="65411"/>
                </a:cubicBezTo>
                <a:cubicBezTo>
                  <a:pt x="3119" y="65411"/>
                  <a:pt x="1897" y="65443"/>
                  <a:pt x="1640" y="655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6" cap="flat">
            <a:solidFill>
              <a:srgbClr val="000000">
                <a:alpha val="1850"/>
              </a:srgbClr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EF13E-8B92-4394-95A0-CBEA9F0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784" y="4217192"/>
            <a:ext cx="1096872" cy="631270"/>
          </a:xfrm>
          <a:custGeom xmlns:a="http://schemas.openxmlformats.org/drawingml/2006/main">
            <a:pathLst>
              <a:path w="1096872" h="631270" fill="none">
                <a:moveTo>
                  <a:pt x="1096872" y="531104"/>
                </a:moveTo>
                <a:lnTo>
                  <a:pt x="1045439" y="631270"/>
                </a:lnTo>
                <a:lnTo>
                  <a:pt x="115922" y="153400"/>
                </a:lnTo>
                <a:lnTo>
                  <a:pt x="88574" y="206859"/>
                </a:lnTo>
                <a:lnTo>
                  <a:pt x="0" y="30612"/>
                </a:lnTo>
                <a:lnTo>
                  <a:pt x="194817" y="0"/>
                </a:lnTo>
                <a:lnTo>
                  <a:pt x="167468" y="53347"/>
                </a:lnTo>
                <a:lnTo>
                  <a:pt x="1096872" y="5311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9C7D9-4237-45CF-9170-22D47179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779" y="5496613"/>
            <a:ext cx="584001" cy="67190"/>
          </a:xfrm>
          <a:custGeom xmlns:a="http://schemas.openxmlformats.org/drawingml/2006/main">
            <a:pathLst>
              <a:path w="584001" h="67190" fill="none">
                <a:moveTo>
                  <a:pt x="0" y="0"/>
                </a:moveTo>
                <a:lnTo>
                  <a:pt x="0" y="17557"/>
                </a:lnTo>
                <a:cubicBezTo>
                  <a:pt x="0" y="29262"/>
                  <a:pt x="37516" y="35114"/>
                  <a:pt x="112546" y="35114"/>
                </a:cubicBezTo>
                <a:lnTo>
                  <a:pt x="202245" y="35114"/>
                </a:lnTo>
                <a:cubicBezTo>
                  <a:pt x="262119" y="35114"/>
                  <a:pt x="292057" y="40930"/>
                  <a:pt x="292057" y="52559"/>
                </a:cubicBezTo>
                <a:lnTo>
                  <a:pt x="292057" y="61338"/>
                </a:lnTo>
                <a:cubicBezTo>
                  <a:pt x="292057" y="67190"/>
                  <a:pt x="292057" y="64264"/>
                  <a:pt x="292057" y="52559"/>
                </a:cubicBezTo>
                <a:lnTo>
                  <a:pt x="292057" y="43780"/>
                </a:lnTo>
                <a:cubicBezTo>
                  <a:pt x="292057" y="38003"/>
                  <a:pt x="329572" y="35114"/>
                  <a:pt x="404602" y="35114"/>
                </a:cubicBezTo>
                <a:lnTo>
                  <a:pt x="494302" y="35114"/>
                </a:lnTo>
                <a:cubicBezTo>
                  <a:pt x="554101" y="35114"/>
                  <a:pt x="584001" y="29262"/>
                  <a:pt x="584001" y="17557"/>
                </a:cubicBezTo>
                <a:lnTo>
                  <a:pt x="584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509" cap="flat">
            <a:solidFill>
              <a:srgbClr val="0066CC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F40F8-2659-4562-AF25-BC3C71F1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62" y="5622814"/>
            <a:ext cx="76348" cy="61961"/>
          </a:xfrm>
          <a:custGeom xmlns:a="http://schemas.openxmlformats.org/drawingml/2006/main">
            <a:pathLst>
              <a:path w="76348" h="61961">
                <a:moveTo>
                  <a:pt x="0" y="21261"/>
                </a:moveTo>
                <a:cubicBezTo>
                  <a:pt x="91" y="20715"/>
                  <a:pt x="228" y="19986"/>
                  <a:pt x="410" y="19076"/>
                </a:cubicBezTo>
                <a:cubicBezTo>
                  <a:pt x="592" y="18165"/>
                  <a:pt x="1138" y="16435"/>
                  <a:pt x="2049" y="13886"/>
                </a:cubicBezTo>
                <a:cubicBezTo>
                  <a:pt x="2959" y="11336"/>
                  <a:pt x="3870" y="9196"/>
                  <a:pt x="4780" y="7466"/>
                </a:cubicBezTo>
                <a:cubicBezTo>
                  <a:pt x="5691" y="5736"/>
                  <a:pt x="7193" y="4052"/>
                  <a:pt x="9287" y="2413"/>
                </a:cubicBezTo>
                <a:cubicBezTo>
                  <a:pt x="11382" y="774"/>
                  <a:pt x="13476" y="0"/>
                  <a:pt x="15570" y="91"/>
                </a:cubicBezTo>
                <a:cubicBezTo>
                  <a:pt x="18848" y="91"/>
                  <a:pt x="21580" y="911"/>
                  <a:pt x="23765" y="2549"/>
                </a:cubicBezTo>
                <a:cubicBezTo>
                  <a:pt x="25950" y="4188"/>
                  <a:pt x="27316" y="5736"/>
                  <a:pt x="27862" y="7193"/>
                </a:cubicBezTo>
                <a:cubicBezTo>
                  <a:pt x="28408" y="8650"/>
                  <a:pt x="28682" y="9606"/>
                  <a:pt x="28682" y="10061"/>
                </a:cubicBezTo>
                <a:cubicBezTo>
                  <a:pt x="28682" y="10243"/>
                  <a:pt x="28727" y="10334"/>
                  <a:pt x="28818" y="10334"/>
                </a:cubicBezTo>
                <a:lnTo>
                  <a:pt x="30321" y="8832"/>
                </a:lnTo>
                <a:cubicBezTo>
                  <a:pt x="35875" y="3005"/>
                  <a:pt x="42203" y="91"/>
                  <a:pt x="49305" y="91"/>
                </a:cubicBezTo>
                <a:cubicBezTo>
                  <a:pt x="54222" y="91"/>
                  <a:pt x="58183" y="1320"/>
                  <a:pt x="61187" y="3779"/>
                </a:cubicBezTo>
                <a:cubicBezTo>
                  <a:pt x="64192" y="6237"/>
                  <a:pt x="65740" y="9834"/>
                  <a:pt x="65831" y="14568"/>
                </a:cubicBezTo>
                <a:cubicBezTo>
                  <a:pt x="65922" y="19303"/>
                  <a:pt x="64192" y="26451"/>
                  <a:pt x="60641" y="36011"/>
                </a:cubicBezTo>
                <a:cubicBezTo>
                  <a:pt x="57090" y="45572"/>
                  <a:pt x="55360" y="51354"/>
                  <a:pt x="55451" y="53357"/>
                </a:cubicBezTo>
                <a:cubicBezTo>
                  <a:pt x="55451" y="55724"/>
                  <a:pt x="56225" y="56908"/>
                  <a:pt x="57773" y="56908"/>
                </a:cubicBezTo>
                <a:cubicBezTo>
                  <a:pt x="58319" y="56908"/>
                  <a:pt x="58729" y="56862"/>
                  <a:pt x="59002" y="56771"/>
                </a:cubicBezTo>
                <a:cubicBezTo>
                  <a:pt x="61643" y="56316"/>
                  <a:pt x="64010" y="54586"/>
                  <a:pt x="66104" y="51581"/>
                </a:cubicBezTo>
                <a:cubicBezTo>
                  <a:pt x="68199" y="48577"/>
                  <a:pt x="69792" y="44935"/>
                  <a:pt x="70885" y="40655"/>
                </a:cubicBezTo>
                <a:cubicBezTo>
                  <a:pt x="71067" y="39927"/>
                  <a:pt x="71977" y="39562"/>
                  <a:pt x="73616" y="39562"/>
                </a:cubicBezTo>
                <a:cubicBezTo>
                  <a:pt x="75437" y="39562"/>
                  <a:pt x="76348" y="39927"/>
                  <a:pt x="76348" y="40655"/>
                </a:cubicBezTo>
                <a:cubicBezTo>
                  <a:pt x="76348" y="40746"/>
                  <a:pt x="76166" y="41429"/>
                  <a:pt x="75801" y="42704"/>
                </a:cubicBezTo>
                <a:cubicBezTo>
                  <a:pt x="75073" y="45344"/>
                  <a:pt x="74071" y="47939"/>
                  <a:pt x="72797" y="50489"/>
                </a:cubicBezTo>
                <a:cubicBezTo>
                  <a:pt x="71522" y="53038"/>
                  <a:pt x="69428" y="55588"/>
                  <a:pt x="66514" y="58137"/>
                </a:cubicBezTo>
                <a:cubicBezTo>
                  <a:pt x="63600" y="60687"/>
                  <a:pt x="60459" y="61916"/>
                  <a:pt x="57090" y="61825"/>
                </a:cubicBezTo>
                <a:cubicBezTo>
                  <a:pt x="52811" y="61825"/>
                  <a:pt x="49715" y="60596"/>
                  <a:pt x="47803" y="58137"/>
                </a:cubicBezTo>
                <a:cubicBezTo>
                  <a:pt x="45891" y="55679"/>
                  <a:pt x="44935" y="53129"/>
                  <a:pt x="44935" y="50489"/>
                </a:cubicBezTo>
                <a:cubicBezTo>
                  <a:pt x="44935" y="48759"/>
                  <a:pt x="46573" y="43296"/>
                  <a:pt x="49851" y="34099"/>
                </a:cubicBezTo>
                <a:cubicBezTo>
                  <a:pt x="53129" y="24903"/>
                  <a:pt x="54814" y="17983"/>
                  <a:pt x="54905" y="13339"/>
                </a:cubicBezTo>
                <a:cubicBezTo>
                  <a:pt x="54905" y="7967"/>
                  <a:pt x="52902" y="5281"/>
                  <a:pt x="48895" y="5281"/>
                </a:cubicBezTo>
                <a:lnTo>
                  <a:pt x="48212" y="5281"/>
                </a:lnTo>
                <a:cubicBezTo>
                  <a:pt x="40382" y="5281"/>
                  <a:pt x="33781" y="9879"/>
                  <a:pt x="28408" y="19076"/>
                </a:cubicBezTo>
                <a:lnTo>
                  <a:pt x="27452" y="20715"/>
                </a:lnTo>
                <a:lnTo>
                  <a:pt x="22945" y="39016"/>
                </a:lnTo>
                <a:cubicBezTo>
                  <a:pt x="19941" y="50944"/>
                  <a:pt x="18211" y="57363"/>
                  <a:pt x="17755" y="58274"/>
                </a:cubicBezTo>
                <a:cubicBezTo>
                  <a:pt x="16572" y="60732"/>
                  <a:pt x="14614" y="61961"/>
                  <a:pt x="11882" y="61961"/>
                </a:cubicBezTo>
                <a:cubicBezTo>
                  <a:pt x="10699" y="61961"/>
                  <a:pt x="9743" y="61688"/>
                  <a:pt x="9014" y="61142"/>
                </a:cubicBezTo>
                <a:cubicBezTo>
                  <a:pt x="8286" y="60596"/>
                  <a:pt x="7785" y="60049"/>
                  <a:pt x="7512" y="59503"/>
                </a:cubicBezTo>
                <a:cubicBezTo>
                  <a:pt x="7239" y="58957"/>
                  <a:pt x="7148" y="58501"/>
                  <a:pt x="7239" y="58137"/>
                </a:cubicBezTo>
                <a:cubicBezTo>
                  <a:pt x="7239" y="56953"/>
                  <a:pt x="8969" y="49533"/>
                  <a:pt x="12429" y="35875"/>
                </a:cubicBezTo>
                <a:cubicBezTo>
                  <a:pt x="15889" y="22217"/>
                  <a:pt x="17710" y="14796"/>
                  <a:pt x="17892" y="13612"/>
                </a:cubicBezTo>
                <a:cubicBezTo>
                  <a:pt x="17983" y="13157"/>
                  <a:pt x="18028" y="12110"/>
                  <a:pt x="18028" y="10471"/>
                </a:cubicBezTo>
                <a:cubicBezTo>
                  <a:pt x="18028" y="6920"/>
                  <a:pt x="16936" y="5144"/>
                  <a:pt x="14751" y="5144"/>
                </a:cubicBezTo>
                <a:cubicBezTo>
                  <a:pt x="11291" y="5144"/>
                  <a:pt x="8422" y="9697"/>
                  <a:pt x="6146" y="18802"/>
                </a:cubicBezTo>
                <a:cubicBezTo>
                  <a:pt x="5600" y="20623"/>
                  <a:pt x="5327" y="21580"/>
                  <a:pt x="5327" y="21671"/>
                </a:cubicBezTo>
                <a:cubicBezTo>
                  <a:pt x="5144" y="22217"/>
                  <a:pt x="4279" y="22490"/>
                  <a:pt x="2732" y="22490"/>
                </a:cubicBezTo>
                <a:lnTo>
                  <a:pt x="819" y="22490"/>
                </a:lnTo>
                <a:cubicBezTo>
                  <a:pt x="273" y="21944"/>
                  <a:pt x="0" y="21534"/>
                  <a:pt x="0" y="212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2ACB2-BD3F-4C32-8219-B6CEE46B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62" y="5622814"/>
            <a:ext cx="76348" cy="61961"/>
          </a:xfrm>
          <a:custGeom xmlns:a="http://schemas.openxmlformats.org/drawingml/2006/main">
            <a:pathLst>
              <a:path w="76348" h="61961" fill="none">
                <a:moveTo>
                  <a:pt x="0" y="21261"/>
                </a:moveTo>
                <a:cubicBezTo>
                  <a:pt x="91" y="20715"/>
                  <a:pt x="228" y="19986"/>
                  <a:pt x="410" y="19076"/>
                </a:cubicBezTo>
                <a:cubicBezTo>
                  <a:pt x="592" y="18165"/>
                  <a:pt x="1138" y="16435"/>
                  <a:pt x="2049" y="13886"/>
                </a:cubicBezTo>
                <a:cubicBezTo>
                  <a:pt x="2959" y="11336"/>
                  <a:pt x="3870" y="9196"/>
                  <a:pt x="4780" y="7466"/>
                </a:cubicBezTo>
                <a:cubicBezTo>
                  <a:pt x="5691" y="5736"/>
                  <a:pt x="7193" y="4052"/>
                  <a:pt x="9287" y="2413"/>
                </a:cubicBezTo>
                <a:cubicBezTo>
                  <a:pt x="11382" y="774"/>
                  <a:pt x="13476" y="0"/>
                  <a:pt x="15570" y="91"/>
                </a:cubicBezTo>
                <a:cubicBezTo>
                  <a:pt x="18848" y="91"/>
                  <a:pt x="21580" y="911"/>
                  <a:pt x="23765" y="2549"/>
                </a:cubicBezTo>
                <a:cubicBezTo>
                  <a:pt x="25950" y="4188"/>
                  <a:pt x="27316" y="5736"/>
                  <a:pt x="27862" y="7193"/>
                </a:cubicBezTo>
                <a:cubicBezTo>
                  <a:pt x="28408" y="8650"/>
                  <a:pt x="28682" y="9606"/>
                  <a:pt x="28682" y="10061"/>
                </a:cubicBezTo>
                <a:cubicBezTo>
                  <a:pt x="28682" y="10243"/>
                  <a:pt x="28727" y="10334"/>
                  <a:pt x="28818" y="10334"/>
                </a:cubicBezTo>
                <a:lnTo>
                  <a:pt x="30321" y="8832"/>
                </a:lnTo>
                <a:cubicBezTo>
                  <a:pt x="35875" y="3005"/>
                  <a:pt x="42203" y="91"/>
                  <a:pt x="49305" y="91"/>
                </a:cubicBezTo>
                <a:cubicBezTo>
                  <a:pt x="54222" y="91"/>
                  <a:pt x="58183" y="1320"/>
                  <a:pt x="61187" y="3779"/>
                </a:cubicBezTo>
                <a:cubicBezTo>
                  <a:pt x="64192" y="6237"/>
                  <a:pt x="65740" y="9834"/>
                  <a:pt x="65831" y="14568"/>
                </a:cubicBezTo>
                <a:cubicBezTo>
                  <a:pt x="65922" y="19303"/>
                  <a:pt x="64192" y="26451"/>
                  <a:pt x="60641" y="36011"/>
                </a:cubicBezTo>
                <a:cubicBezTo>
                  <a:pt x="57090" y="45572"/>
                  <a:pt x="55360" y="51354"/>
                  <a:pt x="55451" y="53357"/>
                </a:cubicBezTo>
                <a:cubicBezTo>
                  <a:pt x="55451" y="55724"/>
                  <a:pt x="56225" y="56908"/>
                  <a:pt x="57773" y="56908"/>
                </a:cubicBezTo>
                <a:cubicBezTo>
                  <a:pt x="58319" y="56908"/>
                  <a:pt x="58729" y="56862"/>
                  <a:pt x="59002" y="56771"/>
                </a:cubicBezTo>
                <a:cubicBezTo>
                  <a:pt x="61643" y="56316"/>
                  <a:pt x="64010" y="54586"/>
                  <a:pt x="66104" y="51581"/>
                </a:cubicBezTo>
                <a:cubicBezTo>
                  <a:pt x="68199" y="48577"/>
                  <a:pt x="69792" y="44935"/>
                  <a:pt x="70885" y="40655"/>
                </a:cubicBezTo>
                <a:cubicBezTo>
                  <a:pt x="71067" y="39927"/>
                  <a:pt x="71977" y="39562"/>
                  <a:pt x="73616" y="39562"/>
                </a:cubicBezTo>
                <a:cubicBezTo>
                  <a:pt x="75437" y="39562"/>
                  <a:pt x="76348" y="39927"/>
                  <a:pt x="76348" y="40655"/>
                </a:cubicBezTo>
                <a:cubicBezTo>
                  <a:pt x="76348" y="40746"/>
                  <a:pt x="76166" y="41429"/>
                  <a:pt x="75801" y="42704"/>
                </a:cubicBezTo>
                <a:cubicBezTo>
                  <a:pt x="75073" y="45344"/>
                  <a:pt x="74071" y="47939"/>
                  <a:pt x="72797" y="50489"/>
                </a:cubicBezTo>
                <a:cubicBezTo>
                  <a:pt x="71522" y="53038"/>
                  <a:pt x="69428" y="55588"/>
                  <a:pt x="66514" y="58137"/>
                </a:cubicBezTo>
                <a:cubicBezTo>
                  <a:pt x="63600" y="60687"/>
                  <a:pt x="60459" y="61916"/>
                  <a:pt x="57090" y="61825"/>
                </a:cubicBezTo>
                <a:cubicBezTo>
                  <a:pt x="52811" y="61825"/>
                  <a:pt x="49715" y="60596"/>
                  <a:pt x="47803" y="58137"/>
                </a:cubicBezTo>
                <a:cubicBezTo>
                  <a:pt x="45891" y="55679"/>
                  <a:pt x="44935" y="53129"/>
                  <a:pt x="44935" y="50489"/>
                </a:cubicBezTo>
                <a:cubicBezTo>
                  <a:pt x="44935" y="48759"/>
                  <a:pt x="46573" y="43296"/>
                  <a:pt x="49851" y="34099"/>
                </a:cubicBezTo>
                <a:cubicBezTo>
                  <a:pt x="53129" y="24903"/>
                  <a:pt x="54814" y="17983"/>
                  <a:pt x="54905" y="13339"/>
                </a:cubicBezTo>
                <a:cubicBezTo>
                  <a:pt x="54905" y="7967"/>
                  <a:pt x="52902" y="5281"/>
                  <a:pt x="48895" y="5281"/>
                </a:cubicBezTo>
                <a:lnTo>
                  <a:pt x="48212" y="5281"/>
                </a:lnTo>
                <a:cubicBezTo>
                  <a:pt x="40382" y="5281"/>
                  <a:pt x="33781" y="9879"/>
                  <a:pt x="28408" y="19076"/>
                </a:cubicBezTo>
                <a:lnTo>
                  <a:pt x="27452" y="20715"/>
                </a:lnTo>
                <a:lnTo>
                  <a:pt x="22945" y="39016"/>
                </a:lnTo>
                <a:cubicBezTo>
                  <a:pt x="19941" y="50944"/>
                  <a:pt x="18211" y="57363"/>
                  <a:pt x="17755" y="58274"/>
                </a:cubicBezTo>
                <a:cubicBezTo>
                  <a:pt x="16572" y="60732"/>
                  <a:pt x="14614" y="61961"/>
                  <a:pt x="11882" y="61961"/>
                </a:cubicBezTo>
                <a:cubicBezTo>
                  <a:pt x="10699" y="61961"/>
                  <a:pt x="9743" y="61688"/>
                  <a:pt x="9014" y="61142"/>
                </a:cubicBezTo>
                <a:cubicBezTo>
                  <a:pt x="8286" y="60596"/>
                  <a:pt x="7785" y="60049"/>
                  <a:pt x="7512" y="59503"/>
                </a:cubicBezTo>
                <a:cubicBezTo>
                  <a:pt x="7239" y="58957"/>
                  <a:pt x="7148" y="58501"/>
                  <a:pt x="7239" y="58137"/>
                </a:cubicBezTo>
                <a:cubicBezTo>
                  <a:pt x="7239" y="56953"/>
                  <a:pt x="8969" y="49533"/>
                  <a:pt x="12429" y="35875"/>
                </a:cubicBezTo>
                <a:cubicBezTo>
                  <a:pt x="15889" y="22217"/>
                  <a:pt x="17710" y="14796"/>
                  <a:pt x="17892" y="13612"/>
                </a:cubicBezTo>
                <a:cubicBezTo>
                  <a:pt x="17983" y="13157"/>
                  <a:pt x="18028" y="12110"/>
                  <a:pt x="18028" y="10471"/>
                </a:cubicBezTo>
                <a:cubicBezTo>
                  <a:pt x="18028" y="6920"/>
                  <a:pt x="16936" y="5144"/>
                  <a:pt x="14751" y="5144"/>
                </a:cubicBezTo>
                <a:cubicBezTo>
                  <a:pt x="11291" y="5144"/>
                  <a:pt x="8422" y="9697"/>
                  <a:pt x="6146" y="18802"/>
                </a:cubicBezTo>
                <a:cubicBezTo>
                  <a:pt x="5600" y="20623"/>
                  <a:pt x="5327" y="21580"/>
                  <a:pt x="5327" y="21671"/>
                </a:cubicBezTo>
                <a:cubicBezTo>
                  <a:pt x="5144" y="22217"/>
                  <a:pt x="4279" y="22490"/>
                  <a:pt x="2732" y="22490"/>
                </a:cubicBezTo>
                <a:lnTo>
                  <a:pt x="819" y="22490"/>
                </a:lnTo>
                <a:cubicBezTo>
                  <a:pt x="273" y="21944"/>
                  <a:pt x="0" y="21534"/>
                  <a:pt x="0" y="212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55" name="Text iDCT">
            <a:extLst xmlns:a="http://schemas.openxmlformats.org/drawingml/2006/main">
              <a:ext uri="{FF2B5EF4-FFF2-40B4-BE49-F238E27FC236}">
                <a16:creationId xmlns:a16="http://schemas.microsoft.com/office/drawing/2014/main" id="{DD370ABC-02E1-4BA1-91AB-86166DFF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44" y="4383522"/>
            <a:ext cx="314996" cy="93378"/>
          </a:xfrm>
          <a:custGeom xmlns:a="http://schemas.openxmlformats.org/drawingml/2006/main">
            <a:pathLst>
              <a:path w="314996" h="93378">
                <a:moveTo>
                  <a:pt x="16618" y="0"/>
                </a:moveTo>
                <a:cubicBezTo>
                  <a:pt x="19476" y="0"/>
                  <a:pt x="21894" y="1004"/>
                  <a:pt x="23872" y="3011"/>
                </a:cubicBezTo>
                <a:cubicBezTo>
                  <a:pt x="25850" y="5017"/>
                  <a:pt x="26840" y="7431"/>
                  <a:pt x="26840" y="10254"/>
                </a:cubicBezTo>
                <a:cubicBezTo>
                  <a:pt x="26840" y="13078"/>
                  <a:pt x="25839" y="15482"/>
                  <a:pt x="23839" y="17467"/>
                </a:cubicBezTo>
                <a:cubicBezTo>
                  <a:pt x="21839" y="19451"/>
                  <a:pt x="19432" y="20443"/>
                  <a:pt x="16618" y="20443"/>
                </a:cubicBezTo>
                <a:cubicBezTo>
                  <a:pt x="13804" y="20443"/>
                  <a:pt x="11408" y="19451"/>
                  <a:pt x="9430" y="17467"/>
                </a:cubicBezTo>
                <a:cubicBezTo>
                  <a:pt x="7452" y="15482"/>
                  <a:pt x="6463" y="13078"/>
                  <a:pt x="6463" y="10254"/>
                </a:cubicBezTo>
                <a:cubicBezTo>
                  <a:pt x="6463" y="7431"/>
                  <a:pt x="7452" y="5017"/>
                  <a:pt x="9430" y="3011"/>
                </a:cubicBezTo>
                <a:cubicBezTo>
                  <a:pt x="11408" y="1004"/>
                  <a:pt x="13804" y="0"/>
                  <a:pt x="16618" y="0"/>
                </a:cubicBezTo>
                <a:moveTo>
                  <a:pt x="25850" y="29675"/>
                </a:moveTo>
                <a:lnTo>
                  <a:pt x="25850" y="78606"/>
                </a:lnTo>
                <a:cubicBezTo>
                  <a:pt x="25850" y="82959"/>
                  <a:pt x="26356" y="85739"/>
                  <a:pt x="27367" y="86948"/>
                </a:cubicBezTo>
                <a:cubicBezTo>
                  <a:pt x="28378" y="88157"/>
                  <a:pt x="30357" y="88850"/>
                  <a:pt x="33302" y="89026"/>
                </a:cubicBezTo>
                <a:lnTo>
                  <a:pt x="33302" y="91400"/>
                </a:lnTo>
                <a:lnTo>
                  <a:pt x="0" y="91400"/>
                </a:lnTo>
                <a:lnTo>
                  <a:pt x="0" y="89026"/>
                </a:lnTo>
                <a:cubicBezTo>
                  <a:pt x="2726" y="88938"/>
                  <a:pt x="4748" y="88146"/>
                  <a:pt x="6067" y="86652"/>
                </a:cubicBezTo>
                <a:cubicBezTo>
                  <a:pt x="6946" y="85640"/>
                  <a:pt x="7386" y="82959"/>
                  <a:pt x="7386" y="78606"/>
                </a:cubicBezTo>
                <a:lnTo>
                  <a:pt x="7386" y="42600"/>
                </a:lnTo>
                <a:cubicBezTo>
                  <a:pt x="7386" y="38193"/>
                  <a:pt x="6880" y="35377"/>
                  <a:pt x="5869" y="34153"/>
                </a:cubicBezTo>
                <a:cubicBezTo>
                  <a:pt x="4858" y="32929"/>
                  <a:pt x="2902" y="32228"/>
                  <a:pt x="0" y="32049"/>
                </a:cubicBezTo>
                <a:lnTo>
                  <a:pt x="0" y="29675"/>
                </a:lnTo>
                <a:lnTo>
                  <a:pt x="25850" y="29675"/>
                </a:lnTo>
                <a:close/>
                <a:moveTo>
                  <a:pt x="36557" y="91400"/>
                </a:moveTo>
                <a:lnTo>
                  <a:pt x="36557" y="89026"/>
                </a:lnTo>
                <a:lnTo>
                  <a:pt x="39524" y="89026"/>
                </a:lnTo>
                <a:cubicBezTo>
                  <a:pt x="42118" y="89026"/>
                  <a:pt x="44107" y="88617"/>
                  <a:pt x="45492" y="87799"/>
                </a:cubicBezTo>
                <a:cubicBezTo>
                  <a:pt x="46877" y="86982"/>
                  <a:pt x="47899" y="85866"/>
                  <a:pt x="48559" y="84453"/>
                </a:cubicBezTo>
                <a:cubicBezTo>
                  <a:pt x="48954" y="83524"/>
                  <a:pt x="49152" y="80740"/>
                  <a:pt x="49152" y="76100"/>
                </a:cubicBezTo>
                <a:lnTo>
                  <a:pt x="49152" y="17278"/>
                </a:lnTo>
                <a:cubicBezTo>
                  <a:pt x="49152" y="12682"/>
                  <a:pt x="48910" y="9810"/>
                  <a:pt x="48427" y="8661"/>
                </a:cubicBezTo>
                <a:cubicBezTo>
                  <a:pt x="47943" y="7512"/>
                  <a:pt x="46965" y="6506"/>
                  <a:pt x="45492" y="5644"/>
                </a:cubicBezTo>
                <a:cubicBezTo>
                  <a:pt x="44019" y="4783"/>
                  <a:pt x="42030" y="4352"/>
                  <a:pt x="39524" y="4352"/>
                </a:cubicBezTo>
                <a:lnTo>
                  <a:pt x="36557" y="4352"/>
                </a:lnTo>
                <a:lnTo>
                  <a:pt x="36557" y="1978"/>
                </a:lnTo>
                <a:lnTo>
                  <a:pt x="76585" y="1978"/>
                </a:lnTo>
                <a:cubicBezTo>
                  <a:pt x="87268" y="1978"/>
                  <a:pt x="95863" y="3429"/>
                  <a:pt x="102370" y="6331"/>
                </a:cubicBezTo>
                <a:cubicBezTo>
                  <a:pt x="110327" y="9892"/>
                  <a:pt x="116361" y="15277"/>
                  <a:pt x="120471" y="22487"/>
                </a:cubicBezTo>
                <a:cubicBezTo>
                  <a:pt x="124582" y="29697"/>
                  <a:pt x="126637" y="37852"/>
                  <a:pt x="126637" y="46953"/>
                </a:cubicBezTo>
                <a:cubicBezTo>
                  <a:pt x="126637" y="53239"/>
                  <a:pt x="125626" y="59032"/>
                  <a:pt x="123604" y="64329"/>
                </a:cubicBezTo>
                <a:cubicBezTo>
                  <a:pt x="121582" y="69627"/>
                  <a:pt x="118966" y="74001"/>
                  <a:pt x="115756" y="77452"/>
                </a:cubicBezTo>
                <a:cubicBezTo>
                  <a:pt x="112547" y="80903"/>
                  <a:pt x="108843" y="83673"/>
                  <a:pt x="104645" y="85761"/>
                </a:cubicBezTo>
                <a:cubicBezTo>
                  <a:pt x="100446" y="87850"/>
                  <a:pt x="95314" y="89465"/>
                  <a:pt x="89247" y="90608"/>
                </a:cubicBezTo>
                <a:cubicBezTo>
                  <a:pt x="86565" y="91136"/>
                  <a:pt x="82344" y="91400"/>
                  <a:pt x="76585" y="91400"/>
                </a:cubicBezTo>
                <a:lnTo>
                  <a:pt x="36557" y="91400"/>
                </a:lnTo>
                <a:moveTo>
                  <a:pt x="70650" y="6990"/>
                </a:moveTo>
                <a:lnTo>
                  <a:pt x="70650" y="76702"/>
                </a:lnTo>
                <a:cubicBezTo>
                  <a:pt x="70650" y="80392"/>
                  <a:pt x="70826" y="82655"/>
                  <a:pt x="71178" y="83490"/>
                </a:cubicBezTo>
                <a:cubicBezTo>
                  <a:pt x="71529" y="84324"/>
                  <a:pt x="72123" y="84960"/>
                  <a:pt x="72958" y="85399"/>
                </a:cubicBezTo>
                <a:cubicBezTo>
                  <a:pt x="74145" y="86058"/>
                  <a:pt x="75860" y="86388"/>
                  <a:pt x="78102" y="86388"/>
                </a:cubicBezTo>
                <a:cubicBezTo>
                  <a:pt x="85444" y="86388"/>
                  <a:pt x="91049" y="83884"/>
                  <a:pt x="94918" y="78876"/>
                </a:cubicBezTo>
                <a:cubicBezTo>
                  <a:pt x="100193" y="72111"/>
                  <a:pt x="102831" y="61613"/>
                  <a:pt x="102831" y="47381"/>
                </a:cubicBezTo>
                <a:cubicBezTo>
                  <a:pt x="102831" y="35917"/>
                  <a:pt x="101029" y="26758"/>
                  <a:pt x="97424" y="19905"/>
                </a:cubicBezTo>
                <a:cubicBezTo>
                  <a:pt x="94566" y="14546"/>
                  <a:pt x="90895" y="10899"/>
                  <a:pt x="86411" y="8966"/>
                </a:cubicBezTo>
                <a:cubicBezTo>
                  <a:pt x="83246" y="7605"/>
                  <a:pt x="77992" y="6946"/>
                  <a:pt x="70650" y="6990"/>
                </a:cubicBezTo>
                <a:close/>
                <a:moveTo>
                  <a:pt x="222432" y="0"/>
                </a:moveTo>
                <a:lnTo>
                  <a:pt x="222432" y="30994"/>
                </a:lnTo>
                <a:lnTo>
                  <a:pt x="219861" y="30994"/>
                </a:lnTo>
                <a:cubicBezTo>
                  <a:pt x="217926" y="22862"/>
                  <a:pt x="214321" y="16631"/>
                  <a:pt x="209046" y="12301"/>
                </a:cubicBezTo>
                <a:cubicBezTo>
                  <a:pt x="203770" y="7969"/>
                  <a:pt x="197791" y="5803"/>
                  <a:pt x="191109" y="5803"/>
                </a:cubicBezTo>
                <a:cubicBezTo>
                  <a:pt x="185525" y="5803"/>
                  <a:pt x="180404" y="7408"/>
                  <a:pt x="175743" y="10617"/>
                </a:cubicBezTo>
                <a:cubicBezTo>
                  <a:pt x="171083" y="13826"/>
                  <a:pt x="167676" y="18025"/>
                  <a:pt x="165522" y="23213"/>
                </a:cubicBezTo>
                <a:cubicBezTo>
                  <a:pt x="162752" y="29851"/>
                  <a:pt x="161367" y="37237"/>
                  <a:pt x="161367" y="45370"/>
                </a:cubicBezTo>
                <a:cubicBezTo>
                  <a:pt x="161367" y="53371"/>
                  <a:pt x="162379" y="60658"/>
                  <a:pt x="164401" y="67231"/>
                </a:cubicBezTo>
                <a:cubicBezTo>
                  <a:pt x="166423" y="73803"/>
                  <a:pt x="169589" y="78771"/>
                  <a:pt x="173897" y="82134"/>
                </a:cubicBezTo>
                <a:cubicBezTo>
                  <a:pt x="178205" y="85498"/>
                  <a:pt x="183789" y="87179"/>
                  <a:pt x="190647" y="87179"/>
                </a:cubicBezTo>
                <a:cubicBezTo>
                  <a:pt x="196274" y="87179"/>
                  <a:pt x="201429" y="85948"/>
                  <a:pt x="206111" y="83486"/>
                </a:cubicBezTo>
                <a:cubicBezTo>
                  <a:pt x="210793" y="81024"/>
                  <a:pt x="215728" y="76782"/>
                  <a:pt x="220916" y="70759"/>
                </a:cubicBezTo>
                <a:lnTo>
                  <a:pt x="220916" y="78474"/>
                </a:lnTo>
                <a:cubicBezTo>
                  <a:pt x="215904" y="83706"/>
                  <a:pt x="210683" y="87498"/>
                  <a:pt x="205254" y="89850"/>
                </a:cubicBezTo>
                <a:cubicBezTo>
                  <a:pt x="199824" y="92202"/>
                  <a:pt x="193483" y="93378"/>
                  <a:pt x="186229" y="93378"/>
                </a:cubicBezTo>
                <a:cubicBezTo>
                  <a:pt x="176689" y="93378"/>
                  <a:pt x="168215" y="91468"/>
                  <a:pt x="160807" y="87649"/>
                </a:cubicBezTo>
                <a:cubicBezTo>
                  <a:pt x="153399" y="83830"/>
                  <a:pt x="147684" y="78342"/>
                  <a:pt x="143661" y="71187"/>
                </a:cubicBezTo>
                <a:cubicBezTo>
                  <a:pt x="139639" y="64031"/>
                  <a:pt x="137627" y="56414"/>
                  <a:pt x="137627" y="48336"/>
                </a:cubicBezTo>
                <a:cubicBezTo>
                  <a:pt x="137627" y="39819"/>
                  <a:pt x="139858" y="31741"/>
                  <a:pt x="144321" y="24103"/>
                </a:cubicBezTo>
                <a:cubicBezTo>
                  <a:pt x="148783" y="16463"/>
                  <a:pt x="154806" y="10536"/>
                  <a:pt x="162390" y="6322"/>
                </a:cubicBezTo>
                <a:cubicBezTo>
                  <a:pt x="169973" y="2107"/>
                  <a:pt x="178030" y="0"/>
                  <a:pt x="186558" y="0"/>
                </a:cubicBezTo>
                <a:cubicBezTo>
                  <a:pt x="192845" y="0"/>
                  <a:pt x="199484" y="1363"/>
                  <a:pt x="206474" y="4089"/>
                </a:cubicBezTo>
                <a:cubicBezTo>
                  <a:pt x="210518" y="5671"/>
                  <a:pt x="213090" y="6463"/>
                  <a:pt x="214189" y="6463"/>
                </a:cubicBezTo>
                <a:cubicBezTo>
                  <a:pt x="215596" y="6463"/>
                  <a:pt x="216816" y="5946"/>
                  <a:pt x="217849" y="4913"/>
                </a:cubicBezTo>
                <a:cubicBezTo>
                  <a:pt x="218882" y="3880"/>
                  <a:pt x="219553" y="2242"/>
                  <a:pt x="219861" y="0"/>
                </a:cubicBezTo>
                <a:lnTo>
                  <a:pt x="222432" y="0"/>
                </a:lnTo>
                <a:close/>
                <a:moveTo>
                  <a:pt x="314996" y="1978"/>
                </a:moveTo>
                <a:lnTo>
                  <a:pt x="314996" y="26246"/>
                </a:lnTo>
                <a:lnTo>
                  <a:pt x="312622" y="26246"/>
                </a:lnTo>
                <a:cubicBezTo>
                  <a:pt x="311216" y="20643"/>
                  <a:pt x="309655" y="16618"/>
                  <a:pt x="307940" y="14170"/>
                </a:cubicBezTo>
                <a:cubicBezTo>
                  <a:pt x="306226" y="11722"/>
                  <a:pt x="303874" y="9769"/>
                  <a:pt x="300884" y="8313"/>
                </a:cubicBezTo>
                <a:cubicBezTo>
                  <a:pt x="299214" y="7519"/>
                  <a:pt x="296290" y="7122"/>
                  <a:pt x="292114" y="7122"/>
                </a:cubicBezTo>
                <a:lnTo>
                  <a:pt x="285453" y="7122"/>
                </a:lnTo>
                <a:lnTo>
                  <a:pt x="285453" y="76100"/>
                </a:lnTo>
                <a:cubicBezTo>
                  <a:pt x="285453" y="80696"/>
                  <a:pt x="285706" y="83569"/>
                  <a:pt x="286211" y="84719"/>
                </a:cubicBezTo>
                <a:cubicBezTo>
                  <a:pt x="286717" y="85867"/>
                  <a:pt x="287706" y="86872"/>
                  <a:pt x="289179" y="87733"/>
                </a:cubicBezTo>
                <a:cubicBezTo>
                  <a:pt x="290652" y="88595"/>
                  <a:pt x="292663" y="89026"/>
                  <a:pt x="295213" y="89026"/>
                </a:cubicBezTo>
                <a:lnTo>
                  <a:pt x="298180" y="89026"/>
                </a:lnTo>
                <a:lnTo>
                  <a:pt x="298180" y="91400"/>
                </a:lnTo>
                <a:lnTo>
                  <a:pt x="251360" y="91400"/>
                </a:lnTo>
                <a:lnTo>
                  <a:pt x="251360" y="89026"/>
                </a:lnTo>
                <a:lnTo>
                  <a:pt x="254327" y="89026"/>
                </a:lnTo>
                <a:cubicBezTo>
                  <a:pt x="256921" y="89026"/>
                  <a:pt x="259009" y="88562"/>
                  <a:pt x="260592" y="87635"/>
                </a:cubicBezTo>
                <a:cubicBezTo>
                  <a:pt x="261735" y="87015"/>
                  <a:pt x="262636" y="85954"/>
                  <a:pt x="263296" y="84453"/>
                </a:cubicBezTo>
                <a:cubicBezTo>
                  <a:pt x="263779" y="83392"/>
                  <a:pt x="264021" y="80608"/>
                  <a:pt x="264021" y="76100"/>
                </a:cubicBezTo>
                <a:lnTo>
                  <a:pt x="264021" y="7122"/>
                </a:lnTo>
                <a:lnTo>
                  <a:pt x="257558" y="7122"/>
                </a:lnTo>
                <a:cubicBezTo>
                  <a:pt x="251535" y="7122"/>
                  <a:pt x="247161" y="8401"/>
                  <a:pt x="244435" y="10959"/>
                </a:cubicBezTo>
                <a:cubicBezTo>
                  <a:pt x="240611" y="14533"/>
                  <a:pt x="238193" y="19628"/>
                  <a:pt x="237181" y="26246"/>
                </a:cubicBezTo>
                <a:lnTo>
                  <a:pt x="234676" y="26246"/>
                </a:lnTo>
                <a:lnTo>
                  <a:pt x="234676" y="1978"/>
                </a:lnTo>
                <a:lnTo>
                  <a:pt x="314996" y="19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24363-2B7C-4658-BA0A-E75BE9E4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850" y="5515971"/>
            <a:ext cx="828675" cy="337638"/>
          </a:xfrm>
          <a:custGeom xmlns:a="http://schemas.openxmlformats.org/drawingml/2006/main">
            <a:pathLst>
              <a:path w="828675" h="337638" fill="none">
                <a:moveTo>
                  <a:pt x="0" y="337638"/>
                </a:moveTo>
                <a:lnTo>
                  <a:pt x="562729" y="337638"/>
                </a:lnTo>
                <a:cubicBezTo>
                  <a:pt x="637760" y="337638"/>
                  <a:pt x="675275" y="300122"/>
                  <a:pt x="675275" y="225092"/>
                </a:cubicBezTo>
                <a:lnTo>
                  <a:pt x="675275" y="112546"/>
                </a:lnTo>
                <a:cubicBezTo>
                  <a:pt x="675275" y="37515"/>
                  <a:pt x="700860" y="0"/>
                  <a:pt x="752032" y="0"/>
                </a:cubicBezTo>
                <a:lnTo>
                  <a:pt x="82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67E9D-8B03-480A-9CD2-B85EEFC5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830" y="5476580"/>
            <a:ext cx="78782" cy="78782"/>
          </a:xfrm>
          <a:custGeom xmlns:a="http://schemas.openxmlformats.org/drawingml/2006/main">
            <a:pathLst>
              <a:path w="78782" h="78782">
                <a:moveTo>
                  <a:pt x="78782" y="39391"/>
                </a:moveTo>
                <a:lnTo>
                  <a:pt x="0" y="78782"/>
                </a:lnTo>
                <a:lnTo>
                  <a:pt x="19696" y="39391"/>
                </a:lnTo>
                <a:lnTo>
                  <a:pt x="0" y="0"/>
                </a:lnTo>
                <a:lnTo>
                  <a:pt x="78782" y="393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79AD2-870F-4C00-B10C-C21D9BAB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830" y="5476580"/>
            <a:ext cx="78782" cy="78782"/>
          </a:xfrm>
          <a:custGeom xmlns:a="http://schemas.openxmlformats.org/drawingml/2006/main">
            <a:pathLst>
              <a:path w="78782" h="78782" fill="none">
                <a:moveTo>
                  <a:pt x="78782" y="39391"/>
                </a:moveTo>
                <a:lnTo>
                  <a:pt x="0" y="78782"/>
                </a:lnTo>
                <a:lnTo>
                  <a:pt x="19696" y="39391"/>
                </a:lnTo>
                <a:lnTo>
                  <a:pt x="0" y="0"/>
                </a:lnTo>
                <a:lnTo>
                  <a:pt x="78782" y="393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B1B80-19D6-4D3D-8EF1-A5FB88CB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81" y="4598722"/>
            <a:ext cx="100979" cy="97704"/>
          </a:xfrm>
          <a:custGeom xmlns:a="http://schemas.openxmlformats.org/drawingml/2006/main">
            <a:pathLst>
              <a:path w="100979" h="97704">
                <a:moveTo>
                  <a:pt x="682" y="97704"/>
                </a:moveTo>
                <a:cubicBezTo>
                  <a:pt x="227" y="97340"/>
                  <a:pt x="0" y="97022"/>
                  <a:pt x="0" y="96749"/>
                </a:cubicBezTo>
                <a:cubicBezTo>
                  <a:pt x="0" y="96567"/>
                  <a:pt x="7687" y="80647"/>
                  <a:pt x="23062" y="48989"/>
                </a:cubicBezTo>
                <a:cubicBezTo>
                  <a:pt x="38436" y="17330"/>
                  <a:pt x="46305" y="1319"/>
                  <a:pt x="46669" y="955"/>
                </a:cubicBezTo>
                <a:cubicBezTo>
                  <a:pt x="46942" y="318"/>
                  <a:pt x="48215" y="0"/>
                  <a:pt x="50490" y="0"/>
                </a:cubicBezTo>
                <a:cubicBezTo>
                  <a:pt x="52582" y="0"/>
                  <a:pt x="53856" y="318"/>
                  <a:pt x="54311" y="955"/>
                </a:cubicBezTo>
                <a:cubicBezTo>
                  <a:pt x="54583" y="1319"/>
                  <a:pt x="62407" y="17330"/>
                  <a:pt x="77781" y="48989"/>
                </a:cubicBezTo>
                <a:cubicBezTo>
                  <a:pt x="93156" y="80647"/>
                  <a:pt x="100888" y="96567"/>
                  <a:pt x="100979" y="96749"/>
                </a:cubicBezTo>
                <a:cubicBezTo>
                  <a:pt x="100979" y="97022"/>
                  <a:pt x="100752" y="97340"/>
                  <a:pt x="100297" y="97704"/>
                </a:cubicBezTo>
                <a:lnTo>
                  <a:pt x="682" y="97704"/>
                </a:lnTo>
                <a:close/>
                <a:moveTo>
                  <a:pt x="62907" y="50763"/>
                </a:moveTo>
                <a:lnTo>
                  <a:pt x="46123" y="16375"/>
                </a:lnTo>
                <a:lnTo>
                  <a:pt x="12418" y="85150"/>
                </a:lnTo>
                <a:lnTo>
                  <a:pt x="45987" y="85287"/>
                </a:lnTo>
                <a:lnTo>
                  <a:pt x="79692" y="85287"/>
                </a:lnTo>
                <a:cubicBezTo>
                  <a:pt x="79692" y="85105"/>
                  <a:pt x="74097" y="73597"/>
                  <a:pt x="62907" y="507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4A9AE-05F2-4EEA-BD63-92F6F15B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81" y="4598722"/>
            <a:ext cx="100979" cy="97704"/>
          </a:xfrm>
          <a:custGeom xmlns:a="http://schemas.openxmlformats.org/drawingml/2006/main">
            <a:pathLst>
              <a:path w="100979" h="97704" fill="none">
                <a:moveTo>
                  <a:pt x="682" y="97704"/>
                </a:moveTo>
                <a:cubicBezTo>
                  <a:pt x="227" y="97340"/>
                  <a:pt x="0" y="97022"/>
                  <a:pt x="0" y="96749"/>
                </a:cubicBezTo>
                <a:cubicBezTo>
                  <a:pt x="0" y="96567"/>
                  <a:pt x="7687" y="80647"/>
                  <a:pt x="23062" y="48989"/>
                </a:cubicBezTo>
                <a:cubicBezTo>
                  <a:pt x="38436" y="17330"/>
                  <a:pt x="46305" y="1319"/>
                  <a:pt x="46669" y="955"/>
                </a:cubicBezTo>
                <a:cubicBezTo>
                  <a:pt x="46942" y="318"/>
                  <a:pt x="48215" y="0"/>
                  <a:pt x="50490" y="0"/>
                </a:cubicBezTo>
                <a:cubicBezTo>
                  <a:pt x="52582" y="0"/>
                  <a:pt x="53856" y="318"/>
                  <a:pt x="54311" y="955"/>
                </a:cubicBezTo>
                <a:cubicBezTo>
                  <a:pt x="54583" y="1319"/>
                  <a:pt x="62407" y="17330"/>
                  <a:pt x="77781" y="48989"/>
                </a:cubicBezTo>
                <a:cubicBezTo>
                  <a:pt x="93156" y="80647"/>
                  <a:pt x="100888" y="96567"/>
                  <a:pt x="100979" y="96749"/>
                </a:cubicBezTo>
                <a:cubicBezTo>
                  <a:pt x="100979" y="97022"/>
                  <a:pt x="100752" y="97340"/>
                  <a:pt x="100297" y="97704"/>
                </a:cubicBezTo>
                <a:lnTo>
                  <a:pt x="682" y="97704"/>
                </a:lnTo>
                <a:close/>
                <a:moveTo>
                  <a:pt x="62907" y="50763"/>
                </a:moveTo>
                <a:lnTo>
                  <a:pt x="46123" y="16375"/>
                </a:lnTo>
                <a:lnTo>
                  <a:pt x="12418" y="85150"/>
                </a:lnTo>
                <a:lnTo>
                  <a:pt x="45987" y="85287"/>
                </a:lnTo>
                <a:lnTo>
                  <a:pt x="79692" y="85287"/>
                </a:lnTo>
                <a:cubicBezTo>
                  <a:pt x="79692" y="85105"/>
                  <a:pt x="74097" y="73597"/>
                  <a:pt x="62907" y="507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9EF06-F24A-45F3-BCAA-0ECA0B11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734" y="4603225"/>
            <a:ext cx="136049" cy="96203"/>
          </a:xfrm>
          <a:custGeom xmlns:a="http://schemas.openxmlformats.org/drawingml/2006/main">
            <a:pathLst>
              <a:path w="136049" h="96203">
                <a:moveTo>
                  <a:pt x="52537" y="0"/>
                </a:moveTo>
                <a:cubicBezTo>
                  <a:pt x="53810" y="0"/>
                  <a:pt x="56084" y="45"/>
                  <a:pt x="59360" y="136"/>
                </a:cubicBezTo>
                <a:cubicBezTo>
                  <a:pt x="62635" y="227"/>
                  <a:pt x="65682" y="318"/>
                  <a:pt x="68502" y="409"/>
                </a:cubicBezTo>
                <a:cubicBezTo>
                  <a:pt x="73142" y="409"/>
                  <a:pt x="77008" y="364"/>
                  <a:pt x="80101" y="273"/>
                </a:cubicBezTo>
                <a:cubicBezTo>
                  <a:pt x="83194" y="182"/>
                  <a:pt x="84968" y="136"/>
                  <a:pt x="85423" y="136"/>
                </a:cubicBezTo>
                <a:cubicBezTo>
                  <a:pt x="87061" y="136"/>
                  <a:pt x="87879" y="500"/>
                  <a:pt x="87879" y="1228"/>
                </a:cubicBezTo>
                <a:cubicBezTo>
                  <a:pt x="87879" y="1592"/>
                  <a:pt x="87743" y="2274"/>
                  <a:pt x="87470" y="3275"/>
                </a:cubicBezTo>
                <a:cubicBezTo>
                  <a:pt x="87015" y="4913"/>
                  <a:pt x="86606" y="5822"/>
                  <a:pt x="86242" y="6004"/>
                </a:cubicBezTo>
                <a:cubicBezTo>
                  <a:pt x="85878" y="6186"/>
                  <a:pt x="84877" y="6277"/>
                  <a:pt x="83240" y="6277"/>
                </a:cubicBezTo>
                <a:cubicBezTo>
                  <a:pt x="80965" y="6368"/>
                  <a:pt x="79146" y="6595"/>
                  <a:pt x="77781" y="6959"/>
                </a:cubicBezTo>
                <a:cubicBezTo>
                  <a:pt x="76417" y="7323"/>
                  <a:pt x="75462" y="7687"/>
                  <a:pt x="74916" y="8051"/>
                </a:cubicBezTo>
                <a:cubicBezTo>
                  <a:pt x="74370" y="8415"/>
                  <a:pt x="74233" y="8824"/>
                  <a:pt x="74506" y="9279"/>
                </a:cubicBezTo>
                <a:cubicBezTo>
                  <a:pt x="74506" y="10371"/>
                  <a:pt x="75234" y="21197"/>
                  <a:pt x="76690" y="41756"/>
                </a:cubicBezTo>
                <a:cubicBezTo>
                  <a:pt x="78145" y="62316"/>
                  <a:pt x="78873" y="73187"/>
                  <a:pt x="78873" y="74370"/>
                </a:cubicBezTo>
                <a:lnTo>
                  <a:pt x="79146" y="73961"/>
                </a:lnTo>
                <a:cubicBezTo>
                  <a:pt x="79328" y="73688"/>
                  <a:pt x="79601" y="73233"/>
                  <a:pt x="79965" y="72596"/>
                </a:cubicBezTo>
                <a:cubicBezTo>
                  <a:pt x="80329" y="71959"/>
                  <a:pt x="80874" y="71095"/>
                  <a:pt x="81602" y="70003"/>
                </a:cubicBezTo>
                <a:cubicBezTo>
                  <a:pt x="82330" y="68912"/>
                  <a:pt x="83103" y="67547"/>
                  <a:pt x="83922" y="65910"/>
                </a:cubicBezTo>
                <a:cubicBezTo>
                  <a:pt x="84741" y="64272"/>
                  <a:pt x="85832" y="62407"/>
                  <a:pt x="87197" y="60315"/>
                </a:cubicBezTo>
                <a:cubicBezTo>
                  <a:pt x="88562" y="58222"/>
                  <a:pt x="89926" y="55766"/>
                  <a:pt x="91291" y="52946"/>
                </a:cubicBezTo>
                <a:cubicBezTo>
                  <a:pt x="92655" y="50126"/>
                  <a:pt x="94429" y="47078"/>
                  <a:pt x="96613" y="43803"/>
                </a:cubicBezTo>
                <a:cubicBezTo>
                  <a:pt x="106074" y="27064"/>
                  <a:pt x="111441" y="17512"/>
                  <a:pt x="112715" y="15147"/>
                </a:cubicBezTo>
                <a:cubicBezTo>
                  <a:pt x="113988" y="12782"/>
                  <a:pt x="114671" y="11326"/>
                  <a:pt x="114762" y="10780"/>
                </a:cubicBezTo>
                <a:cubicBezTo>
                  <a:pt x="114762" y="9416"/>
                  <a:pt x="113897" y="8324"/>
                  <a:pt x="112169" y="7505"/>
                </a:cubicBezTo>
                <a:cubicBezTo>
                  <a:pt x="110441" y="6686"/>
                  <a:pt x="108530" y="6277"/>
                  <a:pt x="106438" y="6277"/>
                </a:cubicBezTo>
                <a:cubicBezTo>
                  <a:pt x="105164" y="6277"/>
                  <a:pt x="104527" y="5822"/>
                  <a:pt x="104527" y="4913"/>
                </a:cubicBezTo>
                <a:cubicBezTo>
                  <a:pt x="104527" y="4640"/>
                  <a:pt x="104618" y="4048"/>
                  <a:pt x="104800" y="3139"/>
                </a:cubicBezTo>
                <a:cubicBezTo>
                  <a:pt x="105164" y="1683"/>
                  <a:pt x="105437" y="819"/>
                  <a:pt x="105619" y="546"/>
                </a:cubicBezTo>
                <a:cubicBezTo>
                  <a:pt x="105801" y="273"/>
                  <a:pt x="106438" y="136"/>
                  <a:pt x="107529" y="136"/>
                </a:cubicBezTo>
                <a:cubicBezTo>
                  <a:pt x="107802" y="136"/>
                  <a:pt x="108576" y="136"/>
                  <a:pt x="109849" y="136"/>
                </a:cubicBezTo>
                <a:cubicBezTo>
                  <a:pt x="111123" y="136"/>
                  <a:pt x="112897" y="136"/>
                  <a:pt x="115171" y="136"/>
                </a:cubicBezTo>
                <a:cubicBezTo>
                  <a:pt x="117445" y="136"/>
                  <a:pt x="119902" y="182"/>
                  <a:pt x="122540" y="273"/>
                </a:cubicBezTo>
                <a:cubicBezTo>
                  <a:pt x="128544" y="273"/>
                  <a:pt x="132410" y="182"/>
                  <a:pt x="134139" y="0"/>
                </a:cubicBezTo>
                <a:cubicBezTo>
                  <a:pt x="135412" y="0"/>
                  <a:pt x="136049" y="500"/>
                  <a:pt x="136049" y="1501"/>
                </a:cubicBezTo>
                <a:cubicBezTo>
                  <a:pt x="136049" y="2047"/>
                  <a:pt x="135913" y="2820"/>
                  <a:pt x="135640" y="3821"/>
                </a:cubicBezTo>
                <a:cubicBezTo>
                  <a:pt x="135367" y="4822"/>
                  <a:pt x="135049" y="5504"/>
                  <a:pt x="134685" y="5868"/>
                </a:cubicBezTo>
                <a:cubicBezTo>
                  <a:pt x="134321" y="6232"/>
                  <a:pt x="133866" y="6368"/>
                  <a:pt x="133320" y="6277"/>
                </a:cubicBezTo>
                <a:cubicBezTo>
                  <a:pt x="131319" y="6277"/>
                  <a:pt x="129499" y="6550"/>
                  <a:pt x="127862" y="7096"/>
                </a:cubicBezTo>
                <a:cubicBezTo>
                  <a:pt x="126224" y="7642"/>
                  <a:pt x="124860" y="8278"/>
                  <a:pt x="123768" y="9006"/>
                </a:cubicBezTo>
                <a:cubicBezTo>
                  <a:pt x="122676" y="9734"/>
                  <a:pt x="121812" y="10507"/>
                  <a:pt x="121175" y="11326"/>
                </a:cubicBezTo>
                <a:cubicBezTo>
                  <a:pt x="120538" y="12145"/>
                  <a:pt x="119993" y="12873"/>
                  <a:pt x="119538" y="13509"/>
                </a:cubicBezTo>
                <a:lnTo>
                  <a:pt x="118992" y="14328"/>
                </a:lnTo>
                <a:lnTo>
                  <a:pt x="95930" y="54720"/>
                </a:lnTo>
                <a:cubicBezTo>
                  <a:pt x="80647" y="81648"/>
                  <a:pt x="72960" y="95157"/>
                  <a:pt x="72869" y="95248"/>
                </a:cubicBezTo>
                <a:cubicBezTo>
                  <a:pt x="72323" y="95885"/>
                  <a:pt x="71231" y="96203"/>
                  <a:pt x="69594" y="96203"/>
                </a:cubicBezTo>
                <a:cubicBezTo>
                  <a:pt x="68229" y="96203"/>
                  <a:pt x="67365" y="95976"/>
                  <a:pt x="67001" y="95521"/>
                </a:cubicBezTo>
                <a:cubicBezTo>
                  <a:pt x="66728" y="95248"/>
                  <a:pt x="65864" y="84059"/>
                  <a:pt x="64408" y="61952"/>
                </a:cubicBezTo>
                <a:cubicBezTo>
                  <a:pt x="62953" y="39846"/>
                  <a:pt x="62180" y="28429"/>
                  <a:pt x="62089" y="27701"/>
                </a:cubicBezTo>
                <a:lnTo>
                  <a:pt x="60451" y="30157"/>
                </a:lnTo>
                <a:cubicBezTo>
                  <a:pt x="58450" y="33523"/>
                  <a:pt x="52628" y="43667"/>
                  <a:pt x="42984" y="60588"/>
                </a:cubicBezTo>
                <a:cubicBezTo>
                  <a:pt x="29884" y="83513"/>
                  <a:pt x="23243" y="95066"/>
                  <a:pt x="23062" y="95248"/>
                </a:cubicBezTo>
                <a:cubicBezTo>
                  <a:pt x="22880" y="95430"/>
                  <a:pt x="22652" y="95612"/>
                  <a:pt x="22379" y="95794"/>
                </a:cubicBezTo>
                <a:cubicBezTo>
                  <a:pt x="21924" y="96067"/>
                  <a:pt x="21106" y="96203"/>
                  <a:pt x="19923" y="96203"/>
                </a:cubicBezTo>
                <a:cubicBezTo>
                  <a:pt x="18194" y="96203"/>
                  <a:pt x="17239" y="95885"/>
                  <a:pt x="17057" y="95248"/>
                </a:cubicBezTo>
                <a:cubicBezTo>
                  <a:pt x="17057" y="94975"/>
                  <a:pt x="16057" y="80465"/>
                  <a:pt x="14055" y="51718"/>
                </a:cubicBezTo>
                <a:cubicBezTo>
                  <a:pt x="12054" y="22971"/>
                  <a:pt x="11008" y="8506"/>
                  <a:pt x="10917" y="8324"/>
                </a:cubicBezTo>
                <a:cubicBezTo>
                  <a:pt x="10735" y="7505"/>
                  <a:pt x="10280" y="7005"/>
                  <a:pt x="9552" y="6823"/>
                </a:cubicBezTo>
                <a:cubicBezTo>
                  <a:pt x="8824" y="6641"/>
                  <a:pt x="7050" y="6459"/>
                  <a:pt x="4230" y="6277"/>
                </a:cubicBezTo>
                <a:lnTo>
                  <a:pt x="955" y="6277"/>
                </a:lnTo>
                <a:cubicBezTo>
                  <a:pt x="318" y="5640"/>
                  <a:pt x="0" y="5140"/>
                  <a:pt x="0" y="4776"/>
                </a:cubicBezTo>
                <a:cubicBezTo>
                  <a:pt x="91" y="2684"/>
                  <a:pt x="682" y="1092"/>
                  <a:pt x="1774" y="0"/>
                </a:cubicBezTo>
                <a:lnTo>
                  <a:pt x="3411" y="0"/>
                </a:lnTo>
                <a:cubicBezTo>
                  <a:pt x="7232" y="273"/>
                  <a:pt x="11781" y="409"/>
                  <a:pt x="17057" y="409"/>
                </a:cubicBezTo>
                <a:cubicBezTo>
                  <a:pt x="28429" y="409"/>
                  <a:pt x="34660" y="273"/>
                  <a:pt x="35752" y="0"/>
                </a:cubicBezTo>
                <a:lnTo>
                  <a:pt x="37117" y="0"/>
                </a:lnTo>
                <a:cubicBezTo>
                  <a:pt x="37663" y="546"/>
                  <a:pt x="37935" y="955"/>
                  <a:pt x="37935" y="1228"/>
                </a:cubicBezTo>
                <a:cubicBezTo>
                  <a:pt x="37935" y="1501"/>
                  <a:pt x="37845" y="2320"/>
                  <a:pt x="37663" y="3684"/>
                </a:cubicBezTo>
                <a:cubicBezTo>
                  <a:pt x="37208" y="5049"/>
                  <a:pt x="36798" y="5913"/>
                  <a:pt x="36434" y="6277"/>
                </a:cubicBezTo>
                <a:lnTo>
                  <a:pt x="33569" y="6277"/>
                </a:lnTo>
                <a:cubicBezTo>
                  <a:pt x="28020" y="6550"/>
                  <a:pt x="25063" y="7323"/>
                  <a:pt x="24699" y="8597"/>
                </a:cubicBezTo>
                <a:cubicBezTo>
                  <a:pt x="27428" y="50444"/>
                  <a:pt x="28975" y="72460"/>
                  <a:pt x="29339" y="74643"/>
                </a:cubicBezTo>
                <a:lnTo>
                  <a:pt x="61406" y="18149"/>
                </a:lnTo>
                <a:lnTo>
                  <a:pt x="61133" y="13100"/>
                </a:lnTo>
                <a:cubicBezTo>
                  <a:pt x="60861" y="9279"/>
                  <a:pt x="60406" y="7232"/>
                  <a:pt x="59769" y="6959"/>
                </a:cubicBezTo>
                <a:cubicBezTo>
                  <a:pt x="59223" y="6595"/>
                  <a:pt x="57313" y="6368"/>
                  <a:pt x="54038" y="6277"/>
                </a:cubicBezTo>
                <a:cubicBezTo>
                  <a:pt x="52309" y="6277"/>
                  <a:pt x="51172" y="6186"/>
                  <a:pt x="50626" y="6004"/>
                </a:cubicBezTo>
                <a:cubicBezTo>
                  <a:pt x="50080" y="5822"/>
                  <a:pt x="49807" y="5413"/>
                  <a:pt x="49807" y="4776"/>
                </a:cubicBezTo>
                <a:cubicBezTo>
                  <a:pt x="49807" y="4594"/>
                  <a:pt x="49898" y="4048"/>
                  <a:pt x="50080" y="3139"/>
                </a:cubicBezTo>
                <a:cubicBezTo>
                  <a:pt x="50171" y="2775"/>
                  <a:pt x="50262" y="2365"/>
                  <a:pt x="50353" y="1910"/>
                </a:cubicBezTo>
                <a:cubicBezTo>
                  <a:pt x="50444" y="1456"/>
                  <a:pt x="50490" y="1137"/>
                  <a:pt x="50490" y="955"/>
                </a:cubicBezTo>
                <a:cubicBezTo>
                  <a:pt x="50490" y="773"/>
                  <a:pt x="50626" y="591"/>
                  <a:pt x="50899" y="409"/>
                </a:cubicBezTo>
                <a:cubicBezTo>
                  <a:pt x="51172" y="227"/>
                  <a:pt x="51354" y="136"/>
                  <a:pt x="51445" y="136"/>
                </a:cubicBezTo>
                <a:cubicBezTo>
                  <a:pt x="51536" y="136"/>
                  <a:pt x="51900" y="91"/>
                  <a:pt x="5253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6427F-B810-4F39-8693-4E3B82A7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734" y="4603225"/>
            <a:ext cx="136049" cy="96203"/>
          </a:xfrm>
          <a:custGeom xmlns:a="http://schemas.openxmlformats.org/drawingml/2006/main">
            <a:pathLst>
              <a:path w="136049" h="96203" fill="none">
                <a:moveTo>
                  <a:pt x="52537" y="0"/>
                </a:moveTo>
                <a:cubicBezTo>
                  <a:pt x="53810" y="0"/>
                  <a:pt x="56084" y="45"/>
                  <a:pt x="59360" y="136"/>
                </a:cubicBezTo>
                <a:cubicBezTo>
                  <a:pt x="62635" y="227"/>
                  <a:pt x="65682" y="318"/>
                  <a:pt x="68502" y="409"/>
                </a:cubicBezTo>
                <a:cubicBezTo>
                  <a:pt x="73142" y="409"/>
                  <a:pt x="77008" y="364"/>
                  <a:pt x="80101" y="273"/>
                </a:cubicBezTo>
                <a:cubicBezTo>
                  <a:pt x="83194" y="182"/>
                  <a:pt x="84968" y="136"/>
                  <a:pt x="85423" y="136"/>
                </a:cubicBezTo>
                <a:cubicBezTo>
                  <a:pt x="87061" y="136"/>
                  <a:pt x="87879" y="500"/>
                  <a:pt x="87879" y="1228"/>
                </a:cubicBezTo>
                <a:cubicBezTo>
                  <a:pt x="87879" y="1592"/>
                  <a:pt x="87743" y="2274"/>
                  <a:pt x="87470" y="3275"/>
                </a:cubicBezTo>
                <a:cubicBezTo>
                  <a:pt x="87015" y="4913"/>
                  <a:pt x="86606" y="5822"/>
                  <a:pt x="86242" y="6004"/>
                </a:cubicBezTo>
                <a:cubicBezTo>
                  <a:pt x="85878" y="6186"/>
                  <a:pt x="84877" y="6277"/>
                  <a:pt x="83240" y="6277"/>
                </a:cubicBezTo>
                <a:cubicBezTo>
                  <a:pt x="80965" y="6368"/>
                  <a:pt x="79146" y="6595"/>
                  <a:pt x="77781" y="6959"/>
                </a:cubicBezTo>
                <a:cubicBezTo>
                  <a:pt x="76417" y="7323"/>
                  <a:pt x="75462" y="7687"/>
                  <a:pt x="74916" y="8051"/>
                </a:cubicBezTo>
                <a:cubicBezTo>
                  <a:pt x="74370" y="8415"/>
                  <a:pt x="74233" y="8824"/>
                  <a:pt x="74506" y="9279"/>
                </a:cubicBezTo>
                <a:cubicBezTo>
                  <a:pt x="74506" y="10371"/>
                  <a:pt x="75234" y="21197"/>
                  <a:pt x="76690" y="41756"/>
                </a:cubicBezTo>
                <a:cubicBezTo>
                  <a:pt x="78145" y="62316"/>
                  <a:pt x="78873" y="73187"/>
                  <a:pt x="78873" y="74370"/>
                </a:cubicBezTo>
                <a:lnTo>
                  <a:pt x="79146" y="73961"/>
                </a:lnTo>
                <a:cubicBezTo>
                  <a:pt x="79328" y="73688"/>
                  <a:pt x="79601" y="73233"/>
                  <a:pt x="79965" y="72596"/>
                </a:cubicBezTo>
                <a:cubicBezTo>
                  <a:pt x="80329" y="71959"/>
                  <a:pt x="80874" y="71095"/>
                  <a:pt x="81602" y="70003"/>
                </a:cubicBezTo>
                <a:cubicBezTo>
                  <a:pt x="82330" y="68912"/>
                  <a:pt x="83103" y="67547"/>
                  <a:pt x="83922" y="65910"/>
                </a:cubicBezTo>
                <a:cubicBezTo>
                  <a:pt x="84741" y="64272"/>
                  <a:pt x="85832" y="62407"/>
                  <a:pt x="87197" y="60315"/>
                </a:cubicBezTo>
                <a:cubicBezTo>
                  <a:pt x="88562" y="58222"/>
                  <a:pt x="89926" y="55766"/>
                  <a:pt x="91291" y="52946"/>
                </a:cubicBezTo>
                <a:cubicBezTo>
                  <a:pt x="92655" y="50126"/>
                  <a:pt x="94429" y="47078"/>
                  <a:pt x="96613" y="43803"/>
                </a:cubicBezTo>
                <a:cubicBezTo>
                  <a:pt x="106074" y="27064"/>
                  <a:pt x="111441" y="17512"/>
                  <a:pt x="112715" y="15147"/>
                </a:cubicBezTo>
                <a:cubicBezTo>
                  <a:pt x="113988" y="12782"/>
                  <a:pt x="114671" y="11326"/>
                  <a:pt x="114762" y="10780"/>
                </a:cubicBezTo>
                <a:cubicBezTo>
                  <a:pt x="114762" y="9416"/>
                  <a:pt x="113897" y="8324"/>
                  <a:pt x="112169" y="7505"/>
                </a:cubicBezTo>
                <a:cubicBezTo>
                  <a:pt x="110441" y="6686"/>
                  <a:pt x="108530" y="6277"/>
                  <a:pt x="106438" y="6277"/>
                </a:cubicBezTo>
                <a:cubicBezTo>
                  <a:pt x="105164" y="6277"/>
                  <a:pt x="104527" y="5822"/>
                  <a:pt x="104527" y="4913"/>
                </a:cubicBezTo>
                <a:cubicBezTo>
                  <a:pt x="104527" y="4640"/>
                  <a:pt x="104618" y="4048"/>
                  <a:pt x="104800" y="3139"/>
                </a:cubicBezTo>
                <a:cubicBezTo>
                  <a:pt x="105164" y="1683"/>
                  <a:pt x="105437" y="819"/>
                  <a:pt x="105619" y="546"/>
                </a:cubicBezTo>
                <a:cubicBezTo>
                  <a:pt x="105801" y="273"/>
                  <a:pt x="106438" y="136"/>
                  <a:pt x="107529" y="136"/>
                </a:cubicBezTo>
                <a:cubicBezTo>
                  <a:pt x="107802" y="136"/>
                  <a:pt x="108576" y="136"/>
                  <a:pt x="109849" y="136"/>
                </a:cubicBezTo>
                <a:cubicBezTo>
                  <a:pt x="111123" y="136"/>
                  <a:pt x="112897" y="136"/>
                  <a:pt x="115171" y="136"/>
                </a:cubicBezTo>
                <a:cubicBezTo>
                  <a:pt x="117445" y="136"/>
                  <a:pt x="119902" y="182"/>
                  <a:pt x="122540" y="273"/>
                </a:cubicBezTo>
                <a:cubicBezTo>
                  <a:pt x="128544" y="273"/>
                  <a:pt x="132410" y="182"/>
                  <a:pt x="134139" y="0"/>
                </a:cubicBezTo>
                <a:cubicBezTo>
                  <a:pt x="135412" y="0"/>
                  <a:pt x="136049" y="500"/>
                  <a:pt x="136049" y="1501"/>
                </a:cubicBezTo>
                <a:cubicBezTo>
                  <a:pt x="136049" y="2047"/>
                  <a:pt x="135913" y="2820"/>
                  <a:pt x="135640" y="3821"/>
                </a:cubicBezTo>
                <a:cubicBezTo>
                  <a:pt x="135367" y="4822"/>
                  <a:pt x="135049" y="5504"/>
                  <a:pt x="134685" y="5868"/>
                </a:cubicBezTo>
                <a:cubicBezTo>
                  <a:pt x="134321" y="6232"/>
                  <a:pt x="133866" y="6368"/>
                  <a:pt x="133320" y="6277"/>
                </a:cubicBezTo>
                <a:cubicBezTo>
                  <a:pt x="131319" y="6277"/>
                  <a:pt x="129499" y="6550"/>
                  <a:pt x="127862" y="7096"/>
                </a:cubicBezTo>
                <a:cubicBezTo>
                  <a:pt x="126224" y="7642"/>
                  <a:pt x="124860" y="8278"/>
                  <a:pt x="123768" y="9006"/>
                </a:cubicBezTo>
                <a:cubicBezTo>
                  <a:pt x="122676" y="9734"/>
                  <a:pt x="121812" y="10507"/>
                  <a:pt x="121175" y="11326"/>
                </a:cubicBezTo>
                <a:cubicBezTo>
                  <a:pt x="120538" y="12145"/>
                  <a:pt x="119993" y="12873"/>
                  <a:pt x="119538" y="13509"/>
                </a:cubicBezTo>
                <a:lnTo>
                  <a:pt x="118992" y="14328"/>
                </a:lnTo>
                <a:lnTo>
                  <a:pt x="95930" y="54720"/>
                </a:lnTo>
                <a:cubicBezTo>
                  <a:pt x="80647" y="81648"/>
                  <a:pt x="72960" y="95157"/>
                  <a:pt x="72869" y="95248"/>
                </a:cubicBezTo>
                <a:cubicBezTo>
                  <a:pt x="72323" y="95885"/>
                  <a:pt x="71231" y="96203"/>
                  <a:pt x="69594" y="96203"/>
                </a:cubicBezTo>
                <a:cubicBezTo>
                  <a:pt x="68229" y="96203"/>
                  <a:pt x="67365" y="95976"/>
                  <a:pt x="67001" y="95521"/>
                </a:cubicBezTo>
                <a:cubicBezTo>
                  <a:pt x="66728" y="95248"/>
                  <a:pt x="65864" y="84059"/>
                  <a:pt x="64408" y="61952"/>
                </a:cubicBezTo>
                <a:cubicBezTo>
                  <a:pt x="62953" y="39846"/>
                  <a:pt x="62180" y="28429"/>
                  <a:pt x="62089" y="27701"/>
                </a:cubicBezTo>
                <a:lnTo>
                  <a:pt x="60451" y="30157"/>
                </a:lnTo>
                <a:cubicBezTo>
                  <a:pt x="58450" y="33523"/>
                  <a:pt x="52628" y="43667"/>
                  <a:pt x="42984" y="60588"/>
                </a:cubicBezTo>
                <a:cubicBezTo>
                  <a:pt x="29884" y="83513"/>
                  <a:pt x="23243" y="95066"/>
                  <a:pt x="23062" y="95248"/>
                </a:cubicBezTo>
                <a:cubicBezTo>
                  <a:pt x="22880" y="95430"/>
                  <a:pt x="22652" y="95612"/>
                  <a:pt x="22379" y="95794"/>
                </a:cubicBezTo>
                <a:cubicBezTo>
                  <a:pt x="21924" y="96067"/>
                  <a:pt x="21106" y="96203"/>
                  <a:pt x="19923" y="96203"/>
                </a:cubicBezTo>
                <a:cubicBezTo>
                  <a:pt x="18194" y="96203"/>
                  <a:pt x="17239" y="95885"/>
                  <a:pt x="17057" y="95248"/>
                </a:cubicBezTo>
                <a:cubicBezTo>
                  <a:pt x="17057" y="94975"/>
                  <a:pt x="16057" y="80465"/>
                  <a:pt x="14055" y="51718"/>
                </a:cubicBezTo>
                <a:cubicBezTo>
                  <a:pt x="12054" y="22971"/>
                  <a:pt x="11008" y="8506"/>
                  <a:pt x="10917" y="8324"/>
                </a:cubicBezTo>
                <a:cubicBezTo>
                  <a:pt x="10735" y="7505"/>
                  <a:pt x="10280" y="7005"/>
                  <a:pt x="9552" y="6823"/>
                </a:cubicBezTo>
                <a:cubicBezTo>
                  <a:pt x="8824" y="6641"/>
                  <a:pt x="7050" y="6459"/>
                  <a:pt x="4230" y="6277"/>
                </a:cubicBezTo>
                <a:lnTo>
                  <a:pt x="955" y="6277"/>
                </a:lnTo>
                <a:cubicBezTo>
                  <a:pt x="318" y="5640"/>
                  <a:pt x="0" y="5140"/>
                  <a:pt x="0" y="4776"/>
                </a:cubicBezTo>
                <a:cubicBezTo>
                  <a:pt x="91" y="2684"/>
                  <a:pt x="682" y="1092"/>
                  <a:pt x="1774" y="0"/>
                </a:cubicBezTo>
                <a:lnTo>
                  <a:pt x="3411" y="0"/>
                </a:lnTo>
                <a:cubicBezTo>
                  <a:pt x="7232" y="273"/>
                  <a:pt x="11781" y="409"/>
                  <a:pt x="17057" y="409"/>
                </a:cubicBezTo>
                <a:cubicBezTo>
                  <a:pt x="28429" y="409"/>
                  <a:pt x="34660" y="273"/>
                  <a:pt x="35752" y="0"/>
                </a:cubicBezTo>
                <a:lnTo>
                  <a:pt x="37117" y="0"/>
                </a:lnTo>
                <a:cubicBezTo>
                  <a:pt x="37663" y="546"/>
                  <a:pt x="37935" y="955"/>
                  <a:pt x="37935" y="1228"/>
                </a:cubicBezTo>
                <a:cubicBezTo>
                  <a:pt x="37935" y="1501"/>
                  <a:pt x="37845" y="2320"/>
                  <a:pt x="37663" y="3684"/>
                </a:cubicBezTo>
                <a:cubicBezTo>
                  <a:pt x="37208" y="5049"/>
                  <a:pt x="36798" y="5913"/>
                  <a:pt x="36434" y="6277"/>
                </a:cubicBezTo>
                <a:lnTo>
                  <a:pt x="33569" y="6277"/>
                </a:lnTo>
                <a:cubicBezTo>
                  <a:pt x="28020" y="6550"/>
                  <a:pt x="25063" y="7323"/>
                  <a:pt x="24699" y="8597"/>
                </a:cubicBezTo>
                <a:cubicBezTo>
                  <a:pt x="27428" y="50444"/>
                  <a:pt x="28975" y="72460"/>
                  <a:pt x="29339" y="74643"/>
                </a:cubicBezTo>
                <a:lnTo>
                  <a:pt x="61406" y="18149"/>
                </a:lnTo>
                <a:lnTo>
                  <a:pt x="61133" y="13100"/>
                </a:lnTo>
                <a:cubicBezTo>
                  <a:pt x="60861" y="9279"/>
                  <a:pt x="60406" y="7232"/>
                  <a:pt x="59769" y="6959"/>
                </a:cubicBezTo>
                <a:cubicBezTo>
                  <a:pt x="59223" y="6595"/>
                  <a:pt x="57313" y="6368"/>
                  <a:pt x="54038" y="6277"/>
                </a:cubicBezTo>
                <a:cubicBezTo>
                  <a:pt x="52309" y="6277"/>
                  <a:pt x="51172" y="6186"/>
                  <a:pt x="50626" y="6004"/>
                </a:cubicBezTo>
                <a:cubicBezTo>
                  <a:pt x="50080" y="5822"/>
                  <a:pt x="49807" y="5413"/>
                  <a:pt x="49807" y="4776"/>
                </a:cubicBezTo>
                <a:cubicBezTo>
                  <a:pt x="49807" y="4594"/>
                  <a:pt x="49898" y="4048"/>
                  <a:pt x="50080" y="3139"/>
                </a:cubicBezTo>
                <a:cubicBezTo>
                  <a:pt x="50171" y="2775"/>
                  <a:pt x="50262" y="2365"/>
                  <a:pt x="50353" y="1910"/>
                </a:cubicBezTo>
                <a:cubicBezTo>
                  <a:pt x="50444" y="1456"/>
                  <a:pt x="50490" y="1137"/>
                  <a:pt x="50490" y="955"/>
                </a:cubicBezTo>
                <a:cubicBezTo>
                  <a:pt x="50490" y="773"/>
                  <a:pt x="50626" y="591"/>
                  <a:pt x="50899" y="409"/>
                </a:cubicBezTo>
                <a:cubicBezTo>
                  <a:pt x="51172" y="227"/>
                  <a:pt x="51354" y="136"/>
                  <a:pt x="51445" y="136"/>
                </a:cubicBezTo>
                <a:cubicBezTo>
                  <a:pt x="51536" y="136"/>
                  <a:pt x="51900" y="91"/>
                  <a:pt x="5253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EF43F-21CB-4760-AF1A-95FA5A97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086" y="4651292"/>
            <a:ext cx="69270" cy="65604"/>
          </a:xfrm>
          <a:custGeom xmlns:a="http://schemas.openxmlformats.org/drawingml/2006/main">
            <a:pathLst>
              <a:path w="69270" h="65604">
                <a:moveTo>
                  <a:pt x="1640" y="65507"/>
                </a:moveTo>
                <a:cubicBezTo>
                  <a:pt x="547" y="65507"/>
                  <a:pt x="0" y="65186"/>
                  <a:pt x="0" y="64543"/>
                </a:cubicBezTo>
                <a:cubicBezTo>
                  <a:pt x="0" y="64414"/>
                  <a:pt x="96" y="63964"/>
                  <a:pt x="289" y="63192"/>
                </a:cubicBezTo>
                <a:cubicBezTo>
                  <a:pt x="547" y="62163"/>
                  <a:pt x="804" y="61584"/>
                  <a:pt x="1061" y="61455"/>
                </a:cubicBezTo>
                <a:cubicBezTo>
                  <a:pt x="1319" y="61327"/>
                  <a:pt x="2058" y="61230"/>
                  <a:pt x="3280" y="61166"/>
                </a:cubicBezTo>
                <a:cubicBezTo>
                  <a:pt x="5017" y="61166"/>
                  <a:pt x="6946" y="61069"/>
                  <a:pt x="9069" y="60877"/>
                </a:cubicBezTo>
                <a:cubicBezTo>
                  <a:pt x="9969" y="60684"/>
                  <a:pt x="10580" y="60298"/>
                  <a:pt x="10902" y="59719"/>
                </a:cubicBezTo>
                <a:cubicBezTo>
                  <a:pt x="11030" y="59397"/>
                  <a:pt x="13314" y="50361"/>
                  <a:pt x="17752" y="32609"/>
                </a:cubicBezTo>
                <a:cubicBezTo>
                  <a:pt x="22190" y="14857"/>
                  <a:pt x="24441" y="5853"/>
                  <a:pt x="24505" y="5596"/>
                </a:cubicBezTo>
                <a:cubicBezTo>
                  <a:pt x="24505" y="5145"/>
                  <a:pt x="24376" y="4920"/>
                  <a:pt x="24119" y="4920"/>
                </a:cubicBezTo>
                <a:cubicBezTo>
                  <a:pt x="23605" y="4727"/>
                  <a:pt x="21900" y="4567"/>
                  <a:pt x="19006" y="4438"/>
                </a:cubicBezTo>
                <a:lnTo>
                  <a:pt x="16015" y="4438"/>
                </a:lnTo>
                <a:cubicBezTo>
                  <a:pt x="15629" y="4052"/>
                  <a:pt x="15436" y="3795"/>
                  <a:pt x="15436" y="3666"/>
                </a:cubicBezTo>
                <a:cubicBezTo>
                  <a:pt x="15436" y="3537"/>
                  <a:pt x="15501" y="2991"/>
                  <a:pt x="15629" y="2026"/>
                </a:cubicBezTo>
                <a:cubicBezTo>
                  <a:pt x="15886" y="933"/>
                  <a:pt x="16208" y="257"/>
                  <a:pt x="16594" y="0"/>
                </a:cubicBezTo>
                <a:lnTo>
                  <a:pt x="68595" y="0"/>
                </a:lnTo>
                <a:cubicBezTo>
                  <a:pt x="69045" y="257"/>
                  <a:pt x="69270" y="611"/>
                  <a:pt x="69270" y="1061"/>
                </a:cubicBezTo>
                <a:cubicBezTo>
                  <a:pt x="69270" y="1383"/>
                  <a:pt x="68852" y="4985"/>
                  <a:pt x="68016" y="11867"/>
                </a:cubicBezTo>
                <a:cubicBezTo>
                  <a:pt x="67180" y="18749"/>
                  <a:pt x="66729" y="22286"/>
                  <a:pt x="66665" y="22479"/>
                </a:cubicBezTo>
                <a:cubicBezTo>
                  <a:pt x="66536" y="22929"/>
                  <a:pt x="65893" y="23154"/>
                  <a:pt x="64736" y="23154"/>
                </a:cubicBezTo>
                <a:lnTo>
                  <a:pt x="63578" y="23154"/>
                </a:lnTo>
                <a:cubicBezTo>
                  <a:pt x="63128" y="22833"/>
                  <a:pt x="62903" y="22415"/>
                  <a:pt x="62903" y="21900"/>
                </a:cubicBezTo>
                <a:cubicBezTo>
                  <a:pt x="62903" y="21836"/>
                  <a:pt x="62999" y="21064"/>
                  <a:pt x="63192" y="19585"/>
                </a:cubicBezTo>
                <a:cubicBezTo>
                  <a:pt x="63385" y="18105"/>
                  <a:pt x="63481" y="16401"/>
                  <a:pt x="63481" y="14471"/>
                </a:cubicBezTo>
                <a:cubicBezTo>
                  <a:pt x="63481" y="12542"/>
                  <a:pt x="63256" y="10966"/>
                  <a:pt x="62806" y="9744"/>
                </a:cubicBezTo>
                <a:cubicBezTo>
                  <a:pt x="62356" y="8522"/>
                  <a:pt x="61745" y="7525"/>
                  <a:pt x="60973" y="6753"/>
                </a:cubicBezTo>
                <a:cubicBezTo>
                  <a:pt x="60201" y="5982"/>
                  <a:pt x="59011" y="5467"/>
                  <a:pt x="57403" y="5210"/>
                </a:cubicBezTo>
                <a:cubicBezTo>
                  <a:pt x="55795" y="4952"/>
                  <a:pt x="54155" y="4727"/>
                  <a:pt x="52483" y="4534"/>
                </a:cubicBezTo>
                <a:cubicBezTo>
                  <a:pt x="50811" y="4341"/>
                  <a:pt x="48495" y="4309"/>
                  <a:pt x="45537" y="4438"/>
                </a:cubicBezTo>
                <a:lnTo>
                  <a:pt x="43318" y="4438"/>
                </a:lnTo>
                <a:cubicBezTo>
                  <a:pt x="38044" y="4502"/>
                  <a:pt x="35246" y="4599"/>
                  <a:pt x="34924" y="4727"/>
                </a:cubicBezTo>
                <a:cubicBezTo>
                  <a:pt x="34603" y="4856"/>
                  <a:pt x="34378" y="5113"/>
                  <a:pt x="34249" y="5499"/>
                </a:cubicBezTo>
                <a:cubicBezTo>
                  <a:pt x="34185" y="5563"/>
                  <a:pt x="33091" y="9776"/>
                  <a:pt x="30969" y="18138"/>
                </a:cubicBezTo>
                <a:lnTo>
                  <a:pt x="27882" y="30583"/>
                </a:lnTo>
                <a:lnTo>
                  <a:pt x="33188" y="30583"/>
                </a:lnTo>
                <a:cubicBezTo>
                  <a:pt x="33381" y="30583"/>
                  <a:pt x="34120" y="30583"/>
                  <a:pt x="35407" y="30583"/>
                </a:cubicBezTo>
                <a:cubicBezTo>
                  <a:pt x="36693" y="30583"/>
                  <a:pt x="37594" y="30551"/>
                  <a:pt x="38108" y="30486"/>
                </a:cubicBezTo>
                <a:cubicBezTo>
                  <a:pt x="38623" y="30422"/>
                  <a:pt x="39330" y="30326"/>
                  <a:pt x="40231" y="30197"/>
                </a:cubicBezTo>
                <a:cubicBezTo>
                  <a:pt x="41131" y="30068"/>
                  <a:pt x="41903" y="29843"/>
                  <a:pt x="42546" y="29522"/>
                </a:cubicBezTo>
                <a:cubicBezTo>
                  <a:pt x="43189" y="29200"/>
                  <a:pt x="43736" y="28814"/>
                  <a:pt x="44186" y="28364"/>
                </a:cubicBezTo>
                <a:cubicBezTo>
                  <a:pt x="45022" y="27592"/>
                  <a:pt x="45730" y="26531"/>
                  <a:pt x="46309" y="25180"/>
                </a:cubicBezTo>
                <a:cubicBezTo>
                  <a:pt x="46887" y="23830"/>
                  <a:pt x="47306" y="22608"/>
                  <a:pt x="47563" y="21514"/>
                </a:cubicBezTo>
                <a:cubicBezTo>
                  <a:pt x="47820" y="20421"/>
                  <a:pt x="47981" y="19842"/>
                  <a:pt x="48045" y="19778"/>
                </a:cubicBezTo>
                <a:cubicBezTo>
                  <a:pt x="48238" y="19456"/>
                  <a:pt x="48849" y="19295"/>
                  <a:pt x="49878" y="19295"/>
                </a:cubicBezTo>
                <a:lnTo>
                  <a:pt x="51036" y="19295"/>
                </a:lnTo>
                <a:cubicBezTo>
                  <a:pt x="51486" y="19617"/>
                  <a:pt x="51711" y="19938"/>
                  <a:pt x="51711" y="20260"/>
                </a:cubicBezTo>
                <a:cubicBezTo>
                  <a:pt x="51711" y="20453"/>
                  <a:pt x="50714" y="24666"/>
                  <a:pt x="48721" y="32898"/>
                </a:cubicBezTo>
                <a:cubicBezTo>
                  <a:pt x="46727" y="41131"/>
                  <a:pt x="45633" y="45376"/>
                  <a:pt x="45440" y="45633"/>
                </a:cubicBezTo>
                <a:cubicBezTo>
                  <a:pt x="45312" y="46083"/>
                  <a:pt x="44669" y="46309"/>
                  <a:pt x="43511" y="46309"/>
                </a:cubicBezTo>
                <a:lnTo>
                  <a:pt x="42353" y="46309"/>
                </a:lnTo>
                <a:cubicBezTo>
                  <a:pt x="41903" y="45923"/>
                  <a:pt x="41678" y="45537"/>
                  <a:pt x="41678" y="45151"/>
                </a:cubicBezTo>
                <a:cubicBezTo>
                  <a:pt x="41678" y="44958"/>
                  <a:pt x="41839" y="44250"/>
                  <a:pt x="42160" y="43028"/>
                </a:cubicBezTo>
                <a:cubicBezTo>
                  <a:pt x="42482" y="41806"/>
                  <a:pt x="42643" y="40520"/>
                  <a:pt x="42643" y="39169"/>
                </a:cubicBezTo>
                <a:cubicBezTo>
                  <a:pt x="42643" y="37304"/>
                  <a:pt x="41999" y="36146"/>
                  <a:pt x="40713" y="35696"/>
                </a:cubicBezTo>
                <a:cubicBezTo>
                  <a:pt x="39427" y="35246"/>
                  <a:pt x="36564" y="35021"/>
                  <a:pt x="32127" y="35021"/>
                </a:cubicBezTo>
                <a:lnTo>
                  <a:pt x="26820" y="35021"/>
                </a:lnTo>
                <a:lnTo>
                  <a:pt x="23733" y="47273"/>
                </a:lnTo>
                <a:cubicBezTo>
                  <a:pt x="21675" y="55249"/>
                  <a:pt x="20646" y="59429"/>
                  <a:pt x="20646" y="59815"/>
                </a:cubicBezTo>
                <a:cubicBezTo>
                  <a:pt x="20646" y="60716"/>
                  <a:pt x="23508" y="61166"/>
                  <a:pt x="29232" y="61166"/>
                </a:cubicBezTo>
                <a:lnTo>
                  <a:pt x="31644" y="61166"/>
                </a:lnTo>
                <a:cubicBezTo>
                  <a:pt x="32030" y="61552"/>
                  <a:pt x="32223" y="61777"/>
                  <a:pt x="32223" y="61841"/>
                </a:cubicBezTo>
                <a:cubicBezTo>
                  <a:pt x="32223" y="61906"/>
                  <a:pt x="32159" y="62549"/>
                  <a:pt x="32030" y="63771"/>
                </a:cubicBezTo>
                <a:cubicBezTo>
                  <a:pt x="31773" y="64607"/>
                  <a:pt x="31451" y="65218"/>
                  <a:pt x="31065" y="65604"/>
                </a:cubicBezTo>
                <a:lnTo>
                  <a:pt x="29425" y="65604"/>
                </a:lnTo>
                <a:cubicBezTo>
                  <a:pt x="26788" y="65475"/>
                  <a:pt x="21932" y="65411"/>
                  <a:pt x="14857" y="65411"/>
                </a:cubicBezTo>
                <a:cubicBezTo>
                  <a:pt x="10677" y="65411"/>
                  <a:pt x="7493" y="65411"/>
                  <a:pt x="5306" y="65411"/>
                </a:cubicBezTo>
                <a:cubicBezTo>
                  <a:pt x="3119" y="65411"/>
                  <a:pt x="1897" y="65443"/>
                  <a:pt x="1640" y="65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9773E-6AB7-4BF0-AB9F-909EA6B1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086" y="4651292"/>
            <a:ext cx="69270" cy="65604"/>
          </a:xfrm>
          <a:custGeom xmlns:a="http://schemas.openxmlformats.org/drawingml/2006/main">
            <a:pathLst>
              <a:path w="69270" h="65604" fill="none">
                <a:moveTo>
                  <a:pt x="1640" y="65507"/>
                </a:moveTo>
                <a:cubicBezTo>
                  <a:pt x="547" y="65507"/>
                  <a:pt x="0" y="65186"/>
                  <a:pt x="0" y="64543"/>
                </a:cubicBezTo>
                <a:cubicBezTo>
                  <a:pt x="0" y="64414"/>
                  <a:pt x="96" y="63964"/>
                  <a:pt x="289" y="63192"/>
                </a:cubicBezTo>
                <a:cubicBezTo>
                  <a:pt x="547" y="62163"/>
                  <a:pt x="804" y="61584"/>
                  <a:pt x="1061" y="61455"/>
                </a:cubicBezTo>
                <a:cubicBezTo>
                  <a:pt x="1319" y="61327"/>
                  <a:pt x="2058" y="61230"/>
                  <a:pt x="3280" y="61166"/>
                </a:cubicBezTo>
                <a:cubicBezTo>
                  <a:pt x="5017" y="61166"/>
                  <a:pt x="6946" y="61069"/>
                  <a:pt x="9069" y="60877"/>
                </a:cubicBezTo>
                <a:cubicBezTo>
                  <a:pt x="9969" y="60684"/>
                  <a:pt x="10580" y="60298"/>
                  <a:pt x="10902" y="59719"/>
                </a:cubicBezTo>
                <a:cubicBezTo>
                  <a:pt x="11030" y="59397"/>
                  <a:pt x="13314" y="50361"/>
                  <a:pt x="17752" y="32609"/>
                </a:cubicBezTo>
                <a:cubicBezTo>
                  <a:pt x="22190" y="14857"/>
                  <a:pt x="24441" y="5853"/>
                  <a:pt x="24505" y="5596"/>
                </a:cubicBezTo>
                <a:cubicBezTo>
                  <a:pt x="24505" y="5145"/>
                  <a:pt x="24376" y="4920"/>
                  <a:pt x="24119" y="4920"/>
                </a:cubicBezTo>
                <a:cubicBezTo>
                  <a:pt x="23605" y="4727"/>
                  <a:pt x="21900" y="4567"/>
                  <a:pt x="19006" y="4438"/>
                </a:cubicBezTo>
                <a:lnTo>
                  <a:pt x="16015" y="4438"/>
                </a:lnTo>
                <a:cubicBezTo>
                  <a:pt x="15629" y="4052"/>
                  <a:pt x="15436" y="3795"/>
                  <a:pt x="15436" y="3666"/>
                </a:cubicBezTo>
                <a:cubicBezTo>
                  <a:pt x="15436" y="3537"/>
                  <a:pt x="15501" y="2991"/>
                  <a:pt x="15629" y="2026"/>
                </a:cubicBezTo>
                <a:cubicBezTo>
                  <a:pt x="15886" y="933"/>
                  <a:pt x="16208" y="257"/>
                  <a:pt x="16594" y="0"/>
                </a:cubicBezTo>
                <a:lnTo>
                  <a:pt x="68595" y="0"/>
                </a:lnTo>
                <a:cubicBezTo>
                  <a:pt x="69045" y="257"/>
                  <a:pt x="69270" y="611"/>
                  <a:pt x="69270" y="1061"/>
                </a:cubicBezTo>
                <a:cubicBezTo>
                  <a:pt x="69270" y="1383"/>
                  <a:pt x="68852" y="4985"/>
                  <a:pt x="68016" y="11867"/>
                </a:cubicBezTo>
                <a:cubicBezTo>
                  <a:pt x="67180" y="18749"/>
                  <a:pt x="66729" y="22286"/>
                  <a:pt x="66665" y="22479"/>
                </a:cubicBezTo>
                <a:cubicBezTo>
                  <a:pt x="66536" y="22929"/>
                  <a:pt x="65893" y="23154"/>
                  <a:pt x="64736" y="23154"/>
                </a:cubicBezTo>
                <a:lnTo>
                  <a:pt x="63578" y="23154"/>
                </a:lnTo>
                <a:cubicBezTo>
                  <a:pt x="63128" y="22833"/>
                  <a:pt x="62903" y="22415"/>
                  <a:pt x="62903" y="21900"/>
                </a:cubicBezTo>
                <a:cubicBezTo>
                  <a:pt x="62903" y="21836"/>
                  <a:pt x="62999" y="21064"/>
                  <a:pt x="63192" y="19585"/>
                </a:cubicBezTo>
                <a:cubicBezTo>
                  <a:pt x="63385" y="18105"/>
                  <a:pt x="63481" y="16401"/>
                  <a:pt x="63481" y="14471"/>
                </a:cubicBezTo>
                <a:cubicBezTo>
                  <a:pt x="63481" y="12542"/>
                  <a:pt x="63256" y="10966"/>
                  <a:pt x="62806" y="9744"/>
                </a:cubicBezTo>
                <a:cubicBezTo>
                  <a:pt x="62356" y="8522"/>
                  <a:pt x="61745" y="7525"/>
                  <a:pt x="60973" y="6753"/>
                </a:cubicBezTo>
                <a:cubicBezTo>
                  <a:pt x="60201" y="5982"/>
                  <a:pt x="59011" y="5467"/>
                  <a:pt x="57403" y="5210"/>
                </a:cubicBezTo>
                <a:cubicBezTo>
                  <a:pt x="55795" y="4952"/>
                  <a:pt x="54155" y="4727"/>
                  <a:pt x="52483" y="4534"/>
                </a:cubicBezTo>
                <a:cubicBezTo>
                  <a:pt x="50811" y="4341"/>
                  <a:pt x="48495" y="4309"/>
                  <a:pt x="45537" y="4438"/>
                </a:cubicBezTo>
                <a:lnTo>
                  <a:pt x="43318" y="4438"/>
                </a:lnTo>
                <a:cubicBezTo>
                  <a:pt x="38044" y="4502"/>
                  <a:pt x="35246" y="4599"/>
                  <a:pt x="34924" y="4727"/>
                </a:cubicBezTo>
                <a:cubicBezTo>
                  <a:pt x="34603" y="4856"/>
                  <a:pt x="34378" y="5113"/>
                  <a:pt x="34249" y="5499"/>
                </a:cubicBezTo>
                <a:cubicBezTo>
                  <a:pt x="34185" y="5563"/>
                  <a:pt x="33091" y="9776"/>
                  <a:pt x="30969" y="18138"/>
                </a:cubicBezTo>
                <a:lnTo>
                  <a:pt x="27882" y="30583"/>
                </a:lnTo>
                <a:lnTo>
                  <a:pt x="33188" y="30583"/>
                </a:lnTo>
                <a:cubicBezTo>
                  <a:pt x="33381" y="30583"/>
                  <a:pt x="34120" y="30583"/>
                  <a:pt x="35407" y="30583"/>
                </a:cubicBezTo>
                <a:cubicBezTo>
                  <a:pt x="36693" y="30583"/>
                  <a:pt x="37594" y="30551"/>
                  <a:pt x="38108" y="30486"/>
                </a:cubicBezTo>
                <a:cubicBezTo>
                  <a:pt x="38623" y="30422"/>
                  <a:pt x="39330" y="30326"/>
                  <a:pt x="40231" y="30197"/>
                </a:cubicBezTo>
                <a:cubicBezTo>
                  <a:pt x="41131" y="30068"/>
                  <a:pt x="41903" y="29843"/>
                  <a:pt x="42546" y="29522"/>
                </a:cubicBezTo>
                <a:cubicBezTo>
                  <a:pt x="43189" y="29200"/>
                  <a:pt x="43736" y="28814"/>
                  <a:pt x="44186" y="28364"/>
                </a:cubicBezTo>
                <a:cubicBezTo>
                  <a:pt x="45022" y="27592"/>
                  <a:pt x="45730" y="26531"/>
                  <a:pt x="46309" y="25180"/>
                </a:cubicBezTo>
                <a:cubicBezTo>
                  <a:pt x="46887" y="23830"/>
                  <a:pt x="47306" y="22608"/>
                  <a:pt x="47563" y="21514"/>
                </a:cubicBezTo>
                <a:cubicBezTo>
                  <a:pt x="47820" y="20421"/>
                  <a:pt x="47981" y="19842"/>
                  <a:pt x="48045" y="19778"/>
                </a:cubicBezTo>
                <a:cubicBezTo>
                  <a:pt x="48238" y="19456"/>
                  <a:pt x="48849" y="19295"/>
                  <a:pt x="49878" y="19295"/>
                </a:cubicBezTo>
                <a:lnTo>
                  <a:pt x="51036" y="19295"/>
                </a:lnTo>
                <a:cubicBezTo>
                  <a:pt x="51486" y="19617"/>
                  <a:pt x="51711" y="19938"/>
                  <a:pt x="51711" y="20260"/>
                </a:cubicBezTo>
                <a:cubicBezTo>
                  <a:pt x="51711" y="20453"/>
                  <a:pt x="50714" y="24666"/>
                  <a:pt x="48721" y="32898"/>
                </a:cubicBezTo>
                <a:cubicBezTo>
                  <a:pt x="46727" y="41131"/>
                  <a:pt x="45633" y="45376"/>
                  <a:pt x="45440" y="45633"/>
                </a:cubicBezTo>
                <a:cubicBezTo>
                  <a:pt x="45312" y="46083"/>
                  <a:pt x="44669" y="46309"/>
                  <a:pt x="43511" y="46309"/>
                </a:cubicBezTo>
                <a:lnTo>
                  <a:pt x="42353" y="46309"/>
                </a:lnTo>
                <a:cubicBezTo>
                  <a:pt x="41903" y="45923"/>
                  <a:pt x="41678" y="45537"/>
                  <a:pt x="41678" y="45151"/>
                </a:cubicBezTo>
                <a:cubicBezTo>
                  <a:pt x="41678" y="44958"/>
                  <a:pt x="41839" y="44250"/>
                  <a:pt x="42160" y="43028"/>
                </a:cubicBezTo>
                <a:cubicBezTo>
                  <a:pt x="42482" y="41806"/>
                  <a:pt x="42643" y="40520"/>
                  <a:pt x="42643" y="39169"/>
                </a:cubicBezTo>
                <a:cubicBezTo>
                  <a:pt x="42643" y="37304"/>
                  <a:pt x="41999" y="36146"/>
                  <a:pt x="40713" y="35696"/>
                </a:cubicBezTo>
                <a:cubicBezTo>
                  <a:pt x="39427" y="35246"/>
                  <a:pt x="36564" y="35021"/>
                  <a:pt x="32127" y="35021"/>
                </a:cubicBezTo>
                <a:lnTo>
                  <a:pt x="26820" y="35021"/>
                </a:lnTo>
                <a:lnTo>
                  <a:pt x="23733" y="47273"/>
                </a:lnTo>
                <a:cubicBezTo>
                  <a:pt x="21675" y="55249"/>
                  <a:pt x="20646" y="59429"/>
                  <a:pt x="20646" y="59815"/>
                </a:cubicBezTo>
                <a:cubicBezTo>
                  <a:pt x="20646" y="60716"/>
                  <a:pt x="23508" y="61166"/>
                  <a:pt x="29232" y="61166"/>
                </a:cubicBezTo>
                <a:lnTo>
                  <a:pt x="31644" y="61166"/>
                </a:lnTo>
                <a:cubicBezTo>
                  <a:pt x="32030" y="61552"/>
                  <a:pt x="32223" y="61777"/>
                  <a:pt x="32223" y="61841"/>
                </a:cubicBezTo>
                <a:cubicBezTo>
                  <a:pt x="32223" y="61906"/>
                  <a:pt x="32159" y="62549"/>
                  <a:pt x="32030" y="63771"/>
                </a:cubicBezTo>
                <a:cubicBezTo>
                  <a:pt x="31773" y="64607"/>
                  <a:pt x="31451" y="65218"/>
                  <a:pt x="31065" y="65604"/>
                </a:cubicBezTo>
                <a:lnTo>
                  <a:pt x="29425" y="65604"/>
                </a:lnTo>
                <a:cubicBezTo>
                  <a:pt x="26788" y="65475"/>
                  <a:pt x="21932" y="65411"/>
                  <a:pt x="14857" y="65411"/>
                </a:cubicBezTo>
                <a:cubicBezTo>
                  <a:pt x="10677" y="65411"/>
                  <a:pt x="7493" y="65411"/>
                  <a:pt x="5306" y="65411"/>
                </a:cubicBezTo>
                <a:cubicBezTo>
                  <a:pt x="3119" y="65411"/>
                  <a:pt x="1897" y="65443"/>
                  <a:pt x="1640" y="655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6" cap="flat">
            <a:solidFill>
              <a:srgbClr val="000000">
                <a:alpha val="1850"/>
              </a:srgbClr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02DA1-68ED-4BD4-B40E-D4E56B6E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366" y="4238575"/>
            <a:ext cx="100979" cy="97704"/>
          </a:xfrm>
          <a:custGeom xmlns:a="http://schemas.openxmlformats.org/drawingml/2006/main">
            <a:pathLst>
              <a:path w="100979" h="97704">
                <a:moveTo>
                  <a:pt x="682" y="97704"/>
                </a:moveTo>
                <a:cubicBezTo>
                  <a:pt x="227" y="97340"/>
                  <a:pt x="0" y="97022"/>
                  <a:pt x="0" y="96749"/>
                </a:cubicBezTo>
                <a:cubicBezTo>
                  <a:pt x="0" y="96567"/>
                  <a:pt x="7687" y="80647"/>
                  <a:pt x="23062" y="48989"/>
                </a:cubicBezTo>
                <a:cubicBezTo>
                  <a:pt x="38436" y="17330"/>
                  <a:pt x="46305" y="1319"/>
                  <a:pt x="46669" y="955"/>
                </a:cubicBezTo>
                <a:cubicBezTo>
                  <a:pt x="46942" y="318"/>
                  <a:pt x="48215" y="0"/>
                  <a:pt x="50490" y="0"/>
                </a:cubicBezTo>
                <a:cubicBezTo>
                  <a:pt x="52582" y="0"/>
                  <a:pt x="53856" y="318"/>
                  <a:pt x="54311" y="955"/>
                </a:cubicBezTo>
                <a:cubicBezTo>
                  <a:pt x="54583" y="1319"/>
                  <a:pt x="62407" y="17330"/>
                  <a:pt x="77781" y="48989"/>
                </a:cubicBezTo>
                <a:cubicBezTo>
                  <a:pt x="93156" y="80647"/>
                  <a:pt x="100888" y="96567"/>
                  <a:pt x="100979" y="96749"/>
                </a:cubicBezTo>
                <a:cubicBezTo>
                  <a:pt x="100979" y="97022"/>
                  <a:pt x="100752" y="97340"/>
                  <a:pt x="100297" y="97704"/>
                </a:cubicBezTo>
                <a:lnTo>
                  <a:pt x="682" y="97704"/>
                </a:lnTo>
                <a:close/>
                <a:moveTo>
                  <a:pt x="62907" y="50763"/>
                </a:moveTo>
                <a:lnTo>
                  <a:pt x="46123" y="16375"/>
                </a:lnTo>
                <a:lnTo>
                  <a:pt x="12418" y="85150"/>
                </a:lnTo>
                <a:lnTo>
                  <a:pt x="45987" y="85287"/>
                </a:lnTo>
                <a:lnTo>
                  <a:pt x="79692" y="85287"/>
                </a:lnTo>
                <a:cubicBezTo>
                  <a:pt x="79692" y="85105"/>
                  <a:pt x="74097" y="73597"/>
                  <a:pt x="62907" y="507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AB814-DCA7-4F7B-8CA7-080DCB48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366" y="4238575"/>
            <a:ext cx="100979" cy="97704"/>
          </a:xfrm>
          <a:custGeom xmlns:a="http://schemas.openxmlformats.org/drawingml/2006/main">
            <a:pathLst>
              <a:path w="100979" h="97704" fill="none">
                <a:moveTo>
                  <a:pt x="682" y="97704"/>
                </a:moveTo>
                <a:cubicBezTo>
                  <a:pt x="227" y="97340"/>
                  <a:pt x="0" y="97022"/>
                  <a:pt x="0" y="96749"/>
                </a:cubicBezTo>
                <a:cubicBezTo>
                  <a:pt x="0" y="96567"/>
                  <a:pt x="7687" y="80647"/>
                  <a:pt x="23062" y="48989"/>
                </a:cubicBezTo>
                <a:cubicBezTo>
                  <a:pt x="38436" y="17330"/>
                  <a:pt x="46305" y="1319"/>
                  <a:pt x="46669" y="955"/>
                </a:cubicBezTo>
                <a:cubicBezTo>
                  <a:pt x="46942" y="318"/>
                  <a:pt x="48215" y="0"/>
                  <a:pt x="50490" y="0"/>
                </a:cubicBezTo>
                <a:cubicBezTo>
                  <a:pt x="52582" y="0"/>
                  <a:pt x="53856" y="318"/>
                  <a:pt x="54311" y="955"/>
                </a:cubicBezTo>
                <a:cubicBezTo>
                  <a:pt x="54583" y="1319"/>
                  <a:pt x="62407" y="17330"/>
                  <a:pt x="77781" y="48989"/>
                </a:cubicBezTo>
                <a:cubicBezTo>
                  <a:pt x="93156" y="80647"/>
                  <a:pt x="100888" y="96567"/>
                  <a:pt x="100979" y="96749"/>
                </a:cubicBezTo>
                <a:cubicBezTo>
                  <a:pt x="100979" y="97022"/>
                  <a:pt x="100752" y="97340"/>
                  <a:pt x="100297" y="97704"/>
                </a:cubicBezTo>
                <a:lnTo>
                  <a:pt x="682" y="97704"/>
                </a:lnTo>
                <a:close/>
                <a:moveTo>
                  <a:pt x="62907" y="50763"/>
                </a:moveTo>
                <a:lnTo>
                  <a:pt x="46123" y="16375"/>
                </a:lnTo>
                <a:lnTo>
                  <a:pt x="12418" y="85150"/>
                </a:lnTo>
                <a:lnTo>
                  <a:pt x="45987" y="85287"/>
                </a:lnTo>
                <a:lnTo>
                  <a:pt x="79692" y="85287"/>
                </a:lnTo>
                <a:cubicBezTo>
                  <a:pt x="79692" y="85105"/>
                  <a:pt x="74097" y="73597"/>
                  <a:pt x="62907" y="507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B8E40-6DDB-470B-8BA9-5ABCCB39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718" y="4243078"/>
            <a:ext cx="136049" cy="96203"/>
          </a:xfrm>
          <a:custGeom xmlns:a="http://schemas.openxmlformats.org/drawingml/2006/main">
            <a:pathLst>
              <a:path w="136049" h="96203">
                <a:moveTo>
                  <a:pt x="52537" y="0"/>
                </a:moveTo>
                <a:cubicBezTo>
                  <a:pt x="53810" y="0"/>
                  <a:pt x="56084" y="45"/>
                  <a:pt x="59360" y="136"/>
                </a:cubicBezTo>
                <a:cubicBezTo>
                  <a:pt x="62635" y="227"/>
                  <a:pt x="65682" y="318"/>
                  <a:pt x="68502" y="409"/>
                </a:cubicBezTo>
                <a:cubicBezTo>
                  <a:pt x="73142" y="409"/>
                  <a:pt x="77008" y="364"/>
                  <a:pt x="80101" y="273"/>
                </a:cubicBezTo>
                <a:cubicBezTo>
                  <a:pt x="83194" y="182"/>
                  <a:pt x="84968" y="136"/>
                  <a:pt x="85423" y="136"/>
                </a:cubicBezTo>
                <a:cubicBezTo>
                  <a:pt x="87061" y="136"/>
                  <a:pt x="87879" y="500"/>
                  <a:pt x="87879" y="1228"/>
                </a:cubicBezTo>
                <a:cubicBezTo>
                  <a:pt x="87879" y="1592"/>
                  <a:pt x="87743" y="2274"/>
                  <a:pt x="87470" y="3275"/>
                </a:cubicBezTo>
                <a:cubicBezTo>
                  <a:pt x="87015" y="4913"/>
                  <a:pt x="86606" y="5822"/>
                  <a:pt x="86242" y="6004"/>
                </a:cubicBezTo>
                <a:cubicBezTo>
                  <a:pt x="85878" y="6186"/>
                  <a:pt x="84877" y="6277"/>
                  <a:pt x="83240" y="6277"/>
                </a:cubicBezTo>
                <a:cubicBezTo>
                  <a:pt x="80965" y="6368"/>
                  <a:pt x="79146" y="6595"/>
                  <a:pt x="77781" y="6959"/>
                </a:cubicBezTo>
                <a:cubicBezTo>
                  <a:pt x="76417" y="7323"/>
                  <a:pt x="75462" y="7687"/>
                  <a:pt x="74916" y="8051"/>
                </a:cubicBezTo>
                <a:cubicBezTo>
                  <a:pt x="74370" y="8415"/>
                  <a:pt x="74233" y="8824"/>
                  <a:pt x="74506" y="9279"/>
                </a:cubicBezTo>
                <a:cubicBezTo>
                  <a:pt x="74506" y="10371"/>
                  <a:pt x="75234" y="21197"/>
                  <a:pt x="76690" y="41756"/>
                </a:cubicBezTo>
                <a:cubicBezTo>
                  <a:pt x="78145" y="62316"/>
                  <a:pt x="78873" y="73187"/>
                  <a:pt x="78873" y="74370"/>
                </a:cubicBezTo>
                <a:lnTo>
                  <a:pt x="79146" y="73961"/>
                </a:lnTo>
                <a:cubicBezTo>
                  <a:pt x="79328" y="73688"/>
                  <a:pt x="79601" y="73233"/>
                  <a:pt x="79965" y="72596"/>
                </a:cubicBezTo>
                <a:cubicBezTo>
                  <a:pt x="80329" y="71959"/>
                  <a:pt x="80874" y="71095"/>
                  <a:pt x="81602" y="70003"/>
                </a:cubicBezTo>
                <a:cubicBezTo>
                  <a:pt x="82330" y="68912"/>
                  <a:pt x="83103" y="67547"/>
                  <a:pt x="83922" y="65910"/>
                </a:cubicBezTo>
                <a:cubicBezTo>
                  <a:pt x="84741" y="64272"/>
                  <a:pt x="85832" y="62407"/>
                  <a:pt x="87197" y="60315"/>
                </a:cubicBezTo>
                <a:cubicBezTo>
                  <a:pt x="88562" y="58222"/>
                  <a:pt x="89926" y="55766"/>
                  <a:pt x="91291" y="52946"/>
                </a:cubicBezTo>
                <a:cubicBezTo>
                  <a:pt x="92655" y="50126"/>
                  <a:pt x="94429" y="47078"/>
                  <a:pt x="96613" y="43803"/>
                </a:cubicBezTo>
                <a:cubicBezTo>
                  <a:pt x="106074" y="27064"/>
                  <a:pt x="111441" y="17512"/>
                  <a:pt x="112715" y="15147"/>
                </a:cubicBezTo>
                <a:cubicBezTo>
                  <a:pt x="113988" y="12782"/>
                  <a:pt x="114671" y="11326"/>
                  <a:pt x="114762" y="10780"/>
                </a:cubicBezTo>
                <a:cubicBezTo>
                  <a:pt x="114762" y="9416"/>
                  <a:pt x="113897" y="8324"/>
                  <a:pt x="112169" y="7505"/>
                </a:cubicBezTo>
                <a:cubicBezTo>
                  <a:pt x="110441" y="6686"/>
                  <a:pt x="108530" y="6277"/>
                  <a:pt x="106438" y="6277"/>
                </a:cubicBezTo>
                <a:cubicBezTo>
                  <a:pt x="105164" y="6277"/>
                  <a:pt x="104527" y="5822"/>
                  <a:pt x="104527" y="4913"/>
                </a:cubicBezTo>
                <a:cubicBezTo>
                  <a:pt x="104527" y="4640"/>
                  <a:pt x="104618" y="4048"/>
                  <a:pt x="104800" y="3139"/>
                </a:cubicBezTo>
                <a:cubicBezTo>
                  <a:pt x="105164" y="1683"/>
                  <a:pt x="105437" y="819"/>
                  <a:pt x="105619" y="546"/>
                </a:cubicBezTo>
                <a:cubicBezTo>
                  <a:pt x="105801" y="273"/>
                  <a:pt x="106438" y="136"/>
                  <a:pt x="107529" y="136"/>
                </a:cubicBezTo>
                <a:cubicBezTo>
                  <a:pt x="107802" y="136"/>
                  <a:pt x="108576" y="136"/>
                  <a:pt x="109849" y="136"/>
                </a:cubicBezTo>
                <a:cubicBezTo>
                  <a:pt x="111123" y="136"/>
                  <a:pt x="112897" y="136"/>
                  <a:pt x="115171" y="136"/>
                </a:cubicBezTo>
                <a:cubicBezTo>
                  <a:pt x="117445" y="136"/>
                  <a:pt x="119902" y="182"/>
                  <a:pt x="122540" y="273"/>
                </a:cubicBezTo>
                <a:cubicBezTo>
                  <a:pt x="128544" y="273"/>
                  <a:pt x="132410" y="182"/>
                  <a:pt x="134139" y="0"/>
                </a:cubicBezTo>
                <a:cubicBezTo>
                  <a:pt x="135412" y="0"/>
                  <a:pt x="136049" y="500"/>
                  <a:pt x="136049" y="1501"/>
                </a:cubicBezTo>
                <a:cubicBezTo>
                  <a:pt x="136049" y="2047"/>
                  <a:pt x="135913" y="2820"/>
                  <a:pt x="135640" y="3821"/>
                </a:cubicBezTo>
                <a:cubicBezTo>
                  <a:pt x="135367" y="4822"/>
                  <a:pt x="135049" y="5504"/>
                  <a:pt x="134685" y="5868"/>
                </a:cubicBezTo>
                <a:cubicBezTo>
                  <a:pt x="134321" y="6232"/>
                  <a:pt x="133866" y="6368"/>
                  <a:pt x="133320" y="6277"/>
                </a:cubicBezTo>
                <a:cubicBezTo>
                  <a:pt x="131319" y="6277"/>
                  <a:pt x="129499" y="6550"/>
                  <a:pt x="127862" y="7096"/>
                </a:cubicBezTo>
                <a:cubicBezTo>
                  <a:pt x="126224" y="7642"/>
                  <a:pt x="124860" y="8278"/>
                  <a:pt x="123768" y="9006"/>
                </a:cubicBezTo>
                <a:cubicBezTo>
                  <a:pt x="122676" y="9734"/>
                  <a:pt x="121812" y="10507"/>
                  <a:pt x="121175" y="11326"/>
                </a:cubicBezTo>
                <a:cubicBezTo>
                  <a:pt x="120538" y="12145"/>
                  <a:pt x="119993" y="12873"/>
                  <a:pt x="119538" y="13509"/>
                </a:cubicBezTo>
                <a:lnTo>
                  <a:pt x="118992" y="14328"/>
                </a:lnTo>
                <a:lnTo>
                  <a:pt x="95930" y="54720"/>
                </a:lnTo>
                <a:cubicBezTo>
                  <a:pt x="80647" y="81648"/>
                  <a:pt x="72960" y="95157"/>
                  <a:pt x="72869" y="95248"/>
                </a:cubicBezTo>
                <a:cubicBezTo>
                  <a:pt x="72323" y="95885"/>
                  <a:pt x="71231" y="96203"/>
                  <a:pt x="69594" y="96203"/>
                </a:cubicBezTo>
                <a:cubicBezTo>
                  <a:pt x="68229" y="96203"/>
                  <a:pt x="67365" y="95976"/>
                  <a:pt x="67001" y="95521"/>
                </a:cubicBezTo>
                <a:cubicBezTo>
                  <a:pt x="66728" y="95248"/>
                  <a:pt x="65864" y="84059"/>
                  <a:pt x="64408" y="61952"/>
                </a:cubicBezTo>
                <a:cubicBezTo>
                  <a:pt x="62953" y="39846"/>
                  <a:pt x="62180" y="28429"/>
                  <a:pt x="62089" y="27701"/>
                </a:cubicBezTo>
                <a:lnTo>
                  <a:pt x="60451" y="30157"/>
                </a:lnTo>
                <a:cubicBezTo>
                  <a:pt x="58450" y="33523"/>
                  <a:pt x="52628" y="43667"/>
                  <a:pt x="42984" y="60588"/>
                </a:cubicBezTo>
                <a:cubicBezTo>
                  <a:pt x="29884" y="83513"/>
                  <a:pt x="23243" y="95066"/>
                  <a:pt x="23062" y="95248"/>
                </a:cubicBezTo>
                <a:cubicBezTo>
                  <a:pt x="22880" y="95430"/>
                  <a:pt x="22652" y="95612"/>
                  <a:pt x="22379" y="95794"/>
                </a:cubicBezTo>
                <a:cubicBezTo>
                  <a:pt x="21924" y="96067"/>
                  <a:pt x="21106" y="96203"/>
                  <a:pt x="19923" y="96203"/>
                </a:cubicBezTo>
                <a:cubicBezTo>
                  <a:pt x="18194" y="96203"/>
                  <a:pt x="17239" y="95885"/>
                  <a:pt x="17057" y="95248"/>
                </a:cubicBezTo>
                <a:cubicBezTo>
                  <a:pt x="17057" y="94975"/>
                  <a:pt x="16057" y="80465"/>
                  <a:pt x="14055" y="51718"/>
                </a:cubicBezTo>
                <a:cubicBezTo>
                  <a:pt x="12054" y="22971"/>
                  <a:pt x="11008" y="8506"/>
                  <a:pt x="10917" y="8324"/>
                </a:cubicBezTo>
                <a:cubicBezTo>
                  <a:pt x="10735" y="7505"/>
                  <a:pt x="10280" y="7005"/>
                  <a:pt x="9552" y="6823"/>
                </a:cubicBezTo>
                <a:cubicBezTo>
                  <a:pt x="8824" y="6641"/>
                  <a:pt x="7050" y="6459"/>
                  <a:pt x="4230" y="6277"/>
                </a:cubicBezTo>
                <a:lnTo>
                  <a:pt x="955" y="6277"/>
                </a:lnTo>
                <a:cubicBezTo>
                  <a:pt x="318" y="5640"/>
                  <a:pt x="0" y="5140"/>
                  <a:pt x="0" y="4776"/>
                </a:cubicBezTo>
                <a:cubicBezTo>
                  <a:pt x="91" y="2684"/>
                  <a:pt x="682" y="1092"/>
                  <a:pt x="1774" y="0"/>
                </a:cubicBezTo>
                <a:lnTo>
                  <a:pt x="3411" y="0"/>
                </a:lnTo>
                <a:cubicBezTo>
                  <a:pt x="7232" y="273"/>
                  <a:pt x="11781" y="409"/>
                  <a:pt x="17057" y="409"/>
                </a:cubicBezTo>
                <a:cubicBezTo>
                  <a:pt x="28429" y="409"/>
                  <a:pt x="34660" y="273"/>
                  <a:pt x="35752" y="0"/>
                </a:cubicBezTo>
                <a:lnTo>
                  <a:pt x="37117" y="0"/>
                </a:lnTo>
                <a:cubicBezTo>
                  <a:pt x="37663" y="546"/>
                  <a:pt x="37935" y="955"/>
                  <a:pt x="37935" y="1228"/>
                </a:cubicBezTo>
                <a:cubicBezTo>
                  <a:pt x="37935" y="1501"/>
                  <a:pt x="37845" y="2320"/>
                  <a:pt x="37663" y="3684"/>
                </a:cubicBezTo>
                <a:cubicBezTo>
                  <a:pt x="37208" y="5049"/>
                  <a:pt x="36798" y="5913"/>
                  <a:pt x="36434" y="6277"/>
                </a:cubicBezTo>
                <a:lnTo>
                  <a:pt x="33569" y="6277"/>
                </a:lnTo>
                <a:cubicBezTo>
                  <a:pt x="28020" y="6550"/>
                  <a:pt x="25063" y="7323"/>
                  <a:pt x="24699" y="8597"/>
                </a:cubicBezTo>
                <a:cubicBezTo>
                  <a:pt x="27428" y="50444"/>
                  <a:pt x="28975" y="72460"/>
                  <a:pt x="29339" y="74643"/>
                </a:cubicBezTo>
                <a:lnTo>
                  <a:pt x="61406" y="18149"/>
                </a:lnTo>
                <a:lnTo>
                  <a:pt x="61133" y="13100"/>
                </a:lnTo>
                <a:cubicBezTo>
                  <a:pt x="60861" y="9279"/>
                  <a:pt x="60406" y="7232"/>
                  <a:pt x="59769" y="6959"/>
                </a:cubicBezTo>
                <a:cubicBezTo>
                  <a:pt x="59223" y="6595"/>
                  <a:pt x="57313" y="6368"/>
                  <a:pt x="54038" y="6277"/>
                </a:cubicBezTo>
                <a:cubicBezTo>
                  <a:pt x="52309" y="6277"/>
                  <a:pt x="51172" y="6186"/>
                  <a:pt x="50626" y="6004"/>
                </a:cubicBezTo>
                <a:cubicBezTo>
                  <a:pt x="50080" y="5822"/>
                  <a:pt x="49807" y="5413"/>
                  <a:pt x="49807" y="4776"/>
                </a:cubicBezTo>
                <a:cubicBezTo>
                  <a:pt x="49807" y="4594"/>
                  <a:pt x="49898" y="4048"/>
                  <a:pt x="50080" y="3139"/>
                </a:cubicBezTo>
                <a:cubicBezTo>
                  <a:pt x="50171" y="2775"/>
                  <a:pt x="50262" y="2365"/>
                  <a:pt x="50353" y="1910"/>
                </a:cubicBezTo>
                <a:cubicBezTo>
                  <a:pt x="50444" y="1456"/>
                  <a:pt x="50490" y="1137"/>
                  <a:pt x="50490" y="955"/>
                </a:cubicBezTo>
                <a:cubicBezTo>
                  <a:pt x="50490" y="773"/>
                  <a:pt x="50626" y="591"/>
                  <a:pt x="50899" y="409"/>
                </a:cubicBezTo>
                <a:cubicBezTo>
                  <a:pt x="51172" y="227"/>
                  <a:pt x="51354" y="136"/>
                  <a:pt x="51445" y="136"/>
                </a:cubicBezTo>
                <a:cubicBezTo>
                  <a:pt x="51536" y="136"/>
                  <a:pt x="51900" y="91"/>
                  <a:pt x="5253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02ECA-07B4-456C-AAB7-9CE1D489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718" y="4243078"/>
            <a:ext cx="136049" cy="96203"/>
          </a:xfrm>
          <a:custGeom xmlns:a="http://schemas.openxmlformats.org/drawingml/2006/main">
            <a:pathLst>
              <a:path w="136049" h="96203" fill="none">
                <a:moveTo>
                  <a:pt x="52537" y="0"/>
                </a:moveTo>
                <a:cubicBezTo>
                  <a:pt x="53810" y="0"/>
                  <a:pt x="56084" y="45"/>
                  <a:pt x="59360" y="136"/>
                </a:cubicBezTo>
                <a:cubicBezTo>
                  <a:pt x="62635" y="227"/>
                  <a:pt x="65682" y="318"/>
                  <a:pt x="68502" y="409"/>
                </a:cubicBezTo>
                <a:cubicBezTo>
                  <a:pt x="73142" y="409"/>
                  <a:pt x="77008" y="364"/>
                  <a:pt x="80101" y="273"/>
                </a:cubicBezTo>
                <a:cubicBezTo>
                  <a:pt x="83194" y="182"/>
                  <a:pt x="84968" y="136"/>
                  <a:pt x="85423" y="136"/>
                </a:cubicBezTo>
                <a:cubicBezTo>
                  <a:pt x="87061" y="136"/>
                  <a:pt x="87879" y="500"/>
                  <a:pt x="87879" y="1228"/>
                </a:cubicBezTo>
                <a:cubicBezTo>
                  <a:pt x="87879" y="1592"/>
                  <a:pt x="87743" y="2274"/>
                  <a:pt x="87470" y="3275"/>
                </a:cubicBezTo>
                <a:cubicBezTo>
                  <a:pt x="87015" y="4913"/>
                  <a:pt x="86606" y="5822"/>
                  <a:pt x="86242" y="6004"/>
                </a:cubicBezTo>
                <a:cubicBezTo>
                  <a:pt x="85878" y="6186"/>
                  <a:pt x="84877" y="6277"/>
                  <a:pt x="83240" y="6277"/>
                </a:cubicBezTo>
                <a:cubicBezTo>
                  <a:pt x="80965" y="6368"/>
                  <a:pt x="79146" y="6595"/>
                  <a:pt x="77781" y="6959"/>
                </a:cubicBezTo>
                <a:cubicBezTo>
                  <a:pt x="76417" y="7323"/>
                  <a:pt x="75462" y="7687"/>
                  <a:pt x="74916" y="8051"/>
                </a:cubicBezTo>
                <a:cubicBezTo>
                  <a:pt x="74370" y="8415"/>
                  <a:pt x="74233" y="8824"/>
                  <a:pt x="74506" y="9279"/>
                </a:cubicBezTo>
                <a:cubicBezTo>
                  <a:pt x="74506" y="10371"/>
                  <a:pt x="75234" y="21197"/>
                  <a:pt x="76690" y="41756"/>
                </a:cubicBezTo>
                <a:cubicBezTo>
                  <a:pt x="78145" y="62316"/>
                  <a:pt x="78873" y="73187"/>
                  <a:pt x="78873" y="74370"/>
                </a:cubicBezTo>
                <a:lnTo>
                  <a:pt x="79146" y="73961"/>
                </a:lnTo>
                <a:cubicBezTo>
                  <a:pt x="79328" y="73688"/>
                  <a:pt x="79601" y="73233"/>
                  <a:pt x="79965" y="72596"/>
                </a:cubicBezTo>
                <a:cubicBezTo>
                  <a:pt x="80329" y="71959"/>
                  <a:pt x="80874" y="71095"/>
                  <a:pt x="81602" y="70003"/>
                </a:cubicBezTo>
                <a:cubicBezTo>
                  <a:pt x="82330" y="68912"/>
                  <a:pt x="83103" y="67547"/>
                  <a:pt x="83922" y="65910"/>
                </a:cubicBezTo>
                <a:cubicBezTo>
                  <a:pt x="84741" y="64272"/>
                  <a:pt x="85832" y="62407"/>
                  <a:pt x="87197" y="60315"/>
                </a:cubicBezTo>
                <a:cubicBezTo>
                  <a:pt x="88562" y="58222"/>
                  <a:pt x="89926" y="55766"/>
                  <a:pt x="91291" y="52946"/>
                </a:cubicBezTo>
                <a:cubicBezTo>
                  <a:pt x="92655" y="50126"/>
                  <a:pt x="94429" y="47078"/>
                  <a:pt x="96613" y="43803"/>
                </a:cubicBezTo>
                <a:cubicBezTo>
                  <a:pt x="106074" y="27064"/>
                  <a:pt x="111441" y="17512"/>
                  <a:pt x="112715" y="15147"/>
                </a:cubicBezTo>
                <a:cubicBezTo>
                  <a:pt x="113988" y="12782"/>
                  <a:pt x="114671" y="11326"/>
                  <a:pt x="114762" y="10780"/>
                </a:cubicBezTo>
                <a:cubicBezTo>
                  <a:pt x="114762" y="9416"/>
                  <a:pt x="113897" y="8324"/>
                  <a:pt x="112169" y="7505"/>
                </a:cubicBezTo>
                <a:cubicBezTo>
                  <a:pt x="110441" y="6686"/>
                  <a:pt x="108530" y="6277"/>
                  <a:pt x="106438" y="6277"/>
                </a:cubicBezTo>
                <a:cubicBezTo>
                  <a:pt x="105164" y="6277"/>
                  <a:pt x="104527" y="5822"/>
                  <a:pt x="104527" y="4913"/>
                </a:cubicBezTo>
                <a:cubicBezTo>
                  <a:pt x="104527" y="4640"/>
                  <a:pt x="104618" y="4048"/>
                  <a:pt x="104800" y="3139"/>
                </a:cubicBezTo>
                <a:cubicBezTo>
                  <a:pt x="105164" y="1683"/>
                  <a:pt x="105437" y="819"/>
                  <a:pt x="105619" y="546"/>
                </a:cubicBezTo>
                <a:cubicBezTo>
                  <a:pt x="105801" y="273"/>
                  <a:pt x="106438" y="136"/>
                  <a:pt x="107529" y="136"/>
                </a:cubicBezTo>
                <a:cubicBezTo>
                  <a:pt x="107802" y="136"/>
                  <a:pt x="108576" y="136"/>
                  <a:pt x="109849" y="136"/>
                </a:cubicBezTo>
                <a:cubicBezTo>
                  <a:pt x="111123" y="136"/>
                  <a:pt x="112897" y="136"/>
                  <a:pt x="115171" y="136"/>
                </a:cubicBezTo>
                <a:cubicBezTo>
                  <a:pt x="117445" y="136"/>
                  <a:pt x="119902" y="182"/>
                  <a:pt x="122540" y="273"/>
                </a:cubicBezTo>
                <a:cubicBezTo>
                  <a:pt x="128544" y="273"/>
                  <a:pt x="132410" y="182"/>
                  <a:pt x="134139" y="0"/>
                </a:cubicBezTo>
                <a:cubicBezTo>
                  <a:pt x="135412" y="0"/>
                  <a:pt x="136049" y="500"/>
                  <a:pt x="136049" y="1501"/>
                </a:cubicBezTo>
                <a:cubicBezTo>
                  <a:pt x="136049" y="2047"/>
                  <a:pt x="135913" y="2820"/>
                  <a:pt x="135640" y="3821"/>
                </a:cubicBezTo>
                <a:cubicBezTo>
                  <a:pt x="135367" y="4822"/>
                  <a:pt x="135049" y="5504"/>
                  <a:pt x="134685" y="5868"/>
                </a:cubicBezTo>
                <a:cubicBezTo>
                  <a:pt x="134321" y="6232"/>
                  <a:pt x="133866" y="6368"/>
                  <a:pt x="133320" y="6277"/>
                </a:cubicBezTo>
                <a:cubicBezTo>
                  <a:pt x="131319" y="6277"/>
                  <a:pt x="129499" y="6550"/>
                  <a:pt x="127862" y="7096"/>
                </a:cubicBezTo>
                <a:cubicBezTo>
                  <a:pt x="126224" y="7642"/>
                  <a:pt x="124860" y="8278"/>
                  <a:pt x="123768" y="9006"/>
                </a:cubicBezTo>
                <a:cubicBezTo>
                  <a:pt x="122676" y="9734"/>
                  <a:pt x="121812" y="10507"/>
                  <a:pt x="121175" y="11326"/>
                </a:cubicBezTo>
                <a:cubicBezTo>
                  <a:pt x="120538" y="12145"/>
                  <a:pt x="119993" y="12873"/>
                  <a:pt x="119538" y="13509"/>
                </a:cubicBezTo>
                <a:lnTo>
                  <a:pt x="118992" y="14328"/>
                </a:lnTo>
                <a:lnTo>
                  <a:pt x="95930" y="54720"/>
                </a:lnTo>
                <a:cubicBezTo>
                  <a:pt x="80647" y="81648"/>
                  <a:pt x="72960" y="95157"/>
                  <a:pt x="72869" y="95248"/>
                </a:cubicBezTo>
                <a:cubicBezTo>
                  <a:pt x="72323" y="95885"/>
                  <a:pt x="71231" y="96203"/>
                  <a:pt x="69594" y="96203"/>
                </a:cubicBezTo>
                <a:cubicBezTo>
                  <a:pt x="68229" y="96203"/>
                  <a:pt x="67365" y="95976"/>
                  <a:pt x="67001" y="95521"/>
                </a:cubicBezTo>
                <a:cubicBezTo>
                  <a:pt x="66728" y="95248"/>
                  <a:pt x="65864" y="84059"/>
                  <a:pt x="64408" y="61952"/>
                </a:cubicBezTo>
                <a:cubicBezTo>
                  <a:pt x="62953" y="39846"/>
                  <a:pt x="62180" y="28429"/>
                  <a:pt x="62089" y="27701"/>
                </a:cubicBezTo>
                <a:lnTo>
                  <a:pt x="60451" y="30157"/>
                </a:lnTo>
                <a:cubicBezTo>
                  <a:pt x="58450" y="33523"/>
                  <a:pt x="52628" y="43667"/>
                  <a:pt x="42984" y="60588"/>
                </a:cubicBezTo>
                <a:cubicBezTo>
                  <a:pt x="29884" y="83513"/>
                  <a:pt x="23243" y="95066"/>
                  <a:pt x="23062" y="95248"/>
                </a:cubicBezTo>
                <a:cubicBezTo>
                  <a:pt x="22880" y="95430"/>
                  <a:pt x="22652" y="95612"/>
                  <a:pt x="22379" y="95794"/>
                </a:cubicBezTo>
                <a:cubicBezTo>
                  <a:pt x="21924" y="96067"/>
                  <a:pt x="21106" y="96203"/>
                  <a:pt x="19923" y="96203"/>
                </a:cubicBezTo>
                <a:cubicBezTo>
                  <a:pt x="18194" y="96203"/>
                  <a:pt x="17239" y="95885"/>
                  <a:pt x="17057" y="95248"/>
                </a:cubicBezTo>
                <a:cubicBezTo>
                  <a:pt x="17057" y="94975"/>
                  <a:pt x="16057" y="80465"/>
                  <a:pt x="14055" y="51718"/>
                </a:cubicBezTo>
                <a:cubicBezTo>
                  <a:pt x="12054" y="22971"/>
                  <a:pt x="11008" y="8506"/>
                  <a:pt x="10917" y="8324"/>
                </a:cubicBezTo>
                <a:cubicBezTo>
                  <a:pt x="10735" y="7505"/>
                  <a:pt x="10280" y="7005"/>
                  <a:pt x="9552" y="6823"/>
                </a:cubicBezTo>
                <a:cubicBezTo>
                  <a:pt x="8824" y="6641"/>
                  <a:pt x="7050" y="6459"/>
                  <a:pt x="4230" y="6277"/>
                </a:cubicBezTo>
                <a:lnTo>
                  <a:pt x="955" y="6277"/>
                </a:lnTo>
                <a:cubicBezTo>
                  <a:pt x="318" y="5640"/>
                  <a:pt x="0" y="5140"/>
                  <a:pt x="0" y="4776"/>
                </a:cubicBezTo>
                <a:cubicBezTo>
                  <a:pt x="91" y="2684"/>
                  <a:pt x="682" y="1092"/>
                  <a:pt x="1774" y="0"/>
                </a:cubicBezTo>
                <a:lnTo>
                  <a:pt x="3411" y="0"/>
                </a:lnTo>
                <a:cubicBezTo>
                  <a:pt x="7232" y="273"/>
                  <a:pt x="11781" y="409"/>
                  <a:pt x="17057" y="409"/>
                </a:cubicBezTo>
                <a:cubicBezTo>
                  <a:pt x="28429" y="409"/>
                  <a:pt x="34660" y="273"/>
                  <a:pt x="35752" y="0"/>
                </a:cubicBezTo>
                <a:lnTo>
                  <a:pt x="37117" y="0"/>
                </a:lnTo>
                <a:cubicBezTo>
                  <a:pt x="37663" y="546"/>
                  <a:pt x="37935" y="955"/>
                  <a:pt x="37935" y="1228"/>
                </a:cubicBezTo>
                <a:cubicBezTo>
                  <a:pt x="37935" y="1501"/>
                  <a:pt x="37845" y="2320"/>
                  <a:pt x="37663" y="3684"/>
                </a:cubicBezTo>
                <a:cubicBezTo>
                  <a:pt x="37208" y="5049"/>
                  <a:pt x="36798" y="5913"/>
                  <a:pt x="36434" y="6277"/>
                </a:cubicBezTo>
                <a:lnTo>
                  <a:pt x="33569" y="6277"/>
                </a:lnTo>
                <a:cubicBezTo>
                  <a:pt x="28020" y="6550"/>
                  <a:pt x="25063" y="7323"/>
                  <a:pt x="24699" y="8597"/>
                </a:cubicBezTo>
                <a:cubicBezTo>
                  <a:pt x="27428" y="50444"/>
                  <a:pt x="28975" y="72460"/>
                  <a:pt x="29339" y="74643"/>
                </a:cubicBezTo>
                <a:lnTo>
                  <a:pt x="61406" y="18149"/>
                </a:lnTo>
                <a:lnTo>
                  <a:pt x="61133" y="13100"/>
                </a:lnTo>
                <a:cubicBezTo>
                  <a:pt x="60861" y="9279"/>
                  <a:pt x="60406" y="7232"/>
                  <a:pt x="59769" y="6959"/>
                </a:cubicBezTo>
                <a:cubicBezTo>
                  <a:pt x="59223" y="6595"/>
                  <a:pt x="57313" y="6368"/>
                  <a:pt x="54038" y="6277"/>
                </a:cubicBezTo>
                <a:cubicBezTo>
                  <a:pt x="52309" y="6277"/>
                  <a:pt x="51172" y="6186"/>
                  <a:pt x="50626" y="6004"/>
                </a:cubicBezTo>
                <a:cubicBezTo>
                  <a:pt x="50080" y="5822"/>
                  <a:pt x="49807" y="5413"/>
                  <a:pt x="49807" y="4776"/>
                </a:cubicBezTo>
                <a:cubicBezTo>
                  <a:pt x="49807" y="4594"/>
                  <a:pt x="49898" y="4048"/>
                  <a:pt x="50080" y="3139"/>
                </a:cubicBezTo>
                <a:cubicBezTo>
                  <a:pt x="50171" y="2775"/>
                  <a:pt x="50262" y="2365"/>
                  <a:pt x="50353" y="1910"/>
                </a:cubicBezTo>
                <a:cubicBezTo>
                  <a:pt x="50444" y="1456"/>
                  <a:pt x="50490" y="1137"/>
                  <a:pt x="50490" y="955"/>
                </a:cubicBezTo>
                <a:cubicBezTo>
                  <a:pt x="50490" y="773"/>
                  <a:pt x="50626" y="591"/>
                  <a:pt x="50899" y="409"/>
                </a:cubicBezTo>
                <a:cubicBezTo>
                  <a:pt x="51172" y="227"/>
                  <a:pt x="51354" y="136"/>
                  <a:pt x="51445" y="136"/>
                </a:cubicBezTo>
                <a:cubicBezTo>
                  <a:pt x="51536" y="136"/>
                  <a:pt x="51900" y="91"/>
                  <a:pt x="5253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BE8AE-A637-42E7-B9EB-914BEC62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104" y="4291434"/>
            <a:ext cx="65893" cy="65314"/>
          </a:xfrm>
          <a:custGeom xmlns:a="http://schemas.openxmlformats.org/drawingml/2006/main">
            <a:pathLst>
              <a:path w="65893" h="65314">
                <a:moveTo>
                  <a:pt x="1833" y="23154"/>
                </a:moveTo>
                <a:cubicBezTo>
                  <a:pt x="611" y="23154"/>
                  <a:pt x="0" y="22897"/>
                  <a:pt x="0" y="22382"/>
                </a:cubicBezTo>
                <a:cubicBezTo>
                  <a:pt x="0" y="22061"/>
                  <a:pt x="515" y="20260"/>
                  <a:pt x="1544" y="16980"/>
                </a:cubicBezTo>
                <a:cubicBezTo>
                  <a:pt x="2573" y="13700"/>
                  <a:pt x="3666" y="10452"/>
                  <a:pt x="4824" y="7236"/>
                </a:cubicBezTo>
                <a:lnTo>
                  <a:pt x="6464" y="2508"/>
                </a:lnTo>
                <a:cubicBezTo>
                  <a:pt x="6785" y="1351"/>
                  <a:pt x="7204" y="515"/>
                  <a:pt x="7718" y="0"/>
                </a:cubicBezTo>
                <a:lnTo>
                  <a:pt x="52869" y="0"/>
                </a:lnTo>
                <a:lnTo>
                  <a:pt x="61552" y="0"/>
                </a:lnTo>
                <a:cubicBezTo>
                  <a:pt x="63610" y="0"/>
                  <a:pt x="64832" y="32"/>
                  <a:pt x="65218" y="96"/>
                </a:cubicBezTo>
                <a:cubicBezTo>
                  <a:pt x="65604" y="161"/>
                  <a:pt x="65829" y="450"/>
                  <a:pt x="65893" y="965"/>
                </a:cubicBezTo>
                <a:cubicBezTo>
                  <a:pt x="65893" y="1351"/>
                  <a:pt x="65347" y="5017"/>
                  <a:pt x="64253" y="11963"/>
                </a:cubicBezTo>
                <a:cubicBezTo>
                  <a:pt x="63160" y="18909"/>
                  <a:pt x="62549" y="22415"/>
                  <a:pt x="62420" y="22479"/>
                </a:cubicBezTo>
                <a:cubicBezTo>
                  <a:pt x="62420" y="22929"/>
                  <a:pt x="61809" y="23154"/>
                  <a:pt x="60587" y="23154"/>
                </a:cubicBezTo>
                <a:cubicBezTo>
                  <a:pt x="60008" y="23154"/>
                  <a:pt x="59622" y="23154"/>
                  <a:pt x="59429" y="23154"/>
                </a:cubicBezTo>
                <a:cubicBezTo>
                  <a:pt x="59236" y="23154"/>
                  <a:pt x="59043" y="22994"/>
                  <a:pt x="58851" y="22672"/>
                </a:cubicBezTo>
                <a:lnTo>
                  <a:pt x="58658" y="22382"/>
                </a:lnTo>
                <a:cubicBezTo>
                  <a:pt x="58658" y="21997"/>
                  <a:pt x="58851" y="20549"/>
                  <a:pt x="59236" y="18041"/>
                </a:cubicBezTo>
                <a:cubicBezTo>
                  <a:pt x="59622" y="15533"/>
                  <a:pt x="59815" y="13571"/>
                  <a:pt x="59815" y="12156"/>
                </a:cubicBezTo>
                <a:cubicBezTo>
                  <a:pt x="59815" y="9905"/>
                  <a:pt x="59397" y="8200"/>
                  <a:pt x="58561" y="7043"/>
                </a:cubicBezTo>
                <a:cubicBezTo>
                  <a:pt x="57725" y="5885"/>
                  <a:pt x="55956" y="5081"/>
                  <a:pt x="53255" y="4631"/>
                </a:cubicBezTo>
                <a:cubicBezTo>
                  <a:pt x="52933" y="4567"/>
                  <a:pt x="51068" y="4502"/>
                  <a:pt x="47659" y="4438"/>
                </a:cubicBezTo>
                <a:cubicBezTo>
                  <a:pt x="44701" y="4438"/>
                  <a:pt x="42835" y="4470"/>
                  <a:pt x="42064" y="4534"/>
                </a:cubicBezTo>
                <a:cubicBezTo>
                  <a:pt x="41292" y="4599"/>
                  <a:pt x="40713" y="4856"/>
                  <a:pt x="40327" y="5306"/>
                </a:cubicBezTo>
                <a:cubicBezTo>
                  <a:pt x="40263" y="5371"/>
                  <a:pt x="37979" y="14343"/>
                  <a:pt x="33477" y="32223"/>
                </a:cubicBezTo>
                <a:cubicBezTo>
                  <a:pt x="28975" y="50103"/>
                  <a:pt x="26724" y="59204"/>
                  <a:pt x="26724" y="59526"/>
                </a:cubicBezTo>
                <a:cubicBezTo>
                  <a:pt x="26724" y="60298"/>
                  <a:pt x="29554" y="60748"/>
                  <a:pt x="35214" y="60877"/>
                </a:cubicBezTo>
                <a:cubicBezTo>
                  <a:pt x="37272" y="60877"/>
                  <a:pt x="38590" y="60909"/>
                  <a:pt x="39169" y="60973"/>
                </a:cubicBezTo>
                <a:cubicBezTo>
                  <a:pt x="39748" y="61037"/>
                  <a:pt x="40038" y="61327"/>
                  <a:pt x="40038" y="61841"/>
                </a:cubicBezTo>
                <a:cubicBezTo>
                  <a:pt x="40038" y="62163"/>
                  <a:pt x="39941" y="62613"/>
                  <a:pt x="39748" y="63192"/>
                </a:cubicBezTo>
                <a:cubicBezTo>
                  <a:pt x="39491" y="64350"/>
                  <a:pt x="39202" y="65025"/>
                  <a:pt x="38880" y="65218"/>
                </a:cubicBezTo>
                <a:lnTo>
                  <a:pt x="38687" y="65314"/>
                </a:lnTo>
                <a:cubicBezTo>
                  <a:pt x="38494" y="65314"/>
                  <a:pt x="38269" y="65314"/>
                  <a:pt x="38012" y="65314"/>
                </a:cubicBezTo>
                <a:cubicBezTo>
                  <a:pt x="37690" y="65314"/>
                  <a:pt x="36018" y="65282"/>
                  <a:pt x="32995" y="65218"/>
                </a:cubicBezTo>
                <a:cubicBezTo>
                  <a:pt x="29972" y="65154"/>
                  <a:pt x="25631" y="65121"/>
                  <a:pt x="19971" y="65121"/>
                </a:cubicBezTo>
                <a:cubicBezTo>
                  <a:pt x="11674" y="65121"/>
                  <a:pt x="6400" y="65186"/>
                  <a:pt x="4148" y="65314"/>
                </a:cubicBezTo>
                <a:lnTo>
                  <a:pt x="2701" y="65314"/>
                </a:lnTo>
                <a:cubicBezTo>
                  <a:pt x="2315" y="64929"/>
                  <a:pt x="2122" y="64639"/>
                  <a:pt x="2122" y="64446"/>
                </a:cubicBezTo>
                <a:cubicBezTo>
                  <a:pt x="2122" y="64253"/>
                  <a:pt x="2187" y="63674"/>
                  <a:pt x="2315" y="62710"/>
                </a:cubicBezTo>
                <a:cubicBezTo>
                  <a:pt x="2573" y="61873"/>
                  <a:pt x="2894" y="61262"/>
                  <a:pt x="3280" y="60877"/>
                </a:cubicBezTo>
                <a:lnTo>
                  <a:pt x="5982" y="60877"/>
                </a:lnTo>
                <a:lnTo>
                  <a:pt x="7043" y="60877"/>
                </a:lnTo>
                <a:cubicBezTo>
                  <a:pt x="12188" y="60877"/>
                  <a:pt x="15243" y="60587"/>
                  <a:pt x="16208" y="60008"/>
                </a:cubicBezTo>
                <a:cubicBezTo>
                  <a:pt x="16272" y="59944"/>
                  <a:pt x="16337" y="59912"/>
                  <a:pt x="16401" y="59912"/>
                </a:cubicBezTo>
                <a:cubicBezTo>
                  <a:pt x="16723" y="59719"/>
                  <a:pt x="17044" y="59076"/>
                  <a:pt x="17366" y="57982"/>
                </a:cubicBezTo>
                <a:cubicBezTo>
                  <a:pt x="17687" y="56889"/>
                  <a:pt x="18974" y="51840"/>
                  <a:pt x="21225" y="42835"/>
                </a:cubicBezTo>
                <a:cubicBezTo>
                  <a:pt x="22318" y="38462"/>
                  <a:pt x="23219" y="34892"/>
                  <a:pt x="23926" y="32127"/>
                </a:cubicBezTo>
                <a:cubicBezTo>
                  <a:pt x="28428" y="14439"/>
                  <a:pt x="30679" y="5403"/>
                  <a:pt x="30679" y="5017"/>
                </a:cubicBezTo>
                <a:cubicBezTo>
                  <a:pt x="30679" y="4695"/>
                  <a:pt x="29747" y="4534"/>
                  <a:pt x="27882" y="4534"/>
                </a:cubicBezTo>
                <a:lnTo>
                  <a:pt x="24891" y="4534"/>
                </a:lnTo>
                <a:cubicBezTo>
                  <a:pt x="20582" y="4534"/>
                  <a:pt x="17752" y="4727"/>
                  <a:pt x="16401" y="5113"/>
                </a:cubicBezTo>
                <a:cubicBezTo>
                  <a:pt x="13507" y="5756"/>
                  <a:pt x="11256" y="7075"/>
                  <a:pt x="9648" y="9069"/>
                </a:cubicBezTo>
                <a:cubicBezTo>
                  <a:pt x="8040" y="11063"/>
                  <a:pt x="6303" y="14793"/>
                  <a:pt x="4438" y="20260"/>
                </a:cubicBezTo>
                <a:cubicBezTo>
                  <a:pt x="3988" y="21675"/>
                  <a:pt x="3666" y="22511"/>
                  <a:pt x="3473" y="22768"/>
                </a:cubicBezTo>
                <a:cubicBezTo>
                  <a:pt x="3280" y="23026"/>
                  <a:pt x="2830" y="23154"/>
                  <a:pt x="2122" y="23154"/>
                </a:cubicBezTo>
                <a:lnTo>
                  <a:pt x="1833" y="23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FE13B-AE6F-4FF1-A2F6-31EFE8FD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104" y="4291434"/>
            <a:ext cx="65893" cy="65314"/>
          </a:xfrm>
          <a:custGeom xmlns:a="http://schemas.openxmlformats.org/drawingml/2006/main">
            <a:pathLst>
              <a:path w="65893" h="65314" fill="none">
                <a:moveTo>
                  <a:pt x="1833" y="23154"/>
                </a:moveTo>
                <a:cubicBezTo>
                  <a:pt x="611" y="23154"/>
                  <a:pt x="0" y="22897"/>
                  <a:pt x="0" y="22382"/>
                </a:cubicBezTo>
                <a:cubicBezTo>
                  <a:pt x="0" y="22061"/>
                  <a:pt x="515" y="20260"/>
                  <a:pt x="1544" y="16980"/>
                </a:cubicBezTo>
                <a:cubicBezTo>
                  <a:pt x="2573" y="13700"/>
                  <a:pt x="3666" y="10452"/>
                  <a:pt x="4824" y="7236"/>
                </a:cubicBezTo>
                <a:lnTo>
                  <a:pt x="6464" y="2508"/>
                </a:lnTo>
                <a:cubicBezTo>
                  <a:pt x="6785" y="1351"/>
                  <a:pt x="7204" y="515"/>
                  <a:pt x="7718" y="0"/>
                </a:cubicBezTo>
                <a:lnTo>
                  <a:pt x="52869" y="0"/>
                </a:lnTo>
                <a:lnTo>
                  <a:pt x="61552" y="0"/>
                </a:lnTo>
                <a:cubicBezTo>
                  <a:pt x="63610" y="0"/>
                  <a:pt x="64832" y="32"/>
                  <a:pt x="65218" y="96"/>
                </a:cubicBezTo>
                <a:cubicBezTo>
                  <a:pt x="65604" y="161"/>
                  <a:pt x="65829" y="450"/>
                  <a:pt x="65893" y="965"/>
                </a:cubicBezTo>
                <a:cubicBezTo>
                  <a:pt x="65893" y="1351"/>
                  <a:pt x="65347" y="5017"/>
                  <a:pt x="64253" y="11963"/>
                </a:cubicBezTo>
                <a:cubicBezTo>
                  <a:pt x="63160" y="18909"/>
                  <a:pt x="62549" y="22415"/>
                  <a:pt x="62420" y="22479"/>
                </a:cubicBezTo>
                <a:cubicBezTo>
                  <a:pt x="62420" y="22929"/>
                  <a:pt x="61809" y="23154"/>
                  <a:pt x="60587" y="23154"/>
                </a:cubicBezTo>
                <a:cubicBezTo>
                  <a:pt x="60008" y="23154"/>
                  <a:pt x="59622" y="23154"/>
                  <a:pt x="59429" y="23154"/>
                </a:cubicBezTo>
                <a:cubicBezTo>
                  <a:pt x="59236" y="23154"/>
                  <a:pt x="59043" y="22994"/>
                  <a:pt x="58851" y="22672"/>
                </a:cubicBezTo>
                <a:lnTo>
                  <a:pt x="58658" y="22382"/>
                </a:lnTo>
                <a:cubicBezTo>
                  <a:pt x="58658" y="21997"/>
                  <a:pt x="58851" y="20549"/>
                  <a:pt x="59236" y="18041"/>
                </a:cubicBezTo>
                <a:cubicBezTo>
                  <a:pt x="59622" y="15533"/>
                  <a:pt x="59815" y="13571"/>
                  <a:pt x="59815" y="12156"/>
                </a:cubicBezTo>
                <a:cubicBezTo>
                  <a:pt x="59815" y="9905"/>
                  <a:pt x="59397" y="8200"/>
                  <a:pt x="58561" y="7043"/>
                </a:cubicBezTo>
                <a:cubicBezTo>
                  <a:pt x="57725" y="5885"/>
                  <a:pt x="55956" y="5081"/>
                  <a:pt x="53255" y="4631"/>
                </a:cubicBezTo>
                <a:cubicBezTo>
                  <a:pt x="52933" y="4567"/>
                  <a:pt x="51068" y="4502"/>
                  <a:pt x="47659" y="4438"/>
                </a:cubicBezTo>
                <a:cubicBezTo>
                  <a:pt x="44701" y="4438"/>
                  <a:pt x="42835" y="4470"/>
                  <a:pt x="42064" y="4534"/>
                </a:cubicBezTo>
                <a:cubicBezTo>
                  <a:pt x="41292" y="4599"/>
                  <a:pt x="40713" y="4856"/>
                  <a:pt x="40327" y="5306"/>
                </a:cubicBezTo>
                <a:cubicBezTo>
                  <a:pt x="40263" y="5371"/>
                  <a:pt x="37979" y="14343"/>
                  <a:pt x="33477" y="32223"/>
                </a:cubicBezTo>
                <a:cubicBezTo>
                  <a:pt x="28975" y="50103"/>
                  <a:pt x="26724" y="59204"/>
                  <a:pt x="26724" y="59526"/>
                </a:cubicBezTo>
                <a:cubicBezTo>
                  <a:pt x="26724" y="60298"/>
                  <a:pt x="29554" y="60748"/>
                  <a:pt x="35214" y="60877"/>
                </a:cubicBezTo>
                <a:cubicBezTo>
                  <a:pt x="37272" y="60877"/>
                  <a:pt x="38590" y="60909"/>
                  <a:pt x="39169" y="60973"/>
                </a:cubicBezTo>
                <a:cubicBezTo>
                  <a:pt x="39748" y="61037"/>
                  <a:pt x="40038" y="61327"/>
                  <a:pt x="40038" y="61841"/>
                </a:cubicBezTo>
                <a:cubicBezTo>
                  <a:pt x="40038" y="62163"/>
                  <a:pt x="39941" y="62613"/>
                  <a:pt x="39748" y="63192"/>
                </a:cubicBezTo>
                <a:cubicBezTo>
                  <a:pt x="39491" y="64350"/>
                  <a:pt x="39202" y="65025"/>
                  <a:pt x="38880" y="65218"/>
                </a:cubicBezTo>
                <a:lnTo>
                  <a:pt x="38687" y="65314"/>
                </a:lnTo>
                <a:cubicBezTo>
                  <a:pt x="38494" y="65314"/>
                  <a:pt x="38269" y="65314"/>
                  <a:pt x="38012" y="65314"/>
                </a:cubicBezTo>
                <a:cubicBezTo>
                  <a:pt x="37690" y="65314"/>
                  <a:pt x="36018" y="65282"/>
                  <a:pt x="32995" y="65218"/>
                </a:cubicBezTo>
                <a:cubicBezTo>
                  <a:pt x="29972" y="65154"/>
                  <a:pt x="25631" y="65121"/>
                  <a:pt x="19971" y="65121"/>
                </a:cubicBezTo>
                <a:cubicBezTo>
                  <a:pt x="11674" y="65121"/>
                  <a:pt x="6400" y="65186"/>
                  <a:pt x="4148" y="65314"/>
                </a:cubicBezTo>
                <a:lnTo>
                  <a:pt x="2701" y="65314"/>
                </a:lnTo>
                <a:cubicBezTo>
                  <a:pt x="2315" y="64929"/>
                  <a:pt x="2122" y="64639"/>
                  <a:pt x="2122" y="64446"/>
                </a:cubicBezTo>
                <a:cubicBezTo>
                  <a:pt x="2122" y="64253"/>
                  <a:pt x="2187" y="63674"/>
                  <a:pt x="2315" y="62710"/>
                </a:cubicBezTo>
                <a:cubicBezTo>
                  <a:pt x="2573" y="61873"/>
                  <a:pt x="2894" y="61262"/>
                  <a:pt x="3280" y="60877"/>
                </a:cubicBezTo>
                <a:lnTo>
                  <a:pt x="5982" y="60877"/>
                </a:lnTo>
                <a:lnTo>
                  <a:pt x="7043" y="60877"/>
                </a:lnTo>
                <a:cubicBezTo>
                  <a:pt x="12188" y="60877"/>
                  <a:pt x="15243" y="60587"/>
                  <a:pt x="16208" y="60008"/>
                </a:cubicBezTo>
                <a:cubicBezTo>
                  <a:pt x="16272" y="59944"/>
                  <a:pt x="16337" y="59912"/>
                  <a:pt x="16401" y="59912"/>
                </a:cubicBezTo>
                <a:cubicBezTo>
                  <a:pt x="16723" y="59719"/>
                  <a:pt x="17044" y="59076"/>
                  <a:pt x="17366" y="57982"/>
                </a:cubicBezTo>
                <a:cubicBezTo>
                  <a:pt x="17687" y="56889"/>
                  <a:pt x="18974" y="51840"/>
                  <a:pt x="21225" y="42835"/>
                </a:cubicBezTo>
                <a:cubicBezTo>
                  <a:pt x="22318" y="38462"/>
                  <a:pt x="23219" y="34892"/>
                  <a:pt x="23926" y="32127"/>
                </a:cubicBezTo>
                <a:cubicBezTo>
                  <a:pt x="28428" y="14439"/>
                  <a:pt x="30679" y="5403"/>
                  <a:pt x="30679" y="5017"/>
                </a:cubicBezTo>
                <a:cubicBezTo>
                  <a:pt x="30679" y="4695"/>
                  <a:pt x="29747" y="4534"/>
                  <a:pt x="27882" y="4534"/>
                </a:cubicBezTo>
                <a:lnTo>
                  <a:pt x="24891" y="4534"/>
                </a:lnTo>
                <a:cubicBezTo>
                  <a:pt x="20582" y="4534"/>
                  <a:pt x="17752" y="4727"/>
                  <a:pt x="16401" y="5113"/>
                </a:cubicBezTo>
                <a:cubicBezTo>
                  <a:pt x="13507" y="5756"/>
                  <a:pt x="11256" y="7075"/>
                  <a:pt x="9648" y="9069"/>
                </a:cubicBezTo>
                <a:cubicBezTo>
                  <a:pt x="8040" y="11063"/>
                  <a:pt x="6303" y="14793"/>
                  <a:pt x="4438" y="20260"/>
                </a:cubicBezTo>
                <a:cubicBezTo>
                  <a:pt x="3988" y="21675"/>
                  <a:pt x="3666" y="22511"/>
                  <a:pt x="3473" y="22768"/>
                </a:cubicBezTo>
                <a:cubicBezTo>
                  <a:pt x="3280" y="23026"/>
                  <a:pt x="2830" y="23154"/>
                  <a:pt x="2122" y="23154"/>
                </a:cubicBezTo>
                <a:lnTo>
                  <a:pt x="1833" y="231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" cap="flat">
            <a:solidFill>
              <a:srgbClr val="000000">
                <a:alpha val="1850"/>
              </a:srgbClr>
            </a:solidFill>
            <a:miter/>
          </a:ln>
        </p:spPr>
      </p:sp>
      <p:pic>
        <p:nvPicPr>
          <p:cNvPr id="4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11a43217544be"/>
          <a:stretch xmlns:a="http://schemas.openxmlformats.org/drawingml/2006/main"/>
        </p:blipFill>
        <p:spPr>
          <a:xfrm xmlns:a="http://schemas.openxmlformats.org/drawingml/2006/main">
            <a:off x="2261368" y="4822801"/>
            <a:ext cx="1267734" cy="1250272"/>
          </a:xfrm>
          <a:prstGeom xmlns:a="http://schemas.openxmlformats.org/drawingml/2006/main" prst="rect">
            <a:avLst/>
          </a:prstGeom>
        </p:spPr>
      </p:pic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0F1ED-EC92-4FC7-AFA0-4B76E06B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20" y="6057092"/>
            <a:ext cx="827775" cy="518274"/>
          </a:xfrm>
          <a:custGeom xmlns:a="http://schemas.openxmlformats.org/drawingml/2006/main">
            <a:pathLst>
              <a:path w="827775" h="518274" fill="none">
                <a:moveTo>
                  <a:pt x="54697" y="518274"/>
                </a:moveTo>
                <a:lnTo>
                  <a:pt x="0" y="419909"/>
                </a:lnTo>
                <a:lnTo>
                  <a:pt x="661320" y="52446"/>
                </a:lnTo>
                <a:lnTo>
                  <a:pt x="632170" y="0"/>
                </a:lnTo>
                <a:lnTo>
                  <a:pt x="827775" y="24310"/>
                </a:lnTo>
                <a:lnTo>
                  <a:pt x="745054" y="203370"/>
                </a:lnTo>
                <a:lnTo>
                  <a:pt x="715904" y="150924"/>
                </a:lnTo>
                <a:lnTo>
                  <a:pt x="54697" y="5182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E9A93-6D33-41BD-9632-5FBBD032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409" y="6517630"/>
            <a:ext cx="1913280" cy="112546"/>
          </a:xfrm>
          <a:custGeom xmlns:a="http://schemas.openxmlformats.org/drawingml/2006/main">
            <a:pathLst>
              <a:path w="1913280" h="112546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57F64-32EF-4017-9037-650F0C63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409" y="6517630"/>
            <a:ext cx="1913280" cy="112546"/>
          </a:xfrm>
          <a:custGeom xmlns:a="http://schemas.openxmlformats.org/drawingml/2006/main">
            <a:pathLst>
              <a:path w="1913280" h="112546" fill="none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63C16-9FAD-42D0-B280-0E833F8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789" y="6182355"/>
            <a:ext cx="1040487" cy="421484"/>
          </a:xfrm>
          <a:custGeom xmlns:a="http://schemas.openxmlformats.org/drawingml/2006/main">
            <a:pathLst>
              <a:path w="1040487" h="421484" fill="none">
                <a:moveTo>
                  <a:pt x="1040487" y="313440"/>
                </a:moveTo>
                <a:lnTo>
                  <a:pt x="1008749" y="421484"/>
                </a:lnTo>
                <a:lnTo>
                  <a:pt x="136968" y="165555"/>
                </a:lnTo>
                <a:lnTo>
                  <a:pt x="120086" y="223178"/>
                </a:lnTo>
                <a:lnTo>
                  <a:pt x="0" y="66740"/>
                </a:lnTo>
                <a:lnTo>
                  <a:pt x="185588" y="0"/>
                </a:lnTo>
                <a:lnTo>
                  <a:pt x="168706" y="57623"/>
                </a:lnTo>
                <a:lnTo>
                  <a:pt x="1040487" y="3134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941E0-29C8-4F02-8948-077F981F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8782" y="6647056"/>
            <a:ext cx="1913280" cy="107856"/>
          </a:xfrm>
          <a:custGeom xmlns:a="http://schemas.openxmlformats.org/drawingml/2006/main">
            <a:pathLst>
              <a:path w="1913280" h="107856" fill="none">
                <a:moveTo>
                  <a:pt x="0" y="0"/>
                </a:moveTo>
                <a:lnTo>
                  <a:pt x="0" y="28136"/>
                </a:lnTo>
                <a:cubicBezTo>
                  <a:pt x="0" y="46894"/>
                  <a:pt x="37515" y="56273"/>
                  <a:pt x="112546" y="56273"/>
                </a:cubicBezTo>
                <a:lnTo>
                  <a:pt x="844094" y="56273"/>
                </a:lnTo>
                <a:cubicBezTo>
                  <a:pt x="919125" y="56273"/>
                  <a:pt x="956640" y="65651"/>
                  <a:pt x="956640" y="84409"/>
                </a:cubicBezTo>
                <a:lnTo>
                  <a:pt x="956640" y="98478"/>
                </a:lnTo>
                <a:cubicBezTo>
                  <a:pt x="956640" y="107856"/>
                  <a:pt x="956640" y="103167"/>
                  <a:pt x="956640" y="84409"/>
                </a:cubicBezTo>
                <a:lnTo>
                  <a:pt x="956640" y="70341"/>
                </a:lnTo>
                <a:cubicBezTo>
                  <a:pt x="956640" y="60963"/>
                  <a:pt x="994155" y="56273"/>
                  <a:pt x="1069186" y="56273"/>
                </a:cubicBezTo>
                <a:lnTo>
                  <a:pt x="1800734" y="56273"/>
                </a:lnTo>
                <a:cubicBezTo>
                  <a:pt x="1875765" y="56273"/>
                  <a:pt x="1913280" y="46894"/>
                  <a:pt x="1913280" y="28136"/>
                </a:cubicBezTo>
                <a:lnTo>
                  <a:pt x="1913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509" cap="flat">
            <a:solidFill>
              <a:srgbClr val="0066CC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7CE45-D606-400D-917C-11EF8259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65" y="6804662"/>
            <a:ext cx="66927" cy="96157"/>
          </a:xfrm>
          <a:custGeom xmlns:a="http://schemas.openxmlformats.org/drawingml/2006/main">
            <a:pathLst>
              <a:path w="66927" h="96157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EA9CB-77AB-436A-87D7-161C591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65" y="6804662"/>
            <a:ext cx="66927" cy="96157"/>
          </a:xfrm>
          <a:custGeom xmlns:a="http://schemas.openxmlformats.org/drawingml/2006/main">
            <a:pathLst>
              <a:path w="66927" h="96157" fill="none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80E06-0209-46BB-9921-F6FE52BA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205" y="6855628"/>
            <a:ext cx="33219" cy="64313"/>
          </a:xfrm>
          <a:custGeom xmlns:a="http://schemas.openxmlformats.org/drawingml/2006/main">
            <a:pathLst>
              <a:path w="33219" h="64313">
                <a:moveTo>
                  <a:pt x="12554" y="8498"/>
                </a:moveTo>
                <a:lnTo>
                  <a:pt x="11298" y="8981"/>
                </a:lnTo>
                <a:cubicBezTo>
                  <a:pt x="10397" y="9303"/>
                  <a:pt x="9109" y="9624"/>
                  <a:pt x="7436" y="9946"/>
                </a:cubicBezTo>
                <a:cubicBezTo>
                  <a:pt x="5762" y="10268"/>
                  <a:pt x="3895" y="10494"/>
                  <a:pt x="1835" y="10622"/>
                </a:cubicBezTo>
                <a:lnTo>
                  <a:pt x="0" y="10622"/>
                </a:lnTo>
                <a:lnTo>
                  <a:pt x="0" y="6180"/>
                </a:lnTo>
                <a:lnTo>
                  <a:pt x="1835" y="6180"/>
                </a:lnTo>
                <a:cubicBezTo>
                  <a:pt x="4861" y="6052"/>
                  <a:pt x="7661" y="5569"/>
                  <a:pt x="10236" y="4732"/>
                </a:cubicBezTo>
                <a:cubicBezTo>
                  <a:pt x="12811" y="3895"/>
                  <a:pt x="14614" y="3122"/>
                  <a:pt x="15644" y="2414"/>
                </a:cubicBezTo>
                <a:cubicBezTo>
                  <a:pt x="16674" y="1706"/>
                  <a:pt x="17575" y="998"/>
                  <a:pt x="18348" y="290"/>
                </a:cubicBezTo>
                <a:cubicBezTo>
                  <a:pt x="18476" y="97"/>
                  <a:pt x="18863" y="0"/>
                  <a:pt x="19506" y="0"/>
                </a:cubicBezTo>
                <a:cubicBezTo>
                  <a:pt x="20086" y="0"/>
                  <a:pt x="20633" y="193"/>
                  <a:pt x="21148" y="579"/>
                </a:cubicBezTo>
                <a:lnTo>
                  <a:pt x="21148" y="29453"/>
                </a:lnTo>
                <a:lnTo>
                  <a:pt x="21245" y="58423"/>
                </a:lnTo>
                <a:cubicBezTo>
                  <a:pt x="21695" y="58874"/>
                  <a:pt x="22082" y="59163"/>
                  <a:pt x="22403" y="59292"/>
                </a:cubicBezTo>
                <a:cubicBezTo>
                  <a:pt x="22725" y="59421"/>
                  <a:pt x="23498" y="59549"/>
                  <a:pt x="24721" y="59678"/>
                </a:cubicBezTo>
                <a:cubicBezTo>
                  <a:pt x="25944" y="59807"/>
                  <a:pt x="27940" y="59871"/>
                  <a:pt x="30708" y="59871"/>
                </a:cubicBezTo>
                <a:lnTo>
                  <a:pt x="33219" y="59871"/>
                </a:lnTo>
                <a:lnTo>
                  <a:pt x="33219" y="64313"/>
                </a:lnTo>
                <a:lnTo>
                  <a:pt x="32157" y="64313"/>
                </a:lnTo>
                <a:cubicBezTo>
                  <a:pt x="30805" y="64120"/>
                  <a:pt x="25687" y="64024"/>
                  <a:pt x="16803" y="64024"/>
                </a:cubicBezTo>
                <a:cubicBezTo>
                  <a:pt x="8047" y="64024"/>
                  <a:pt x="2994" y="64120"/>
                  <a:pt x="1642" y="64313"/>
                </a:cubicBezTo>
                <a:lnTo>
                  <a:pt x="483" y="64313"/>
                </a:lnTo>
                <a:lnTo>
                  <a:pt x="483" y="59871"/>
                </a:lnTo>
                <a:lnTo>
                  <a:pt x="2994" y="59871"/>
                </a:lnTo>
                <a:cubicBezTo>
                  <a:pt x="4410" y="59871"/>
                  <a:pt x="5633" y="59871"/>
                  <a:pt x="6663" y="59871"/>
                </a:cubicBezTo>
                <a:cubicBezTo>
                  <a:pt x="7693" y="59871"/>
                  <a:pt x="8498" y="59839"/>
                  <a:pt x="9077" y="59775"/>
                </a:cubicBezTo>
                <a:cubicBezTo>
                  <a:pt x="9657" y="59710"/>
                  <a:pt x="10172" y="59614"/>
                  <a:pt x="10622" y="59485"/>
                </a:cubicBezTo>
                <a:cubicBezTo>
                  <a:pt x="11073" y="59356"/>
                  <a:pt x="11330" y="59292"/>
                  <a:pt x="11395" y="59292"/>
                </a:cubicBezTo>
                <a:cubicBezTo>
                  <a:pt x="11459" y="59292"/>
                  <a:pt x="11652" y="59131"/>
                  <a:pt x="11974" y="58809"/>
                </a:cubicBezTo>
                <a:cubicBezTo>
                  <a:pt x="12296" y="58487"/>
                  <a:pt x="12489" y="58358"/>
                  <a:pt x="12554" y="58423"/>
                </a:cubicBezTo>
                <a:lnTo>
                  <a:pt x="12554" y="8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ACD20-3DE0-4FDC-A4C8-0B17A262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205" y="6855628"/>
            <a:ext cx="33219" cy="64313"/>
          </a:xfrm>
          <a:custGeom xmlns:a="http://schemas.openxmlformats.org/drawingml/2006/main">
            <a:pathLst>
              <a:path w="33219" h="64313" fill="none">
                <a:moveTo>
                  <a:pt x="12554" y="8498"/>
                </a:moveTo>
                <a:lnTo>
                  <a:pt x="11298" y="8981"/>
                </a:lnTo>
                <a:cubicBezTo>
                  <a:pt x="10397" y="9303"/>
                  <a:pt x="9109" y="9624"/>
                  <a:pt x="7436" y="9946"/>
                </a:cubicBezTo>
                <a:cubicBezTo>
                  <a:pt x="5762" y="10268"/>
                  <a:pt x="3895" y="10494"/>
                  <a:pt x="1835" y="10622"/>
                </a:cubicBezTo>
                <a:lnTo>
                  <a:pt x="0" y="10622"/>
                </a:lnTo>
                <a:lnTo>
                  <a:pt x="0" y="6180"/>
                </a:lnTo>
                <a:lnTo>
                  <a:pt x="1835" y="6180"/>
                </a:lnTo>
                <a:cubicBezTo>
                  <a:pt x="4861" y="6052"/>
                  <a:pt x="7661" y="5569"/>
                  <a:pt x="10236" y="4732"/>
                </a:cubicBezTo>
                <a:cubicBezTo>
                  <a:pt x="12811" y="3895"/>
                  <a:pt x="14614" y="3122"/>
                  <a:pt x="15644" y="2414"/>
                </a:cubicBezTo>
                <a:cubicBezTo>
                  <a:pt x="16674" y="1706"/>
                  <a:pt x="17575" y="998"/>
                  <a:pt x="18348" y="290"/>
                </a:cubicBezTo>
                <a:cubicBezTo>
                  <a:pt x="18476" y="97"/>
                  <a:pt x="18863" y="0"/>
                  <a:pt x="19506" y="0"/>
                </a:cubicBezTo>
                <a:cubicBezTo>
                  <a:pt x="20086" y="0"/>
                  <a:pt x="20633" y="193"/>
                  <a:pt x="21148" y="579"/>
                </a:cubicBezTo>
                <a:lnTo>
                  <a:pt x="21148" y="29453"/>
                </a:lnTo>
                <a:lnTo>
                  <a:pt x="21245" y="58423"/>
                </a:lnTo>
                <a:cubicBezTo>
                  <a:pt x="21695" y="58874"/>
                  <a:pt x="22082" y="59163"/>
                  <a:pt x="22403" y="59292"/>
                </a:cubicBezTo>
                <a:cubicBezTo>
                  <a:pt x="22725" y="59421"/>
                  <a:pt x="23498" y="59549"/>
                  <a:pt x="24721" y="59678"/>
                </a:cubicBezTo>
                <a:cubicBezTo>
                  <a:pt x="25944" y="59807"/>
                  <a:pt x="27940" y="59871"/>
                  <a:pt x="30708" y="59871"/>
                </a:cubicBezTo>
                <a:lnTo>
                  <a:pt x="33219" y="59871"/>
                </a:lnTo>
                <a:lnTo>
                  <a:pt x="33219" y="64313"/>
                </a:lnTo>
                <a:lnTo>
                  <a:pt x="32157" y="64313"/>
                </a:lnTo>
                <a:cubicBezTo>
                  <a:pt x="30805" y="64120"/>
                  <a:pt x="25687" y="64024"/>
                  <a:pt x="16803" y="64024"/>
                </a:cubicBezTo>
                <a:cubicBezTo>
                  <a:pt x="8047" y="64024"/>
                  <a:pt x="2994" y="64120"/>
                  <a:pt x="1642" y="64313"/>
                </a:cubicBezTo>
                <a:lnTo>
                  <a:pt x="483" y="64313"/>
                </a:lnTo>
                <a:lnTo>
                  <a:pt x="483" y="59871"/>
                </a:lnTo>
                <a:lnTo>
                  <a:pt x="2994" y="59871"/>
                </a:lnTo>
                <a:cubicBezTo>
                  <a:pt x="4410" y="59871"/>
                  <a:pt x="5633" y="59871"/>
                  <a:pt x="6663" y="59871"/>
                </a:cubicBezTo>
                <a:cubicBezTo>
                  <a:pt x="7693" y="59871"/>
                  <a:pt x="8498" y="59839"/>
                  <a:pt x="9077" y="59775"/>
                </a:cubicBezTo>
                <a:cubicBezTo>
                  <a:pt x="9657" y="59710"/>
                  <a:pt x="10172" y="59614"/>
                  <a:pt x="10622" y="59485"/>
                </a:cubicBezTo>
                <a:cubicBezTo>
                  <a:pt x="11073" y="59356"/>
                  <a:pt x="11330" y="59292"/>
                  <a:pt x="11395" y="59292"/>
                </a:cubicBezTo>
                <a:cubicBezTo>
                  <a:pt x="11459" y="59292"/>
                  <a:pt x="11652" y="59131"/>
                  <a:pt x="11974" y="58809"/>
                </a:cubicBezTo>
                <a:cubicBezTo>
                  <a:pt x="12296" y="58487"/>
                  <a:pt x="12489" y="58358"/>
                  <a:pt x="12554" y="58423"/>
                </a:cubicBezTo>
                <a:lnTo>
                  <a:pt x="12554" y="8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000000">
                <a:alpha val="1850"/>
              </a:srgbClr>
            </a:solidFill>
            <a:miter/>
          </a:ln>
        </p:spPr>
      </p:sp>
      <p:sp>
        <p:nvSpPr>
          <p:cNvPr id="181" name="Text CosineSpectrum">
            <a:extLst xmlns:a="http://schemas.openxmlformats.org/drawingml/2006/main">
              <a:ext uri="{FF2B5EF4-FFF2-40B4-BE49-F238E27FC236}">
                <a16:creationId xmlns:a16="http://schemas.microsoft.com/office/drawing/2014/main" id="{D34D087C-DD56-4AC1-A722-2D66CD70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152" y="6091845"/>
            <a:ext cx="921117" cy="122657"/>
          </a:xfrm>
          <a:custGeom xmlns:a="http://schemas.openxmlformats.org/drawingml/2006/main">
            <a:pathLst>
              <a:path w="921117" h="122657">
                <a:moveTo>
                  <a:pt x="76430" y="2374"/>
                </a:moveTo>
                <a:lnTo>
                  <a:pt x="78474" y="32709"/>
                </a:lnTo>
                <a:lnTo>
                  <a:pt x="76430" y="32709"/>
                </a:lnTo>
                <a:cubicBezTo>
                  <a:pt x="73704" y="23585"/>
                  <a:pt x="69814" y="17018"/>
                  <a:pt x="64758" y="13008"/>
                </a:cubicBezTo>
                <a:cubicBezTo>
                  <a:pt x="59702" y="8996"/>
                  <a:pt x="53635" y="6990"/>
                  <a:pt x="46557" y="6990"/>
                </a:cubicBezTo>
                <a:cubicBezTo>
                  <a:pt x="40622" y="6990"/>
                  <a:pt x="35259" y="8497"/>
                  <a:pt x="30467" y="11511"/>
                </a:cubicBezTo>
                <a:cubicBezTo>
                  <a:pt x="25675" y="14524"/>
                  <a:pt x="21905" y="19331"/>
                  <a:pt x="19157" y="25931"/>
                </a:cubicBezTo>
                <a:cubicBezTo>
                  <a:pt x="16409" y="32531"/>
                  <a:pt x="15035" y="40737"/>
                  <a:pt x="15035" y="50549"/>
                </a:cubicBezTo>
                <a:cubicBezTo>
                  <a:pt x="15035" y="58644"/>
                  <a:pt x="16332" y="65661"/>
                  <a:pt x="18926" y="71602"/>
                </a:cubicBezTo>
                <a:cubicBezTo>
                  <a:pt x="21520" y="77541"/>
                  <a:pt x="25422" y="82094"/>
                  <a:pt x="30631" y="85263"/>
                </a:cubicBezTo>
                <a:cubicBezTo>
                  <a:pt x="35841" y="88431"/>
                  <a:pt x="41787" y="90015"/>
                  <a:pt x="48469" y="90015"/>
                </a:cubicBezTo>
                <a:cubicBezTo>
                  <a:pt x="54273" y="90015"/>
                  <a:pt x="59394" y="88773"/>
                  <a:pt x="63835" y="86289"/>
                </a:cubicBezTo>
                <a:cubicBezTo>
                  <a:pt x="68275" y="83805"/>
                  <a:pt x="73155" y="78870"/>
                  <a:pt x="78474" y="71484"/>
                </a:cubicBezTo>
                <a:lnTo>
                  <a:pt x="80519" y="72799"/>
                </a:lnTo>
                <a:cubicBezTo>
                  <a:pt x="76034" y="80736"/>
                  <a:pt x="70803" y="86546"/>
                  <a:pt x="64824" y="90229"/>
                </a:cubicBezTo>
                <a:cubicBezTo>
                  <a:pt x="58845" y="93911"/>
                  <a:pt x="51745" y="95752"/>
                  <a:pt x="43524" y="95752"/>
                </a:cubicBezTo>
                <a:cubicBezTo>
                  <a:pt x="28708" y="95752"/>
                  <a:pt x="17234" y="90264"/>
                  <a:pt x="9100" y="79288"/>
                </a:cubicBezTo>
                <a:cubicBezTo>
                  <a:pt x="3033" y="71124"/>
                  <a:pt x="0" y="61509"/>
                  <a:pt x="0" y="50446"/>
                </a:cubicBezTo>
                <a:cubicBezTo>
                  <a:pt x="0" y="41534"/>
                  <a:pt x="2000" y="33346"/>
                  <a:pt x="6001" y="25883"/>
                </a:cubicBezTo>
                <a:cubicBezTo>
                  <a:pt x="10002" y="18421"/>
                  <a:pt x="15508" y="12637"/>
                  <a:pt x="22520" y="8532"/>
                </a:cubicBezTo>
                <a:cubicBezTo>
                  <a:pt x="29532" y="4427"/>
                  <a:pt x="37193" y="2374"/>
                  <a:pt x="45502" y="2374"/>
                </a:cubicBezTo>
                <a:cubicBezTo>
                  <a:pt x="51965" y="2374"/>
                  <a:pt x="58339" y="3957"/>
                  <a:pt x="64626" y="7122"/>
                </a:cubicBezTo>
                <a:cubicBezTo>
                  <a:pt x="66472" y="8089"/>
                  <a:pt x="67791" y="8573"/>
                  <a:pt x="68583" y="8573"/>
                </a:cubicBezTo>
                <a:cubicBezTo>
                  <a:pt x="69770" y="8573"/>
                  <a:pt x="70803" y="8155"/>
                  <a:pt x="71682" y="7320"/>
                </a:cubicBezTo>
                <a:cubicBezTo>
                  <a:pt x="72825" y="6133"/>
                  <a:pt x="73638" y="4484"/>
                  <a:pt x="74122" y="2374"/>
                </a:cubicBezTo>
                <a:lnTo>
                  <a:pt x="76430" y="2374"/>
                </a:lnTo>
                <a:close/>
                <a:moveTo>
                  <a:pt x="118966" y="31654"/>
                </a:moveTo>
                <a:cubicBezTo>
                  <a:pt x="128110" y="31654"/>
                  <a:pt x="135452" y="35123"/>
                  <a:pt x="140992" y="42063"/>
                </a:cubicBezTo>
                <a:cubicBezTo>
                  <a:pt x="145696" y="47991"/>
                  <a:pt x="148048" y="54798"/>
                  <a:pt x="148048" y="62485"/>
                </a:cubicBezTo>
                <a:cubicBezTo>
                  <a:pt x="148048" y="67887"/>
                  <a:pt x="146751" y="73355"/>
                  <a:pt x="144157" y="78889"/>
                </a:cubicBezTo>
                <a:cubicBezTo>
                  <a:pt x="141563" y="84421"/>
                  <a:pt x="137991" y="88593"/>
                  <a:pt x="133441" y="91404"/>
                </a:cubicBezTo>
                <a:cubicBezTo>
                  <a:pt x="128891" y="94215"/>
                  <a:pt x="123824" y="95620"/>
                  <a:pt x="118241" y="95620"/>
                </a:cubicBezTo>
                <a:cubicBezTo>
                  <a:pt x="109140" y="95620"/>
                  <a:pt x="101908" y="91997"/>
                  <a:pt x="96545" y="84749"/>
                </a:cubicBezTo>
                <a:cubicBezTo>
                  <a:pt x="92016" y="78645"/>
                  <a:pt x="89752" y="71795"/>
                  <a:pt x="89752" y="64197"/>
                </a:cubicBezTo>
                <a:cubicBezTo>
                  <a:pt x="89752" y="58663"/>
                  <a:pt x="91126" y="53163"/>
                  <a:pt x="93874" y="47695"/>
                </a:cubicBezTo>
                <a:cubicBezTo>
                  <a:pt x="96622" y="42227"/>
                  <a:pt x="100238" y="38186"/>
                  <a:pt x="104722" y="35573"/>
                </a:cubicBezTo>
                <a:cubicBezTo>
                  <a:pt x="109206" y="32960"/>
                  <a:pt x="113954" y="31654"/>
                  <a:pt x="118966" y="31654"/>
                </a:cubicBezTo>
                <a:moveTo>
                  <a:pt x="116922" y="36006"/>
                </a:moveTo>
                <a:cubicBezTo>
                  <a:pt x="114592" y="36006"/>
                  <a:pt x="112251" y="36698"/>
                  <a:pt x="109899" y="38081"/>
                </a:cubicBezTo>
                <a:cubicBezTo>
                  <a:pt x="107547" y="39465"/>
                  <a:pt x="105645" y="41891"/>
                  <a:pt x="104194" y="45360"/>
                </a:cubicBezTo>
                <a:cubicBezTo>
                  <a:pt x="102744" y="48829"/>
                  <a:pt x="102018" y="53286"/>
                  <a:pt x="102018" y="58730"/>
                </a:cubicBezTo>
                <a:cubicBezTo>
                  <a:pt x="102018" y="67512"/>
                  <a:pt x="103766" y="75086"/>
                  <a:pt x="107261" y="81454"/>
                </a:cubicBezTo>
                <a:cubicBezTo>
                  <a:pt x="110756" y="87821"/>
                  <a:pt x="115361" y="91004"/>
                  <a:pt x="121076" y="91004"/>
                </a:cubicBezTo>
                <a:cubicBezTo>
                  <a:pt x="125341" y="91004"/>
                  <a:pt x="128858" y="89247"/>
                  <a:pt x="131627" y="85735"/>
                </a:cubicBezTo>
                <a:cubicBezTo>
                  <a:pt x="134397" y="82222"/>
                  <a:pt x="135782" y="76184"/>
                  <a:pt x="135782" y="67622"/>
                </a:cubicBezTo>
                <a:cubicBezTo>
                  <a:pt x="135782" y="56908"/>
                  <a:pt x="133474" y="48476"/>
                  <a:pt x="128858" y="42328"/>
                </a:cubicBezTo>
                <a:cubicBezTo>
                  <a:pt x="125736" y="38113"/>
                  <a:pt x="121758" y="36006"/>
                  <a:pt x="116922" y="36006"/>
                </a:cubicBezTo>
                <a:close/>
                <a:moveTo>
                  <a:pt x="195989" y="31654"/>
                </a:moveTo>
                <a:lnTo>
                  <a:pt x="195989" y="52096"/>
                </a:lnTo>
                <a:lnTo>
                  <a:pt x="193813" y="52096"/>
                </a:lnTo>
                <a:cubicBezTo>
                  <a:pt x="192143" y="45685"/>
                  <a:pt x="189999" y="41323"/>
                  <a:pt x="187384" y="39013"/>
                </a:cubicBezTo>
                <a:cubicBezTo>
                  <a:pt x="184768" y="36700"/>
                  <a:pt x="181437" y="35544"/>
                  <a:pt x="177393" y="35544"/>
                </a:cubicBezTo>
                <a:cubicBezTo>
                  <a:pt x="174315" y="35544"/>
                  <a:pt x="171832" y="36357"/>
                  <a:pt x="169941" y="37982"/>
                </a:cubicBezTo>
                <a:cubicBezTo>
                  <a:pt x="168051" y="39606"/>
                  <a:pt x="167105" y="41407"/>
                  <a:pt x="167105" y="43383"/>
                </a:cubicBezTo>
                <a:cubicBezTo>
                  <a:pt x="167105" y="45843"/>
                  <a:pt x="167809" y="47950"/>
                  <a:pt x="169216" y="49706"/>
                </a:cubicBezTo>
                <a:cubicBezTo>
                  <a:pt x="170579" y="51507"/>
                  <a:pt x="173348" y="53417"/>
                  <a:pt x="177525" y="55437"/>
                </a:cubicBezTo>
                <a:lnTo>
                  <a:pt x="187153" y="60115"/>
                </a:lnTo>
                <a:cubicBezTo>
                  <a:pt x="196077" y="64462"/>
                  <a:pt x="200540" y="70193"/>
                  <a:pt x="200540" y="77308"/>
                </a:cubicBezTo>
                <a:cubicBezTo>
                  <a:pt x="200540" y="82797"/>
                  <a:pt x="198462" y="87221"/>
                  <a:pt x="194308" y="90581"/>
                </a:cubicBezTo>
                <a:cubicBezTo>
                  <a:pt x="190153" y="93941"/>
                  <a:pt x="185504" y="95620"/>
                  <a:pt x="180360" y="95620"/>
                </a:cubicBezTo>
                <a:cubicBezTo>
                  <a:pt x="176667" y="95620"/>
                  <a:pt x="172447" y="94961"/>
                  <a:pt x="167699" y="93642"/>
                </a:cubicBezTo>
                <a:cubicBezTo>
                  <a:pt x="166248" y="93202"/>
                  <a:pt x="165061" y="92982"/>
                  <a:pt x="164138" y="92982"/>
                </a:cubicBezTo>
                <a:cubicBezTo>
                  <a:pt x="163127" y="92982"/>
                  <a:pt x="162335" y="93554"/>
                  <a:pt x="161764" y="94697"/>
                </a:cubicBezTo>
                <a:lnTo>
                  <a:pt x="159588" y="94697"/>
                </a:lnTo>
                <a:lnTo>
                  <a:pt x="159588" y="73067"/>
                </a:lnTo>
                <a:lnTo>
                  <a:pt x="161764" y="73067"/>
                </a:lnTo>
                <a:cubicBezTo>
                  <a:pt x="162995" y="79244"/>
                  <a:pt x="165347" y="83898"/>
                  <a:pt x="168820" y="87031"/>
                </a:cubicBezTo>
                <a:cubicBezTo>
                  <a:pt x="172293" y="90163"/>
                  <a:pt x="176184" y="91729"/>
                  <a:pt x="180492" y="91729"/>
                </a:cubicBezTo>
                <a:cubicBezTo>
                  <a:pt x="183526" y="91729"/>
                  <a:pt x="185999" y="90840"/>
                  <a:pt x="187911" y="89063"/>
                </a:cubicBezTo>
                <a:cubicBezTo>
                  <a:pt x="189823" y="87284"/>
                  <a:pt x="190780" y="85142"/>
                  <a:pt x="190780" y="82639"/>
                </a:cubicBezTo>
                <a:cubicBezTo>
                  <a:pt x="190780" y="79608"/>
                  <a:pt x="189714" y="77061"/>
                  <a:pt x="187581" y="74998"/>
                </a:cubicBezTo>
                <a:cubicBezTo>
                  <a:pt x="185449" y="72934"/>
                  <a:pt x="181196" y="70322"/>
                  <a:pt x="174821" y="67161"/>
                </a:cubicBezTo>
                <a:cubicBezTo>
                  <a:pt x="168446" y="63998"/>
                  <a:pt x="164270" y="61143"/>
                  <a:pt x="162291" y="58596"/>
                </a:cubicBezTo>
                <a:cubicBezTo>
                  <a:pt x="160313" y="56093"/>
                  <a:pt x="159324" y="52931"/>
                  <a:pt x="159324" y="49110"/>
                </a:cubicBezTo>
                <a:cubicBezTo>
                  <a:pt x="159324" y="44148"/>
                  <a:pt x="161028" y="39998"/>
                  <a:pt x="164435" y="36661"/>
                </a:cubicBezTo>
                <a:cubicBezTo>
                  <a:pt x="167842" y="33323"/>
                  <a:pt x="172249" y="31654"/>
                  <a:pt x="177657" y="31654"/>
                </a:cubicBezTo>
                <a:cubicBezTo>
                  <a:pt x="180031" y="31654"/>
                  <a:pt x="182910" y="32159"/>
                  <a:pt x="186295" y="33170"/>
                </a:cubicBezTo>
                <a:cubicBezTo>
                  <a:pt x="188538" y="33830"/>
                  <a:pt x="190032" y="34159"/>
                  <a:pt x="190780" y="34159"/>
                </a:cubicBezTo>
                <a:cubicBezTo>
                  <a:pt x="191483" y="34159"/>
                  <a:pt x="192033" y="34006"/>
                  <a:pt x="192428" y="33698"/>
                </a:cubicBezTo>
                <a:cubicBezTo>
                  <a:pt x="192824" y="33390"/>
                  <a:pt x="193286" y="32709"/>
                  <a:pt x="193813" y="31654"/>
                </a:cubicBezTo>
                <a:lnTo>
                  <a:pt x="195989" y="31654"/>
                </a:lnTo>
                <a:close/>
                <a:moveTo>
                  <a:pt x="224852" y="0"/>
                </a:moveTo>
                <a:cubicBezTo>
                  <a:pt x="226698" y="0"/>
                  <a:pt x="228270" y="652"/>
                  <a:pt x="229567" y="1956"/>
                </a:cubicBezTo>
                <a:cubicBezTo>
                  <a:pt x="230864" y="3258"/>
                  <a:pt x="231512" y="4837"/>
                  <a:pt x="231512" y="6693"/>
                </a:cubicBezTo>
                <a:cubicBezTo>
                  <a:pt x="231512" y="8549"/>
                  <a:pt x="230864" y="10140"/>
                  <a:pt x="229567" y="11466"/>
                </a:cubicBezTo>
                <a:cubicBezTo>
                  <a:pt x="228270" y="12791"/>
                  <a:pt x="226698" y="13453"/>
                  <a:pt x="224852" y="13453"/>
                </a:cubicBezTo>
                <a:cubicBezTo>
                  <a:pt x="223006" y="13453"/>
                  <a:pt x="221423" y="12791"/>
                  <a:pt x="220104" y="11466"/>
                </a:cubicBezTo>
                <a:cubicBezTo>
                  <a:pt x="218785" y="10140"/>
                  <a:pt x="218126" y="8549"/>
                  <a:pt x="218126" y="6693"/>
                </a:cubicBezTo>
                <a:cubicBezTo>
                  <a:pt x="218126" y="4837"/>
                  <a:pt x="218774" y="3258"/>
                  <a:pt x="220071" y="1956"/>
                </a:cubicBezTo>
                <a:cubicBezTo>
                  <a:pt x="221368" y="652"/>
                  <a:pt x="222962" y="0"/>
                  <a:pt x="224852" y="0"/>
                </a:cubicBezTo>
                <a:moveTo>
                  <a:pt x="230325" y="31654"/>
                </a:moveTo>
                <a:lnTo>
                  <a:pt x="230325" y="80082"/>
                </a:lnTo>
                <a:cubicBezTo>
                  <a:pt x="230325" y="83854"/>
                  <a:pt x="230600" y="86366"/>
                  <a:pt x="231150" y="87616"/>
                </a:cubicBezTo>
                <a:cubicBezTo>
                  <a:pt x="231699" y="88866"/>
                  <a:pt x="232513" y="89798"/>
                  <a:pt x="233590" y="90412"/>
                </a:cubicBezTo>
                <a:cubicBezTo>
                  <a:pt x="234667" y="91027"/>
                  <a:pt x="236634" y="91334"/>
                  <a:pt x="239492" y="91334"/>
                </a:cubicBezTo>
                <a:lnTo>
                  <a:pt x="239492" y="93774"/>
                </a:lnTo>
                <a:lnTo>
                  <a:pt x="210146" y="93774"/>
                </a:lnTo>
                <a:lnTo>
                  <a:pt x="210146" y="91334"/>
                </a:lnTo>
                <a:cubicBezTo>
                  <a:pt x="213092" y="91334"/>
                  <a:pt x="215070" y="91049"/>
                  <a:pt x="216081" y="90478"/>
                </a:cubicBezTo>
                <a:cubicBezTo>
                  <a:pt x="217092" y="89908"/>
                  <a:pt x="217895" y="88965"/>
                  <a:pt x="218488" y="87649"/>
                </a:cubicBezTo>
                <a:cubicBezTo>
                  <a:pt x="219082" y="86333"/>
                  <a:pt x="219379" y="83810"/>
                  <a:pt x="219379" y="80082"/>
                </a:cubicBezTo>
                <a:lnTo>
                  <a:pt x="219379" y="56855"/>
                </a:lnTo>
                <a:cubicBezTo>
                  <a:pt x="219379" y="50318"/>
                  <a:pt x="219181" y="46085"/>
                  <a:pt x="218785" y="44156"/>
                </a:cubicBezTo>
                <a:cubicBezTo>
                  <a:pt x="218477" y="42752"/>
                  <a:pt x="217994" y="41776"/>
                  <a:pt x="217334" y="41228"/>
                </a:cubicBezTo>
                <a:cubicBezTo>
                  <a:pt x="216675" y="40680"/>
                  <a:pt x="215774" y="40406"/>
                  <a:pt x="214631" y="40406"/>
                </a:cubicBezTo>
                <a:cubicBezTo>
                  <a:pt x="213400" y="40406"/>
                  <a:pt x="211905" y="40735"/>
                  <a:pt x="210146" y="41393"/>
                </a:cubicBezTo>
                <a:lnTo>
                  <a:pt x="209223" y="39023"/>
                </a:lnTo>
                <a:lnTo>
                  <a:pt x="227424" y="31654"/>
                </a:lnTo>
                <a:lnTo>
                  <a:pt x="230325" y="31654"/>
                </a:lnTo>
                <a:close/>
                <a:moveTo>
                  <a:pt x="264640" y="44447"/>
                </a:moveTo>
                <a:cubicBezTo>
                  <a:pt x="271718" y="35918"/>
                  <a:pt x="278466" y="31654"/>
                  <a:pt x="284885" y="31654"/>
                </a:cubicBezTo>
                <a:cubicBezTo>
                  <a:pt x="288182" y="31654"/>
                  <a:pt x="291018" y="32476"/>
                  <a:pt x="293392" y="34122"/>
                </a:cubicBezTo>
                <a:cubicBezTo>
                  <a:pt x="295766" y="35767"/>
                  <a:pt x="297656" y="38475"/>
                  <a:pt x="299063" y="42248"/>
                </a:cubicBezTo>
                <a:cubicBezTo>
                  <a:pt x="300030" y="44879"/>
                  <a:pt x="300514" y="48915"/>
                  <a:pt x="300514" y="54355"/>
                </a:cubicBezTo>
                <a:lnTo>
                  <a:pt x="300514" y="80082"/>
                </a:lnTo>
                <a:cubicBezTo>
                  <a:pt x="300514" y="83898"/>
                  <a:pt x="300822" y="86487"/>
                  <a:pt x="301437" y="87847"/>
                </a:cubicBezTo>
                <a:cubicBezTo>
                  <a:pt x="301921" y="88943"/>
                  <a:pt x="302701" y="89798"/>
                  <a:pt x="303778" y="90412"/>
                </a:cubicBezTo>
                <a:cubicBezTo>
                  <a:pt x="304855" y="91027"/>
                  <a:pt x="306845" y="91334"/>
                  <a:pt x="309746" y="91334"/>
                </a:cubicBezTo>
                <a:lnTo>
                  <a:pt x="309746" y="93774"/>
                </a:lnTo>
                <a:lnTo>
                  <a:pt x="279873" y="93774"/>
                </a:lnTo>
                <a:lnTo>
                  <a:pt x="279873" y="91334"/>
                </a:lnTo>
                <a:lnTo>
                  <a:pt x="281126" y="91334"/>
                </a:lnTo>
                <a:cubicBezTo>
                  <a:pt x="283940" y="91334"/>
                  <a:pt x="285907" y="90907"/>
                  <a:pt x="287028" y="90054"/>
                </a:cubicBezTo>
                <a:cubicBezTo>
                  <a:pt x="288149" y="89201"/>
                  <a:pt x="288930" y="87944"/>
                  <a:pt x="289369" y="86283"/>
                </a:cubicBezTo>
                <a:cubicBezTo>
                  <a:pt x="289545" y="85626"/>
                  <a:pt x="289633" y="83570"/>
                  <a:pt x="289633" y="80115"/>
                </a:cubicBezTo>
                <a:lnTo>
                  <a:pt x="289633" y="55511"/>
                </a:lnTo>
                <a:cubicBezTo>
                  <a:pt x="289633" y="50045"/>
                  <a:pt x="288919" y="46076"/>
                  <a:pt x="287490" y="43604"/>
                </a:cubicBezTo>
                <a:cubicBezTo>
                  <a:pt x="286061" y="41132"/>
                  <a:pt x="283654" y="39897"/>
                  <a:pt x="280269" y="39897"/>
                </a:cubicBezTo>
                <a:cubicBezTo>
                  <a:pt x="275037" y="39897"/>
                  <a:pt x="269828" y="42740"/>
                  <a:pt x="264640" y="48426"/>
                </a:cubicBezTo>
                <a:lnTo>
                  <a:pt x="264640" y="80115"/>
                </a:lnTo>
                <a:cubicBezTo>
                  <a:pt x="264640" y="84183"/>
                  <a:pt x="264882" y="86698"/>
                  <a:pt x="265365" y="87659"/>
                </a:cubicBezTo>
                <a:cubicBezTo>
                  <a:pt x="265981" y="88927"/>
                  <a:pt x="266827" y="89857"/>
                  <a:pt x="267904" y="90447"/>
                </a:cubicBezTo>
                <a:cubicBezTo>
                  <a:pt x="268981" y="91038"/>
                  <a:pt x="271168" y="91334"/>
                  <a:pt x="274466" y="91334"/>
                </a:cubicBezTo>
                <a:lnTo>
                  <a:pt x="274466" y="93774"/>
                </a:lnTo>
                <a:lnTo>
                  <a:pt x="244593" y="93774"/>
                </a:lnTo>
                <a:lnTo>
                  <a:pt x="244593" y="91334"/>
                </a:lnTo>
                <a:lnTo>
                  <a:pt x="245912" y="91334"/>
                </a:lnTo>
                <a:cubicBezTo>
                  <a:pt x="248989" y="91334"/>
                  <a:pt x="251066" y="90555"/>
                  <a:pt x="252143" y="88999"/>
                </a:cubicBezTo>
                <a:cubicBezTo>
                  <a:pt x="253220" y="87441"/>
                  <a:pt x="253759" y="84468"/>
                  <a:pt x="253759" y="80082"/>
                </a:cubicBezTo>
                <a:lnTo>
                  <a:pt x="253759" y="57710"/>
                </a:lnTo>
                <a:cubicBezTo>
                  <a:pt x="253759" y="50473"/>
                  <a:pt x="253594" y="46065"/>
                  <a:pt x="253264" y="44486"/>
                </a:cubicBezTo>
                <a:cubicBezTo>
                  <a:pt x="252935" y="42906"/>
                  <a:pt x="252429" y="41831"/>
                  <a:pt x="251748" y="41261"/>
                </a:cubicBezTo>
                <a:cubicBezTo>
                  <a:pt x="251066" y="40691"/>
                  <a:pt x="250154" y="40406"/>
                  <a:pt x="249011" y="40406"/>
                </a:cubicBezTo>
                <a:cubicBezTo>
                  <a:pt x="247780" y="40406"/>
                  <a:pt x="246307" y="40735"/>
                  <a:pt x="244593" y="41393"/>
                </a:cubicBezTo>
                <a:lnTo>
                  <a:pt x="243604" y="39023"/>
                </a:lnTo>
                <a:lnTo>
                  <a:pt x="261804" y="31654"/>
                </a:lnTo>
                <a:lnTo>
                  <a:pt x="264640" y="31654"/>
                </a:lnTo>
                <a:lnTo>
                  <a:pt x="264640" y="44447"/>
                </a:lnTo>
                <a:close/>
                <a:moveTo>
                  <a:pt x="324715" y="56185"/>
                </a:moveTo>
                <a:cubicBezTo>
                  <a:pt x="324671" y="65133"/>
                  <a:pt x="326848" y="72151"/>
                  <a:pt x="331244" y="77240"/>
                </a:cubicBezTo>
                <a:cubicBezTo>
                  <a:pt x="335640" y="82327"/>
                  <a:pt x="340806" y="84871"/>
                  <a:pt x="346741" y="84871"/>
                </a:cubicBezTo>
                <a:cubicBezTo>
                  <a:pt x="350698" y="84871"/>
                  <a:pt x="354138" y="83783"/>
                  <a:pt x="357061" y="81607"/>
                </a:cubicBezTo>
                <a:cubicBezTo>
                  <a:pt x="359985" y="79431"/>
                  <a:pt x="362436" y="75705"/>
                  <a:pt x="364414" y="70429"/>
                </a:cubicBezTo>
                <a:lnTo>
                  <a:pt x="366459" y="71748"/>
                </a:lnTo>
                <a:cubicBezTo>
                  <a:pt x="365535" y="77771"/>
                  <a:pt x="362854" y="83255"/>
                  <a:pt x="358413" y="88201"/>
                </a:cubicBezTo>
                <a:cubicBezTo>
                  <a:pt x="353973" y="93147"/>
                  <a:pt x="348412" y="95620"/>
                  <a:pt x="341729" y="95620"/>
                </a:cubicBezTo>
                <a:cubicBezTo>
                  <a:pt x="334475" y="95620"/>
                  <a:pt x="328265" y="92802"/>
                  <a:pt x="323100" y="87165"/>
                </a:cubicBezTo>
                <a:cubicBezTo>
                  <a:pt x="317934" y="81526"/>
                  <a:pt x="315351" y="73947"/>
                  <a:pt x="315351" y="64426"/>
                </a:cubicBezTo>
                <a:cubicBezTo>
                  <a:pt x="315351" y="54117"/>
                  <a:pt x="318000" y="46078"/>
                  <a:pt x="323298" y="40309"/>
                </a:cubicBezTo>
                <a:cubicBezTo>
                  <a:pt x="328595" y="34539"/>
                  <a:pt x="335245" y="31654"/>
                  <a:pt x="343246" y="31654"/>
                </a:cubicBezTo>
                <a:cubicBezTo>
                  <a:pt x="350016" y="31654"/>
                  <a:pt x="355578" y="33879"/>
                  <a:pt x="359930" y="38330"/>
                </a:cubicBezTo>
                <a:cubicBezTo>
                  <a:pt x="364282" y="42780"/>
                  <a:pt x="366459" y="48732"/>
                  <a:pt x="366459" y="56185"/>
                </a:cubicBezTo>
                <a:lnTo>
                  <a:pt x="324715" y="56185"/>
                </a:lnTo>
                <a:moveTo>
                  <a:pt x="324715" y="52360"/>
                </a:moveTo>
                <a:lnTo>
                  <a:pt x="352676" y="52360"/>
                </a:lnTo>
                <a:cubicBezTo>
                  <a:pt x="352456" y="48491"/>
                  <a:pt x="351995" y="45766"/>
                  <a:pt x="351291" y="44183"/>
                </a:cubicBezTo>
                <a:cubicBezTo>
                  <a:pt x="350192" y="41721"/>
                  <a:pt x="348555" y="39787"/>
                  <a:pt x="346378" y="38380"/>
                </a:cubicBezTo>
                <a:cubicBezTo>
                  <a:pt x="344202" y="36973"/>
                  <a:pt x="341927" y="36270"/>
                  <a:pt x="339553" y="36270"/>
                </a:cubicBezTo>
                <a:cubicBezTo>
                  <a:pt x="335904" y="36270"/>
                  <a:pt x="332640" y="37687"/>
                  <a:pt x="329760" y="40523"/>
                </a:cubicBezTo>
                <a:cubicBezTo>
                  <a:pt x="326881" y="43359"/>
                  <a:pt x="325199" y="47304"/>
                  <a:pt x="324715" y="52360"/>
                </a:cubicBezTo>
                <a:close/>
                <a:moveTo>
                  <a:pt x="465989" y="2374"/>
                </a:moveTo>
                <a:lnTo>
                  <a:pt x="465989" y="33236"/>
                </a:lnTo>
                <a:lnTo>
                  <a:pt x="463549" y="33236"/>
                </a:lnTo>
                <a:cubicBezTo>
                  <a:pt x="462758" y="27301"/>
                  <a:pt x="461340" y="22575"/>
                  <a:pt x="459296" y="19058"/>
                </a:cubicBezTo>
                <a:cubicBezTo>
                  <a:pt x="457252" y="15541"/>
                  <a:pt x="454339" y="12749"/>
                  <a:pt x="450558" y="10683"/>
                </a:cubicBezTo>
                <a:cubicBezTo>
                  <a:pt x="446777" y="8617"/>
                  <a:pt x="442865" y="7584"/>
                  <a:pt x="438820" y="7584"/>
                </a:cubicBezTo>
                <a:cubicBezTo>
                  <a:pt x="434248" y="7584"/>
                  <a:pt x="430467" y="8979"/>
                  <a:pt x="427478" y="11769"/>
                </a:cubicBezTo>
                <a:cubicBezTo>
                  <a:pt x="424488" y="14558"/>
                  <a:pt x="422993" y="17732"/>
                  <a:pt x="422993" y="21290"/>
                </a:cubicBezTo>
                <a:cubicBezTo>
                  <a:pt x="422993" y="24014"/>
                  <a:pt x="423939" y="26496"/>
                  <a:pt x="425829" y="28735"/>
                </a:cubicBezTo>
                <a:cubicBezTo>
                  <a:pt x="428555" y="32031"/>
                  <a:pt x="435039" y="36425"/>
                  <a:pt x="445283" y="41916"/>
                </a:cubicBezTo>
                <a:cubicBezTo>
                  <a:pt x="453636" y="46396"/>
                  <a:pt x="459340" y="49834"/>
                  <a:pt x="462395" y="52228"/>
                </a:cubicBezTo>
                <a:cubicBezTo>
                  <a:pt x="465451" y="54622"/>
                  <a:pt x="467803" y="57444"/>
                  <a:pt x="469452" y="60696"/>
                </a:cubicBezTo>
                <a:cubicBezTo>
                  <a:pt x="471100" y="63947"/>
                  <a:pt x="471924" y="67351"/>
                  <a:pt x="471924" y="70909"/>
                </a:cubicBezTo>
                <a:cubicBezTo>
                  <a:pt x="471924" y="77674"/>
                  <a:pt x="469298" y="83506"/>
                  <a:pt x="464044" y="88405"/>
                </a:cubicBezTo>
                <a:cubicBezTo>
                  <a:pt x="458790" y="93303"/>
                  <a:pt x="452031" y="95752"/>
                  <a:pt x="443766" y="95752"/>
                </a:cubicBezTo>
                <a:cubicBezTo>
                  <a:pt x="441172" y="95752"/>
                  <a:pt x="438732" y="95557"/>
                  <a:pt x="436446" y="95167"/>
                </a:cubicBezTo>
                <a:cubicBezTo>
                  <a:pt x="435083" y="94950"/>
                  <a:pt x="432259" y="94158"/>
                  <a:pt x="427972" y="92791"/>
                </a:cubicBezTo>
                <a:cubicBezTo>
                  <a:pt x="423686" y="91424"/>
                  <a:pt x="420971" y="90740"/>
                  <a:pt x="419828" y="90740"/>
                </a:cubicBezTo>
                <a:cubicBezTo>
                  <a:pt x="418729" y="90740"/>
                  <a:pt x="417861" y="91066"/>
                  <a:pt x="417223" y="91717"/>
                </a:cubicBezTo>
                <a:cubicBezTo>
                  <a:pt x="416586" y="92368"/>
                  <a:pt x="416113" y="93713"/>
                  <a:pt x="415805" y="95752"/>
                </a:cubicBezTo>
                <a:lnTo>
                  <a:pt x="413365" y="95752"/>
                </a:lnTo>
                <a:lnTo>
                  <a:pt x="413365" y="65154"/>
                </a:lnTo>
                <a:lnTo>
                  <a:pt x="415805" y="65154"/>
                </a:lnTo>
                <a:cubicBezTo>
                  <a:pt x="416948" y="71572"/>
                  <a:pt x="418487" y="76375"/>
                  <a:pt x="420422" y="79562"/>
                </a:cubicBezTo>
                <a:cubicBezTo>
                  <a:pt x="422356" y="82750"/>
                  <a:pt x="425312" y="85399"/>
                  <a:pt x="429291" y="87509"/>
                </a:cubicBezTo>
                <a:cubicBezTo>
                  <a:pt x="433270" y="89619"/>
                  <a:pt x="437633" y="90674"/>
                  <a:pt x="442381" y="90674"/>
                </a:cubicBezTo>
                <a:cubicBezTo>
                  <a:pt x="447877" y="90674"/>
                  <a:pt x="452218" y="89225"/>
                  <a:pt x="455405" y="86326"/>
                </a:cubicBezTo>
                <a:cubicBezTo>
                  <a:pt x="458593" y="83426"/>
                  <a:pt x="460186" y="79999"/>
                  <a:pt x="460186" y="76045"/>
                </a:cubicBezTo>
                <a:cubicBezTo>
                  <a:pt x="460186" y="73848"/>
                  <a:pt x="459582" y="71630"/>
                  <a:pt x="458373" y="69390"/>
                </a:cubicBezTo>
                <a:cubicBezTo>
                  <a:pt x="457164" y="67150"/>
                  <a:pt x="455284" y="65063"/>
                  <a:pt x="452734" y="63130"/>
                </a:cubicBezTo>
                <a:cubicBezTo>
                  <a:pt x="451020" y="61812"/>
                  <a:pt x="446338" y="59012"/>
                  <a:pt x="438688" y="54728"/>
                </a:cubicBezTo>
                <a:cubicBezTo>
                  <a:pt x="431039" y="50444"/>
                  <a:pt x="425598" y="47029"/>
                  <a:pt x="422367" y="44482"/>
                </a:cubicBezTo>
                <a:cubicBezTo>
                  <a:pt x="419136" y="41933"/>
                  <a:pt x="416685" y="39122"/>
                  <a:pt x="415014" y="36047"/>
                </a:cubicBezTo>
                <a:cubicBezTo>
                  <a:pt x="413343" y="32971"/>
                  <a:pt x="412508" y="29588"/>
                  <a:pt x="412508" y="25898"/>
                </a:cubicBezTo>
                <a:cubicBezTo>
                  <a:pt x="412508" y="19485"/>
                  <a:pt x="414970" y="13961"/>
                  <a:pt x="419894" y="9327"/>
                </a:cubicBezTo>
                <a:cubicBezTo>
                  <a:pt x="424818" y="4692"/>
                  <a:pt x="431083" y="2374"/>
                  <a:pt x="438688" y="2374"/>
                </a:cubicBezTo>
                <a:cubicBezTo>
                  <a:pt x="443436" y="2374"/>
                  <a:pt x="448470" y="3539"/>
                  <a:pt x="453790" y="5869"/>
                </a:cubicBezTo>
                <a:cubicBezTo>
                  <a:pt x="456252" y="6968"/>
                  <a:pt x="457988" y="7518"/>
                  <a:pt x="458999" y="7518"/>
                </a:cubicBezTo>
                <a:cubicBezTo>
                  <a:pt x="460142" y="7518"/>
                  <a:pt x="461077" y="7177"/>
                  <a:pt x="461802" y="6496"/>
                </a:cubicBezTo>
                <a:cubicBezTo>
                  <a:pt x="462527" y="5814"/>
                  <a:pt x="463110" y="4440"/>
                  <a:pt x="463549" y="2374"/>
                </a:cubicBezTo>
                <a:lnTo>
                  <a:pt x="465989" y="2374"/>
                </a:lnTo>
                <a:close/>
                <a:moveTo>
                  <a:pt x="479027" y="39309"/>
                </a:moveTo>
                <a:lnTo>
                  <a:pt x="497623" y="31785"/>
                </a:lnTo>
                <a:lnTo>
                  <a:pt x="500129" y="31785"/>
                </a:lnTo>
                <a:lnTo>
                  <a:pt x="500129" y="45898"/>
                </a:lnTo>
                <a:cubicBezTo>
                  <a:pt x="503250" y="40578"/>
                  <a:pt x="506383" y="36874"/>
                  <a:pt x="509526" y="34786"/>
                </a:cubicBezTo>
                <a:cubicBezTo>
                  <a:pt x="512669" y="32698"/>
                  <a:pt x="515978" y="31654"/>
                  <a:pt x="519451" y="31654"/>
                </a:cubicBezTo>
                <a:cubicBezTo>
                  <a:pt x="525518" y="31654"/>
                  <a:pt x="530574" y="34025"/>
                  <a:pt x="534618" y="38767"/>
                </a:cubicBezTo>
                <a:cubicBezTo>
                  <a:pt x="539586" y="44565"/>
                  <a:pt x="542070" y="52119"/>
                  <a:pt x="542070" y="61430"/>
                </a:cubicBezTo>
                <a:cubicBezTo>
                  <a:pt x="542070" y="71838"/>
                  <a:pt x="539080" y="80446"/>
                  <a:pt x="533101" y="87253"/>
                </a:cubicBezTo>
                <a:cubicBezTo>
                  <a:pt x="528178" y="92831"/>
                  <a:pt x="521979" y="95620"/>
                  <a:pt x="514505" y="95620"/>
                </a:cubicBezTo>
                <a:cubicBezTo>
                  <a:pt x="511252" y="95620"/>
                  <a:pt x="508438" y="95158"/>
                  <a:pt x="506064" y="94235"/>
                </a:cubicBezTo>
                <a:cubicBezTo>
                  <a:pt x="504305" y="93576"/>
                  <a:pt x="502327" y="92257"/>
                  <a:pt x="500129" y="90279"/>
                </a:cubicBezTo>
                <a:lnTo>
                  <a:pt x="500129" y="108677"/>
                </a:lnTo>
                <a:cubicBezTo>
                  <a:pt x="500129" y="112810"/>
                  <a:pt x="500382" y="115436"/>
                  <a:pt x="500887" y="116558"/>
                </a:cubicBezTo>
                <a:cubicBezTo>
                  <a:pt x="501393" y="117679"/>
                  <a:pt x="502272" y="118569"/>
                  <a:pt x="503525" y="119228"/>
                </a:cubicBezTo>
                <a:cubicBezTo>
                  <a:pt x="504778" y="119888"/>
                  <a:pt x="507053" y="120217"/>
                  <a:pt x="510350" y="120217"/>
                </a:cubicBezTo>
                <a:lnTo>
                  <a:pt x="510350" y="122657"/>
                </a:lnTo>
                <a:lnTo>
                  <a:pt x="478697" y="122657"/>
                </a:lnTo>
                <a:lnTo>
                  <a:pt x="478697" y="120217"/>
                </a:lnTo>
                <a:lnTo>
                  <a:pt x="480346" y="120217"/>
                </a:lnTo>
                <a:cubicBezTo>
                  <a:pt x="482764" y="120261"/>
                  <a:pt x="484830" y="119799"/>
                  <a:pt x="486544" y="118831"/>
                </a:cubicBezTo>
                <a:cubicBezTo>
                  <a:pt x="487380" y="118347"/>
                  <a:pt x="488028" y="117566"/>
                  <a:pt x="488490" y="116487"/>
                </a:cubicBezTo>
                <a:cubicBezTo>
                  <a:pt x="488951" y="115410"/>
                  <a:pt x="489182" y="112672"/>
                  <a:pt x="489182" y="108273"/>
                </a:cubicBezTo>
                <a:lnTo>
                  <a:pt x="489182" y="51122"/>
                </a:lnTo>
                <a:cubicBezTo>
                  <a:pt x="489182" y="47206"/>
                  <a:pt x="489006" y="44721"/>
                  <a:pt x="488655" y="43666"/>
                </a:cubicBezTo>
                <a:cubicBezTo>
                  <a:pt x="488303" y="42609"/>
                  <a:pt x="487742" y="41817"/>
                  <a:pt x="486973" y="41290"/>
                </a:cubicBezTo>
                <a:cubicBezTo>
                  <a:pt x="486204" y="40761"/>
                  <a:pt x="485160" y="40496"/>
                  <a:pt x="483841" y="40496"/>
                </a:cubicBezTo>
                <a:cubicBezTo>
                  <a:pt x="482785" y="40496"/>
                  <a:pt x="481445" y="40804"/>
                  <a:pt x="479818" y="41420"/>
                </a:cubicBezTo>
                <a:lnTo>
                  <a:pt x="479027" y="39309"/>
                </a:lnTo>
                <a:moveTo>
                  <a:pt x="500129" y="49908"/>
                </a:moveTo>
                <a:lnTo>
                  <a:pt x="500129" y="72432"/>
                </a:lnTo>
                <a:cubicBezTo>
                  <a:pt x="500129" y="77307"/>
                  <a:pt x="500327" y="80512"/>
                  <a:pt x="500722" y="82048"/>
                </a:cubicBezTo>
                <a:cubicBezTo>
                  <a:pt x="501338" y="84595"/>
                  <a:pt x="502844" y="86834"/>
                  <a:pt x="505240" y="88766"/>
                </a:cubicBezTo>
                <a:cubicBezTo>
                  <a:pt x="507636" y="90698"/>
                  <a:pt x="510658" y="91663"/>
                  <a:pt x="514307" y="91663"/>
                </a:cubicBezTo>
                <a:cubicBezTo>
                  <a:pt x="518703" y="91663"/>
                  <a:pt x="522264" y="89951"/>
                  <a:pt x="524990" y="86526"/>
                </a:cubicBezTo>
                <a:cubicBezTo>
                  <a:pt x="528551" y="82048"/>
                  <a:pt x="530332" y="75748"/>
                  <a:pt x="530332" y="67624"/>
                </a:cubicBezTo>
                <a:cubicBezTo>
                  <a:pt x="530332" y="58404"/>
                  <a:pt x="528309" y="51314"/>
                  <a:pt x="524265" y="46353"/>
                </a:cubicBezTo>
                <a:cubicBezTo>
                  <a:pt x="521451" y="42928"/>
                  <a:pt x="518110" y="41216"/>
                  <a:pt x="514241" y="41216"/>
                </a:cubicBezTo>
                <a:cubicBezTo>
                  <a:pt x="512131" y="41216"/>
                  <a:pt x="510043" y="41742"/>
                  <a:pt x="507976" y="42796"/>
                </a:cubicBezTo>
                <a:cubicBezTo>
                  <a:pt x="506394" y="43586"/>
                  <a:pt x="503778" y="45957"/>
                  <a:pt x="500129" y="49908"/>
                </a:cubicBezTo>
                <a:close/>
                <a:moveTo>
                  <a:pt x="561062" y="56185"/>
                </a:moveTo>
                <a:cubicBezTo>
                  <a:pt x="561018" y="65133"/>
                  <a:pt x="563194" y="72151"/>
                  <a:pt x="567590" y="77240"/>
                </a:cubicBezTo>
                <a:cubicBezTo>
                  <a:pt x="571987" y="82327"/>
                  <a:pt x="577152" y="84871"/>
                  <a:pt x="583087" y="84871"/>
                </a:cubicBezTo>
                <a:cubicBezTo>
                  <a:pt x="587044" y="84871"/>
                  <a:pt x="590484" y="83783"/>
                  <a:pt x="593408" y="81607"/>
                </a:cubicBezTo>
                <a:cubicBezTo>
                  <a:pt x="596331" y="79431"/>
                  <a:pt x="598782" y="75705"/>
                  <a:pt x="600761" y="70429"/>
                </a:cubicBezTo>
                <a:lnTo>
                  <a:pt x="602805" y="71748"/>
                </a:lnTo>
                <a:cubicBezTo>
                  <a:pt x="601882" y="77771"/>
                  <a:pt x="599200" y="83255"/>
                  <a:pt x="594760" y="88201"/>
                </a:cubicBezTo>
                <a:cubicBezTo>
                  <a:pt x="590319" y="93147"/>
                  <a:pt x="584758" y="95620"/>
                  <a:pt x="578076" y="95620"/>
                </a:cubicBezTo>
                <a:cubicBezTo>
                  <a:pt x="570822" y="95620"/>
                  <a:pt x="564612" y="92802"/>
                  <a:pt x="559446" y="87165"/>
                </a:cubicBezTo>
                <a:cubicBezTo>
                  <a:pt x="554280" y="81526"/>
                  <a:pt x="551698" y="73947"/>
                  <a:pt x="551698" y="64426"/>
                </a:cubicBezTo>
                <a:cubicBezTo>
                  <a:pt x="551698" y="54117"/>
                  <a:pt x="554346" y="46078"/>
                  <a:pt x="559644" y="40309"/>
                </a:cubicBezTo>
                <a:cubicBezTo>
                  <a:pt x="564942" y="34539"/>
                  <a:pt x="571591" y="31654"/>
                  <a:pt x="579592" y="31654"/>
                </a:cubicBezTo>
                <a:cubicBezTo>
                  <a:pt x="586363" y="31654"/>
                  <a:pt x="591924" y="33879"/>
                  <a:pt x="596276" y="38330"/>
                </a:cubicBezTo>
                <a:cubicBezTo>
                  <a:pt x="600629" y="42780"/>
                  <a:pt x="602805" y="48732"/>
                  <a:pt x="602805" y="56185"/>
                </a:cubicBezTo>
                <a:lnTo>
                  <a:pt x="561062" y="56185"/>
                </a:lnTo>
                <a:moveTo>
                  <a:pt x="561062" y="52360"/>
                </a:moveTo>
                <a:lnTo>
                  <a:pt x="589022" y="52360"/>
                </a:lnTo>
                <a:cubicBezTo>
                  <a:pt x="588803" y="48491"/>
                  <a:pt x="588341" y="45766"/>
                  <a:pt x="587638" y="44183"/>
                </a:cubicBezTo>
                <a:cubicBezTo>
                  <a:pt x="586538" y="41721"/>
                  <a:pt x="584901" y="39787"/>
                  <a:pt x="582725" y="38380"/>
                </a:cubicBezTo>
                <a:cubicBezTo>
                  <a:pt x="580548" y="36973"/>
                  <a:pt x="578273" y="36270"/>
                  <a:pt x="575899" y="36270"/>
                </a:cubicBezTo>
                <a:cubicBezTo>
                  <a:pt x="572250" y="36270"/>
                  <a:pt x="568986" y="37687"/>
                  <a:pt x="566107" y="40523"/>
                </a:cubicBezTo>
                <a:cubicBezTo>
                  <a:pt x="563227" y="43359"/>
                  <a:pt x="561545" y="47304"/>
                  <a:pt x="561062" y="52360"/>
                </a:cubicBezTo>
                <a:close/>
                <a:moveTo>
                  <a:pt x="662175" y="70825"/>
                </a:moveTo>
                <a:cubicBezTo>
                  <a:pt x="660549" y="78782"/>
                  <a:pt x="657361" y="84904"/>
                  <a:pt x="652613" y="89190"/>
                </a:cubicBezTo>
                <a:cubicBezTo>
                  <a:pt x="647865" y="93477"/>
                  <a:pt x="642612" y="95620"/>
                  <a:pt x="636853" y="95620"/>
                </a:cubicBezTo>
                <a:cubicBezTo>
                  <a:pt x="629994" y="95620"/>
                  <a:pt x="624015" y="92744"/>
                  <a:pt x="618916" y="86992"/>
                </a:cubicBezTo>
                <a:cubicBezTo>
                  <a:pt x="613816" y="81238"/>
                  <a:pt x="611266" y="73464"/>
                  <a:pt x="611266" y="63670"/>
                </a:cubicBezTo>
                <a:cubicBezTo>
                  <a:pt x="611266" y="54183"/>
                  <a:pt x="614091" y="46476"/>
                  <a:pt x="619740" y="40548"/>
                </a:cubicBezTo>
                <a:cubicBezTo>
                  <a:pt x="625389" y="34618"/>
                  <a:pt x="632171" y="31654"/>
                  <a:pt x="640084" y="31654"/>
                </a:cubicBezTo>
                <a:cubicBezTo>
                  <a:pt x="646019" y="31654"/>
                  <a:pt x="650899" y="33220"/>
                  <a:pt x="654724" y="36354"/>
                </a:cubicBezTo>
                <a:cubicBezTo>
                  <a:pt x="658548" y="39487"/>
                  <a:pt x="660461" y="42740"/>
                  <a:pt x="660461" y="46114"/>
                </a:cubicBezTo>
                <a:cubicBezTo>
                  <a:pt x="660461" y="47779"/>
                  <a:pt x="659922" y="49127"/>
                  <a:pt x="658845" y="50157"/>
                </a:cubicBezTo>
                <a:cubicBezTo>
                  <a:pt x="657768" y="51186"/>
                  <a:pt x="656262" y="51701"/>
                  <a:pt x="654328" y="51701"/>
                </a:cubicBezTo>
                <a:cubicBezTo>
                  <a:pt x="651734" y="51701"/>
                  <a:pt x="649778" y="50865"/>
                  <a:pt x="648459" y="49195"/>
                </a:cubicBezTo>
                <a:cubicBezTo>
                  <a:pt x="647712" y="48272"/>
                  <a:pt x="647217" y="46513"/>
                  <a:pt x="646975" y="43919"/>
                </a:cubicBezTo>
                <a:cubicBezTo>
                  <a:pt x="646733" y="41325"/>
                  <a:pt x="645843" y="39347"/>
                  <a:pt x="644304" y="37984"/>
                </a:cubicBezTo>
                <a:cubicBezTo>
                  <a:pt x="642766" y="36665"/>
                  <a:pt x="640633" y="36006"/>
                  <a:pt x="637908" y="36006"/>
                </a:cubicBezTo>
                <a:cubicBezTo>
                  <a:pt x="633511" y="36006"/>
                  <a:pt x="629972" y="37633"/>
                  <a:pt x="627291" y="40886"/>
                </a:cubicBezTo>
                <a:cubicBezTo>
                  <a:pt x="623730" y="45194"/>
                  <a:pt x="621949" y="50887"/>
                  <a:pt x="621949" y="57966"/>
                </a:cubicBezTo>
                <a:cubicBezTo>
                  <a:pt x="621949" y="65176"/>
                  <a:pt x="623719" y="71539"/>
                  <a:pt x="627258" y="77057"/>
                </a:cubicBezTo>
                <a:cubicBezTo>
                  <a:pt x="630797" y="82574"/>
                  <a:pt x="635578" y="85333"/>
                  <a:pt x="641601" y="85333"/>
                </a:cubicBezTo>
                <a:cubicBezTo>
                  <a:pt x="645909" y="85333"/>
                  <a:pt x="649778" y="83860"/>
                  <a:pt x="653207" y="80914"/>
                </a:cubicBezTo>
                <a:cubicBezTo>
                  <a:pt x="655625" y="78892"/>
                  <a:pt x="657977" y="75221"/>
                  <a:pt x="660263" y="69902"/>
                </a:cubicBezTo>
                <a:lnTo>
                  <a:pt x="662175" y="70825"/>
                </a:lnTo>
                <a:close/>
                <a:moveTo>
                  <a:pt x="688377" y="13453"/>
                </a:moveTo>
                <a:lnTo>
                  <a:pt x="688377" y="33368"/>
                </a:lnTo>
                <a:lnTo>
                  <a:pt x="702489" y="33368"/>
                </a:lnTo>
                <a:lnTo>
                  <a:pt x="702489" y="37984"/>
                </a:lnTo>
                <a:lnTo>
                  <a:pt x="688377" y="37984"/>
                </a:lnTo>
                <a:lnTo>
                  <a:pt x="688377" y="77102"/>
                </a:lnTo>
                <a:cubicBezTo>
                  <a:pt x="688377" y="81011"/>
                  <a:pt x="688937" y="83646"/>
                  <a:pt x="690058" y="85007"/>
                </a:cubicBezTo>
                <a:cubicBezTo>
                  <a:pt x="691179" y="86367"/>
                  <a:pt x="692619" y="87047"/>
                  <a:pt x="694378" y="87047"/>
                </a:cubicBezTo>
                <a:cubicBezTo>
                  <a:pt x="695828" y="87047"/>
                  <a:pt x="697235" y="86597"/>
                  <a:pt x="698598" y="85695"/>
                </a:cubicBezTo>
                <a:cubicBezTo>
                  <a:pt x="699961" y="84794"/>
                  <a:pt x="701016" y="83464"/>
                  <a:pt x="701763" y="81706"/>
                </a:cubicBezTo>
                <a:lnTo>
                  <a:pt x="704335" y="81706"/>
                </a:lnTo>
                <a:cubicBezTo>
                  <a:pt x="702797" y="86026"/>
                  <a:pt x="700620" y="89294"/>
                  <a:pt x="697807" y="91509"/>
                </a:cubicBezTo>
                <a:cubicBezTo>
                  <a:pt x="694993" y="93722"/>
                  <a:pt x="692092" y="94829"/>
                  <a:pt x="689102" y="94829"/>
                </a:cubicBezTo>
                <a:cubicBezTo>
                  <a:pt x="687080" y="94829"/>
                  <a:pt x="685101" y="94267"/>
                  <a:pt x="683167" y="93145"/>
                </a:cubicBezTo>
                <a:cubicBezTo>
                  <a:pt x="681233" y="92023"/>
                  <a:pt x="679804" y="90417"/>
                  <a:pt x="678881" y="88327"/>
                </a:cubicBezTo>
                <a:cubicBezTo>
                  <a:pt x="677957" y="86236"/>
                  <a:pt x="677496" y="83012"/>
                  <a:pt x="677496" y="78654"/>
                </a:cubicBezTo>
                <a:lnTo>
                  <a:pt x="677496" y="37984"/>
                </a:lnTo>
                <a:lnTo>
                  <a:pt x="667934" y="37984"/>
                </a:lnTo>
                <a:lnTo>
                  <a:pt x="667934" y="35808"/>
                </a:lnTo>
                <a:cubicBezTo>
                  <a:pt x="670352" y="34838"/>
                  <a:pt x="672825" y="33196"/>
                  <a:pt x="675353" y="30881"/>
                </a:cubicBezTo>
                <a:cubicBezTo>
                  <a:pt x="677880" y="28566"/>
                  <a:pt x="680134" y="25821"/>
                  <a:pt x="682112" y="22646"/>
                </a:cubicBezTo>
                <a:cubicBezTo>
                  <a:pt x="683123" y="20971"/>
                  <a:pt x="684530" y="17907"/>
                  <a:pt x="686332" y="13453"/>
                </a:cubicBezTo>
                <a:lnTo>
                  <a:pt x="688377" y="13453"/>
                </a:lnTo>
                <a:close/>
                <a:moveTo>
                  <a:pt x="726053" y="31654"/>
                </a:moveTo>
                <a:lnTo>
                  <a:pt x="726053" y="45238"/>
                </a:lnTo>
                <a:cubicBezTo>
                  <a:pt x="731109" y="36182"/>
                  <a:pt x="736297" y="31654"/>
                  <a:pt x="741616" y="31654"/>
                </a:cubicBezTo>
                <a:cubicBezTo>
                  <a:pt x="744034" y="31654"/>
                  <a:pt x="746035" y="32390"/>
                  <a:pt x="747617" y="33863"/>
                </a:cubicBezTo>
                <a:cubicBezTo>
                  <a:pt x="749200" y="35335"/>
                  <a:pt x="749991" y="37039"/>
                  <a:pt x="749991" y="38973"/>
                </a:cubicBezTo>
                <a:cubicBezTo>
                  <a:pt x="749991" y="40688"/>
                  <a:pt x="749420" y="42139"/>
                  <a:pt x="748277" y="43326"/>
                </a:cubicBezTo>
                <a:cubicBezTo>
                  <a:pt x="747134" y="44513"/>
                  <a:pt x="745771" y="45106"/>
                  <a:pt x="744188" y="45106"/>
                </a:cubicBezTo>
                <a:cubicBezTo>
                  <a:pt x="742649" y="45106"/>
                  <a:pt x="740924" y="44348"/>
                  <a:pt x="739011" y="42831"/>
                </a:cubicBezTo>
                <a:cubicBezTo>
                  <a:pt x="737099" y="41314"/>
                  <a:pt x="735681" y="40556"/>
                  <a:pt x="734758" y="40556"/>
                </a:cubicBezTo>
                <a:cubicBezTo>
                  <a:pt x="733967" y="40556"/>
                  <a:pt x="733109" y="40994"/>
                  <a:pt x="732186" y="41871"/>
                </a:cubicBezTo>
                <a:cubicBezTo>
                  <a:pt x="730208" y="43669"/>
                  <a:pt x="728163" y="46629"/>
                  <a:pt x="726053" y="50751"/>
                </a:cubicBezTo>
                <a:lnTo>
                  <a:pt x="726053" y="79626"/>
                </a:lnTo>
                <a:cubicBezTo>
                  <a:pt x="726053" y="82958"/>
                  <a:pt x="726471" y="85479"/>
                  <a:pt x="727306" y="87189"/>
                </a:cubicBezTo>
                <a:cubicBezTo>
                  <a:pt x="727878" y="88374"/>
                  <a:pt x="728889" y="89361"/>
                  <a:pt x="730340" y="90151"/>
                </a:cubicBezTo>
                <a:cubicBezTo>
                  <a:pt x="731790" y="90939"/>
                  <a:pt x="733879" y="91334"/>
                  <a:pt x="736604" y="91334"/>
                </a:cubicBezTo>
                <a:lnTo>
                  <a:pt x="736604" y="93774"/>
                </a:lnTo>
                <a:lnTo>
                  <a:pt x="705676" y="93774"/>
                </a:lnTo>
                <a:lnTo>
                  <a:pt x="705676" y="91334"/>
                </a:lnTo>
                <a:cubicBezTo>
                  <a:pt x="708754" y="91334"/>
                  <a:pt x="711040" y="90851"/>
                  <a:pt x="712535" y="89887"/>
                </a:cubicBezTo>
                <a:cubicBezTo>
                  <a:pt x="713634" y="89185"/>
                  <a:pt x="714403" y="88066"/>
                  <a:pt x="714843" y="86530"/>
                </a:cubicBezTo>
                <a:cubicBezTo>
                  <a:pt x="715062" y="85784"/>
                  <a:pt x="715172" y="83657"/>
                  <a:pt x="715172" y="80148"/>
                </a:cubicBezTo>
                <a:lnTo>
                  <a:pt x="715172" y="56789"/>
                </a:lnTo>
                <a:cubicBezTo>
                  <a:pt x="715172" y="49770"/>
                  <a:pt x="715029" y="45592"/>
                  <a:pt x="714744" y="44255"/>
                </a:cubicBezTo>
                <a:cubicBezTo>
                  <a:pt x="714458" y="42917"/>
                  <a:pt x="713930" y="41941"/>
                  <a:pt x="713161" y="41327"/>
                </a:cubicBezTo>
                <a:cubicBezTo>
                  <a:pt x="712392" y="40713"/>
                  <a:pt x="711435" y="40406"/>
                  <a:pt x="710292" y="40406"/>
                </a:cubicBezTo>
                <a:cubicBezTo>
                  <a:pt x="708930" y="40406"/>
                  <a:pt x="707391" y="40735"/>
                  <a:pt x="705676" y="41393"/>
                </a:cubicBezTo>
                <a:lnTo>
                  <a:pt x="705017" y="39023"/>
                </a:lnTo>
                <a:lnTo>
                  <a:pt x="723284" y="31654"/>
                </a:lnTo>
                <a:lnTo>
                  <a:pt x="726053" y="31654"/>
                </a:lnTo>
                <a:close/>
                <a:moveTo>
                  <a:pt x="806307" y="33368"/>
                </a:moveTo>
                <a:lnTo>
                  <a:pt x="806307" y="69967"/>
                </a:lnTo>
                <a:cubicBezTo>
                  <a:pt x="806307" y="76958"/>
                  <a:pt x="806472" y="81233"/>
                  <a:pt x="806802" y="82794"/>
                </a:cubicBezTo>
                <a:cubicBezTo>
                  <a:pt x="807132" y="84354"/>
                  <a:pt x="807659" y="85443"/>
                  <a:pt x="808385" y="86058"/>
                </a:cubicBezTo>
                <a:cubicBezTo>
                  <a:pt x="809110" y="86674"/>
                  <a:pt x="809956" y="86981"/>
                  <a:pt x="810924" y="86981"/>
                </a:cubicBezTo>
                <a:cubicBezTo>
                  <a:pt x="812286" y="86981"/>
                  <a:pt x="813825" y="86608"/>
                  <a:pt x="815540" y="85860"/>
                </a:cubicBezTo>
                <a:lnTo>
                  <a:pt x="816463" y="88168"/>
                </a:lnTo>
                <a:lnTo>
                  <a:pt x="798394" y="95620"/>
                </a:lnTo>
                <a:lnTo>
                  <a:pt x="795426" y="95620"/>
                </a:lnTo>
                <a:lnTo>
                  <a:pt x="795426" y="82827"/>
                </a:lnTo>
                <a:cubicBezTo>
                  <a:pt x="790239" y="88454"/>
                  <a:pt x="786282" y="91993"/>
                  <a:pt x="783556" y="93444"/>
                </a:cubicBezTo>
                <a:cubicBezTo>
                  <a:pt x="780831" y="94895"/>
                  <a:pt x="777951" y="95620"/>
                  <a:pt x="774918" y="95620"/>
                </a:cubicBezTo>
                <a:cubicBezTo>
                  <a:pt x="771532" y="95620"/>
                  <a:pt x="768598" y="94642"/>
                  <a:pt x="766114" y="92686"/>
                </a:cubicBezTo>
                <a:cubicBezTo>
                  <a:pt x="763630" y="90729"/>
                  <a:pt x="761904" y="88212"/>
                  <a:pt x="760937" y="85135"/>
                </a:cubicBezTo>
                <a:cubicBezTo>
                  <a:pt x="759970" y="82057"/>
                  <a:pt x="759487" y="77705"/>
                  <a:pt x="759487" y="72078"/>
                </a:cubicBezTo>
                <a:lnTo>
                  <a:pt x="759487" y="45106"/>
                </a:lnTo>
                <a:cubicBezTo>
                  <a:pt x="759487" y="42249"/>
                  <a:pt x="759179" y="40270"/>
                  <a:pt x="758563" y="39171"/>
                </a:cubicBezTo>
                <a:cubicBezTo>
                  <a:pt x="757948" y="38072"/>
                  <a:pt x="757036" y="37226"/>
                  <a:pt x="755827" y="36632"/>
                </a:cubicBezTo>
                <a:cubicBezTo>
                  <a:pt x="754618" y="36039"/>
                  <a:pt x="752430" y="35764"/>
                  <a:pt x="749265" y="35808"/>
                </a:cubicBezTo>
                <a:lnTo>
                  <a:pt x="749265" y="33368"/>
                </a:lnTo>
                <a:lnTo>
                  <a:pt x="770433" y="33368"/>
                </a:lnTo>
                <a:lnTo>
                  <a:pt x="770433" y="73693"/>
                </a:lnTo>
                <a:cubicBezTo>
                  <a:pt x="770433" y="79307"/>
                  <a:pt x="771412" y="82991"/>
                  <a:pt x="773368" y="84745"/>
                </a:cubicBezTo>
                <a:cubicBezTo>
                  <a:pt x="775324" y="86500"/>
                  <a:pt x="777687" y="87377"/>
                  <a:pt x="780457" y="87377"/>
                </a:cubicBezTo>
                <a:cubicBezTo>
                  <a:pt x="782347" y="87377"/>
                  <a:pt x="784491" y="86785"/>
                  <a:pt x="786887" y="85601"/>
                </a:cubicBezTo>
                <a:cubicBezTo>
                  <a:pt x="789283" y="84416"/>
                  <a:pt x="792129" y="82158"/>
                  <a:pt x="795426" y="78827"/>
                </a:cubicBezTo>
                <a:lnTo>
                  <a:pt x="795426" y="44688"/>
                </a:lnTo>
                <a:cubicBezTo>
                  <a:pt x="795426" y="41267"/>
                  <a:pt x="794800" y="38954"/>
                  <a:pt x="793547" y="37749"/>
                </a:cubicBezTo>
                <a:cubicBezTo>
                  <a:pt x="792294" y="36543"/>
                  <a:pt x="789689" y="35896"/>
                  <a:pt x="785733" y="35808"/>
                </a:cubicBezTo>
                <a:lnTo>
                  <a:pt x="785733" y="33368"/>
                </a:lnTo>
                <a:lnTo>
                  <a:pt x="806307" y="33368"/>
                </a:lnTo>
                <a:close/>
                <a:moveTo>
                  <a:pt x="838818" y="44513"/>
                </a:moveTo>
                <a:cubicBezTo>
                  <a:pt x="843214" y="40116"/>
                  <a:pt x="845808" y="37589"/>
                  <a:pt x="846599" y="36929"/>
                </a:cubicBezTo>
                <a:cubicBezTo>
                  <a:pt x="848578" y="35259"/>
                  <a:pt x="850710" y="33962"/>
                  <a:pt x="852996" y="33038"/>
                </a:cubicBezTo>
                <a:cubicBezTo>
                  <a:pt x="855282" y="32115"/>
                  <a:pt x="857546" y="31654"/>
                  <a:pt x="859788" y="31654"/>
                </a:cubicBezTo>
                <a:cubicBezTo>
                  <a:pt x="863569" y="31654"/>
                  <a:pt x="866823" y="32753"/>
                  <a:pt x="869548" y="34951"/>
                </a:cubicBezTo>
                <a:cubicBezTo>
                  <a:pt x="872274" y="37149"/>
                  <a:pt x="874098" y="40336"/>
                  <a:pt x="875022" y="44513"/>
                </a:cubicBezTo>
                <a:cubicBezTo>
                  <a:pt x="879550" y="39237"/>
                  <a:pt x="883375" y="35775"/>
                  <a:pt x="886496" y="34126"/>
                </a:cubicBezTo>
                <a:cubicBezTo>
                  <a:pt x="889617" y="32478"/>
                  <a:pt x="892827" y="31654"/>
                  <a:pt x="896124" y="31654"/>
                </a:cubicBezTo>
                <a:cubicBezTo>
                  <a:pt x="899333" y="31654"/>
                  <a:pt x="902180" y="32476"/>
                  <a:pt x="904664" y="34122"/>
                </a:cubicBezTo>
                <a:cubicBezTo>
                  <a:pt x="907148" y="35767"/>
                  <a:pt x="909115" y="38453"/>
                  <a:pt x="910566" y="42182"/>
                </a:cubicBezTo>
                <a:cubicBezTo>
                  <a:pt x="911533" y="44726"/>
                  <a:pt x="912017" y="48718"/>
                  <a:pt x="912017" y="54157"/>
                </a:cubicBezTo>
                <a:lnTo>
                  <a:pt x="912017" y="80082"/>
                </a:lnTo>
                <a:cubicBezTo>
                  <a:pt x="912017" y="83854"/>
                  <a:pt x="912303" y="86443"/>
                  <a:pt x="912874" y="87847"/>
                </a:cubicBezTo>
                <a:cubicBezTo>
                  <a:pt x="913314" y="88811"/>
                  <a:pt x="914127" y="89633"/>
                  <a:pt x="915314" y="90314"/>
                </a:cubicBezTo>
                <a:cubicBezTo>
                  <a:pt x="916501" y="90994"/>
                  <a:pt x="918435" y="91334"/>
                  <a:pt x="921117" y="91334"/>
                </a:cubicBezTo>
                <a:lnTo>
                  <a:pt x="921117" y="93774"/>
                </a:lnTo>
                <a:lnTo>
                  <a:pt x="891310" y="93774"/>
                </a:lnTo>
                <a:lnTo>
                  <a:pt x="891310" y="91334"/>
                </a:lnTo>
                <a:lnTo>
                  <a:pt x="892563" y="91334"/>
                </a:lnTo>
                <a:cubicBezTo>
                  <a:pt x="895157" y="91334"/>
                  <a:pt x="897179" y="90831"/>
                  <a:pt x="898630" y="89825"/>
                </a:cubicBezTo>
                <a:cubicBezTo>
                  <a:pt x="899641" y="89124"/>
                  <a:pt x="900366" y="88009"/>
                  <a:pt x="900806" y="86478"/>
                </a:cubicBezTo>
                <a:cubicBezTo>
                  <a:pt x="900982" y="85735"/>
                  <a:pt x="901070" y="83614"/>
                  <a:pt x="901070" y="80115"/>
                </a:cubicBezTo>
                <a:lnTo>
                  <a:pt x="901070" y="54264"/>
                </a:lnTo>
                <a:cubicBezTo>
                  <a:pt x="901070" y="49365"/>
                  <a:pt x="900476" y="45910"/>
                  <a:pt x="899289" y="43899"/>
                </a:cubicBezTo>
                <a:cubicBezTo>
                  <a:pt x="897575" y="41099"/>
                  <a:pt x="894827" y="39699"/>
                  <a:pt x="891046" y="39699"/>
                </a:cubicBezTo>
                <a:cubicBezTo>
                  <a:pt x="888716" y="39699"/>
                  <a:pt x="886375" y="40279"/>
                  <a:pt x="884023" y="41438"/>
                </a:cubicBezTo>
                <a:cubicBezTo>
                  <a:pt x="881671" y="42596"/>
                  <a:pt x="878824" y="44750"/>
                  <a:pt x="875483" y="47901"/>
                </a:cubicBezTo>
                <a:lnTo>
                  <a:pt x="875351" y="48622"/>
                </a:lnTo>
                <a:lnTo>
                  <a:pt x="875483" y="51443"/>
                </a:lnTo>
                <a:lnTo>
                  <a:pt x="875483" y="80115"/>
                </a:lnTo>
                <a:cubicBezTo>
                  <a:pt x="875483" y="84227"/>
                  <a:pt x="875714" y="86785"/>
                  <a:pt x="876176" y="87791"/>
                </a:cubicBezTo>
                <a:cubicBezTo>
                  <a:pt x="876637" y="88797"/>
                  <a:pt x="877506" y="89639"/>
                  <a:pt x="878781" y="90318"/>
                </a:cubicBezTo>
                <a:cubicBezTo>
                  <a:pt x="880055" y="90995"/>
                  <a:pt x="882232" y="91334"/>
                  <a:pt x="885309" y="91334"/>
                </a:cubicBezTo>
                <a:lnTo>
                  <a:pt x="885309" y="93774"/>
                </a:lnTo>
                <a:lnTo>
                  <a:pt x="854777" y="93774"/>
                </a:lnTo>
                <a:lnTo>
                  <a:pt x="854777" y="91334"/>
                </a:lnTo>
                <a:cubicBezTo>
                  <a:pt x="858118" y="91334"/>
                  <a:pt x="860415" y="90940"/>
                  <a:pt x="861668" y="90153"/>
                </a:cubicBezTo>
                <a:cubicBezTo>
                  <a:pt x="862921" y="89366"/>
                  <a:pt x="863789" y="88185"/>
                  <a:pt x="864273" y="86610"/>
                </a:cubicBezTo>
                <a:cubicBezTo>
                  <a:pt x="864492" y="85866"/>
                  <a:pt x="864602" y="83701"/>
                  <a:pt x="864602" y="80115"/>
                </a:cubicBezTo>
                <a:lnTo>
                  <a:pt x="864602" y="54264"/>
                </a:lnTo>
                <a:cubicBezTo>
                  <a:pt x="864602" y="49365"/>
                  <a:pt x="863877" y="45844"/>
                  <a:pt x="862426" y="43701"/>
                </a:cubicBezTo>
                <a:cubicBezTo>
                  <a:pt x="860492" y="40901"/>
                  <a:pt x="857788" y="39501"/>
                  <a:pt x="854315" y="39501"/>
                </a:cubicBezTo>
                <a:cubicBezTo>
                  <a:pt x="851941" y="39501"/>
                  <a:pt x="849589" y="40135"/>
                  <a:pt x="847259" y="41403"/>
                </a:cubicBezTo>
                <a:cubicBezTo>
                  <a:pt x="843610" y="43328"/>
                  <a:pt x="840796" y="45493"/>
                  <a:pt x="838818" y="47899"/>
                </a:cubicBezTo>
                <a:lnTo>
                  <a:pt x="838818" y="80115"/>
                </a:lnTo>
                <a:cubicBezTo>
                  <a:pt x="838818" y="84051"/>
                  <a:pt x="839093" y="86610"/>
                  <a:pt x="839642" y="87791"/>
                </a:cubicBezTo>
                <a:cubicBezTo>
                  <a:pt x="840192" y="88971"/>
                  <a:pt x="841005" y="89857"/>
                  <a:pt x="842082" y="90447"/>
                </a:cubicBezTo>
                <a:cubicBezTo>
                  <a:pt x="843159" y="91038"/>
                  <a:pt x="845346" y="91334"/>
                  <a:pt x="848644" y="91334"/>
                </a:cubicBezTo>
                <a:lnTo>
                  <a:pt x="848644" y="93774"/>
                </a:lnTo>
                <a:lnTo>
                  <a:pt x="818771" y="93774"/>
                </a:lnTo>
                <a:lnTo>
                  <a:pt x="818771" y="91334"/>
                </a:lnTo>
                <a:cubicBezTo>
                  <a:pt x="821540" y="91334"/>
                  <a:pt x="823475" y="91038"/>
                  <a:pt x="824574" y="90445"/>
                </a:cubicBezTo>
                <a:cubicBezTo>
                  <a:pt x="825673" y="89853"/>
                  <a:pt x="826508" y="88910"/>
                  <a:pt x="827080" y="87616"/>
                </a:cubicBezTo>
                <a:cubicBezTo>
                  <a:pt x="827651" y="86322"/>
                  <a:pt x="827937" y="83810"/>
                  <a:pt x="827937" y="80082"/>
                </a:cubicBezTo>
                <a:lnTo>
                  <a:pt x="827937" y="57053"/>
                </a:lnTo>
                <a:cubicBezTo>
                  <a:pt x="827937" y="50428"/>
                  <a:pt x="827739" y="46151"/>
                  <a:pt x="827344" y="44222"/>
                </a:cubicBezTo>
                <a:cubicBezTo>
                  <a:pt x="827036" y="42774"/>
                  <a:pt x="826552" y="41776"/>
                  <a:pt x="825893" y="41228"/>
                </a:cubicBezTo>
                <a:cubicBezTo>
                  <a:pt x="825233" y="40680"/>
                  <a:pt x="824332" y="40406"/>
                  <a:pt x="823189" y="40406"/>
                </a:cubicBezTo>
                <a:cubicBezTo>
                  <a:pt x="821958" y="40406"/>
                  <a:pt x="820485" y="40735"/>
                  <a:pt x="818771" y="41393"/>
                </a:cubicBezTo>
                <a:lnTo>
                  <a:pt x="817782" y="39023"/>
                </a:lnTo>
                <a:lnTo>
                  <a:pt x="835982" y="31654"/>
                </a:lnTo>
                <a:lnTo>
                  <a:pt x="838818" y="31654"/>
                </a:lnTo>
                <a:lnTo>
                  <a:pt x="838818" y="445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Hierachical">
            <a:extLst xmlns:a="http://schemas.openxmlformats.org/drawingml/2006/main">
              <a:ext uri="{FF2B5EF4-FFF2-40B4-BE49-F238E27FC236}">
                <a16:creationId xmlns:a16="http://schemas.microsoft.com/office/drawing/2014/main" id="{24874044-6B08-4BF7-A515-9BAE13D0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039" y="5923027"/>
            <a:ext cx="617368" cy="95620"/>
          </a:xfrm>
          <a:custGeom xmlns:a="http://schemas.openxmlformats.org/drawingml/2006/main">
            <a:pathLst>
              <a:path w="617368" h="95620">
                <a:moveTo>
                  <a:pt x="25455" y="45766"/>
                </a:moveTo>
                <a:lnTo>
                  <a:pt x="67000" y="45766"/>
                </a:lnTo>
                <a:lnTo>
                  <a:pt x="67000" y="20222"/>
                </a:lnTo>
                <a:cubicBezTo>
                  <a:pt x="67000" y="15658"/>
                  <a:pt x="66714" y="12652"/>
                  <a:pt x="66143" y="11202"/>
                </a:cubicBezTo>
                <a:cubicBezTo>
                  <a:pt x="65703" y="10106"/>
                  <a:pt x="64780" y="9163"/>
                  <a:pt x="63373" y="8373"/>
                </a:cubicBezTo>
                <a:cubicBezTo>
                  <a:pt x="61483" y="7319"/>
                  <a:pt x="59482" y="6792"/>
                  <a:pt x="57372" y="6792"/>
                </a:cubicBezTo>
                <a:lnTo>
                  <a:pt x="54207" y="6792"/>
                </a:lnTo>
                <a:lnTo>
                  <a:pt x="54207" y="4352"/>
                </a:lnTo>
                <a:lnTo>
                  <a:pt x="92455" y="4352"/>
                </a:lnTo>
                <a:lnTo>
                  <a:pt x="92455" y="6792"/>
                </a:lnTo>
                <a:lnTo>
                  <a:pt x="89289" y="6792"/>
                </a:lnTo>
                <a:cubicBezTo>
                  <a:pt x="87179" y="6792"/>
                  <a:pt x="85179" y="7298"/>
                  <a:pt x="83288" y="8309"/>
                </a:cubicBezTo>
                <a:cubicBezTo>
                  <a:pt x="81882" y="9012"/>
                  <a:pt x="80925" y="10079"/>
                  <a:pt x="80420" y="11507"/>
                </a:cubicBezTo>
                <a:cubicBezTo>
                  <a:pt x="79914" y="12936"/>
                  <a:pt x="79661" y="15849"/>
                  <a:pt x="79661" y="20245"/>
                </a:cubicBezTo>
                <a:lnTo>
                  <a:pt x="79661" y="77947"/>
                </a:lnTo>
                <a:cubicBezTo>
                  <a:pt x="79661" y="82475"/>
                  <a:pt x="79947" y="85465"/>
                  <a:pt x="80519" y="86915"/>
                </a:cubicBezTo>
                <a:cubicBezTo>
                  <a:pt x="80958" y="88014"/>
                  <a:pt x="81860" y="88960"/>
                  <a:pt x="83222" y="89751"/>
                </a:cubicBezTo>
                <a:cubicBezTo>
                  <a:pt x="85157" y="90806"/>
                  <a:pt x="87179" y="91334"/>
                  <a:pt x="89289" y="91334"/>
                </a:cubicBezTo>
                <a:lnTo>
                  <a:pt x="92455" y="91334"/>
                </a:lnTo>
                <a:lnTo>
                  <a:pt x="92455" y="93774"/>
                </a:lnTo>
                <a:lnTo>
                  <a:pt x="54207" y="93774"/>
                </a:lnTo>
                <a:lnTo>
                  <a:pt x="54207" y="91334"/>
                </a:lnTo>
                <a:lnTo>
                  <a:pt x="57372" y="91334"/>
                </a:lnTo>
                <a:cubicBezTo>
                  <a:pt x="61021" y="91334"/>
                  <a:pt x="63681" y="90254"/>
                  <a:pt x="65351" y="88096"/>
                </a:cubicBezTo>
                <a:cubicBezTo>
                  <a:pt x="66450" y="86688"/>
                  <a:pt x="67000" y="83297"/>
                  <a:pt x="67000" y="77924"/>
                </a:cubicBezTo>
                <a:lnTo>
                  <a:pt x="67000" y="50646"/>
                </a:lnTo>
                <a:lnTo>
                  <a:pt x="25455" y="50646"/>
                </a:lnTo>
                <a:lnTo>
                  <a:pt x="25455" y="77924"/>
                </a:lnTo>
                <a:cubicBezTo>
                  <a:pt x="25455" y="82461"/>
                  <a:pt x="25740" y="85456"/>
                  <a:pt x="26312" y="86909"/>
                </a:cubicBezTo>
                <a:cubicBezTo>
                  <a:pt x="26752" y="88010"/>
                  <a:pt x="27675" y="88956"/>
                  <a:pt x="29082" y="89749"/>
                </a:cubicBezTo>
                <a:cubicBezTo>
                  <a:pt x="30972" y="90805"/>
                  <a:pt x="32972" y="91334"/>
                  <a:pt x="35083" y="91334"/>
                </a:cubicBezTo>
                <a:lnTo>
                  <a:pt x="38314" y="91334"/>
                </a:lnTo>
                <a:lnTo>
                  <a:pt x="38314" y="93774"/>
                </a:lnTo>
                <a:lnTo>
                  <a:pt x="0" y="93774"/>
                </a:lnTo>
                <a:lnTo>
                  <a:pt x="0" y="91334"/>
                </a:lnTo>
                <a:lnTo>
                  <a:pt x="3165" y="91334"/>
                </a:lnTo>
                <a:cubicBezTo>
                  <a:pt x="6858" y="91334"/>
                  <a:pt x="9540" y="90257"/>
                  <a:pt x="11211" y="88102"/>
                </a:cubicBezTo>
                <a:cubicBezTo>
                  <a:pt x="12266" y="86696"/>
                  <a:pt x="12793" y="83310"/>
                  <a:pt x="12793" y="77947"/>
                </a:cubicBezTo>
                <a:lnTo>
                  <a:pt x="12793" y="20245"/>
                </a:lnTo>
                <a:cubicBezTo>
                  <a:pt x="12793" y="15673"/>
                  <a:pt x="12508" y="12661"/>
                  <a:pt x="11936" y="11211"/>
                </a:cubicBezTo>
                <a:cubicBezTo>
                  <a:pt x="11496" y="10112"/>
                  <a:pt x="10595" y="9166"/>
                  <a:pt x="9232" y="8375"/>
                </a:cubicBezTo>
                <a:cubicBezTo>
                  <a:pt x="7298" y="7320"/>
                  <a:pt x="5276" y="6792"/>
                  <a:pt x="3165" y="6792"/>
                </a:cubicBezTo>
                <a:lnTo>
                  <a:pt x="0" y="6792"/>
                </a:lnTo>
                <a:lnTo>
                  <a:pt x="0" y="4352"/>
                </a:lnTo>
                <a:lnTo>
                  <a:pt x="38314" y="4352"/>
                </a:lnTo>
                <a:lnTo>
                  <a:pt x="38314" y="6792"/>
                </a:lnTo>
                <a:lnTo>
                  <a:pt x="35083" y="6792"/>
                </a:lnTo>
                <a:cubicBezTo>
                  <a:pt x="32972" y="6792"/>
                  <a:pt x="30972" y="7297"/>
                  <a:pt x="29082" y="8307"/>
                </a:cubicBezTo>
                <a:cubicBezTo>
                  <a:pt x="27719" y="9009"/>
                  <a:pt x="26774" y="10073"/>
                  <a:pt x="26246" y="11499"/>
                </a:cubicBezTo>
                <a:cubicBezTo>
                  <a:pt x="25718" y="12925"/>
                  <a:pt x="25455" y="15833"/>
                  <a:pt x="25455" y="20222"/>
                </a:cubicBezTo>
                <a:lnTo>
                  <a:pt x="25455" y="45766"/>
                </a:lnTo>
                <a:close/>
                <a:moveTo>
                  <a:pt x="114787" y="0"/>
                </a:moveTo>
                <a:cubicBezTo>
                  <a:pt x="116634" y="0"/>
                  <a:pt x="118205" y="652"/>
                  <a:pt x="119502" y="1956"/>
                </a:cubicBezTo>
                <a:cubicBezTo>
                  <a:pt x="120799" y="3258"/>
                  <a:pt x="121448" y="4837"/>
                  <a:pt x="121448" y="6693"/>
                </a:cubicBezTo>
                <a:cubicBezTo>
                  <a:pt x="121448" y="8549"/>
                  <a:pt x="120799" y="10140"/>
                  <a:pt x="119502" y="11466"/>
                </a:cubicBezTo>
                <a:cubicBezTo>
                  <a:pt x="118205" y="12791"/>
                  <a:pt x="116634" y="13453"/>
                  <a:pt x="114787" y="13453"/>
                </a:cubicBezTo>
                <a:cubicBezTo>
                  <a:pt x="112941" y="13453"/>
                  <a:pt x="111358" y="12791"/>
                  <a:pt x="110039" y="11466"/>
                </a:cubicBezTo>
                <a:cubicBezTo>
                  <a:pt x="108720" y="10140"/>
                  <a:pt x="108061" y="8549"/>
                  <a:pt x="108061" y="6693"/>
                </a:cubicBezTo>
                <a:cubicBezTo>
                  <a:pt x="108061" y="4837"/>
                  <a:pt x="108709" y="3258"/>
                  <a:pt x="110006" y="1956"/>
                </a:cubicBezTo>
                <a:cubicBezTo>
                  <a:pt x="111303" y="652"/>
                  <a:pt x="112897" y="0"/>
                  <a:pt x="114787" y="0"/>
                </a:cubicBezTo>
                <a:moveTo>
                  <a:pt x="120261" y="31654"/>
                </a:moveTo>
                <a:lnTo>
                  <a:pt x="120261" y="80082"/>
                </a:lnTo>
                <a:cubicBezTo>
                  <a:pt x="120261" y="83854"/>
                  <a:pt x="120535" y="86366"/>
                  <a:pt x="121085" y="87616"/>
                </a:cubicBezTo>
                <a:cubicBezTo>
                  <a:pt x="121635" y="88866"/>
                  <a:pt x="122448" y="89798"/>
                  <a:pt x="123525" y="90412"/>
                </a:cubicBezTo>
                <a:cubicBezTo>
                  <a:pt x="124602" y="91027"/>
                  <a:pt x="126569" y="91334"/>
                  <a:pt x="129427" y="91334"/>
                </a:cubicBezTo>
                <a:lnTo>
                  <a:pt x="129427" y="93774"/>
                </a:lnTo>
                <a:lnTo>
                  <a:pt x="100082" y="93774"/>
                </a:lnTo>
                <a:lnTo>
                  <a:pt x="100082" y="91334"/>
                </a:lnTo>
                <a:cubicBezTo>
                  <a:pt x="103027" y="91334"/>
                  <a:pt x="105005" y="91049"/>
                  <a:pt x="106017" y="90478"/>
                </a:cubicBezTo>
                <a:cubicBezTo>
                  <a:pt x="107028" y="89908"/>
                  <a:pt x="107830" y="88965"/>
                  <a:pt x="108424" y="87649"/>
                </a:cubicBezTo>
                <a:cubicBezTo>
                  <a:pt x="109017" y="86333"/>
                  <a:pt x="109314" y="83810"/>
                  <a:pt x="109314" y="80082"/>
                </a:cubicBezTo>
                <a:lnTo>
                  <a:pt x="109314" y="56855"/>
                </a:lnTo>
                <a:cubicBezTo>
                  <a:pt x="109314" y="50318"/>
                  <a:pt x="109116" y="46085"/>
                  <a:pt x="108720" y="44156"/>
                </a:cubicBezTo>
                <a:cubicBezTo>
                  <a:pt x="108413" y="42752"/>
                  <a:pt x="107929" y="41776"/>
                  <a:pt x="107270" y="41228"/>
                </a:cubicBezTo>
                <a:cubicBezTo>
                  <a:pt x="106610" y="40680"/>
                  <a:pt x="105709" y="40406"/>
                  <a:pt x="104566" y="40406"/>
                </a:cubicBezTo>
                <a:cubicBezTo>
                  <a:pt x="103335" y="40406"/>
                  <a:pt x="101840" y="40735"/>
                  <a:pt x="100082" y="41393"/>
                </a:cubicBezTo>
                <a:lnTo>
                  <a:pt x="99158" y="39023"/>
                </a:lnTo>
                <a:lnTo>
                  <a:pt x="117359" y="31654"/>
                </a:lnTo>
                <a:lnTo>
                  <a:pt x="120261" y="31654"/>
                </a:lnTo>
                <a:close/>
                <a:moveTo>
                  <a:pt x="147123" y="56185"/>
                </a:moveTo>
                <a:cubicBezTo>
                  <a:pt x="147079" y="65133"/>
                  <a:pt x="149256" y="72151"/>
                  <a:pt x="153652" y="77240"/>
                </a:cubicBezTo>
                <a:cubicBezTo>
                  <a:pt x="158048" y="82327"/>
                  <a:pt x="163214" y="84871"/>
                  <a:pt x="169149" y="84871"/>
                </a:cubicBezTo>
                <a:cubicBezTo>
                  <a:pt x="173106" y="84871"/>
                  <a:pt x="176546" y="83783"/>
                  <a:pt x="179469" y="81607"/>
                </a:cubicBezTo>
                <a:cubicBezTo>
                  <a:pt x="182393" y="79431"/>
                  <a:pt x="184844" y="75705"/>
                  <a:pt x="186822" y="70429"/>
                </a:cubicBezTo>
                <a:lnTo>
                  <a:pt x="188867" y="71748"/>
                </a:lnTo>
                <a:cubicBezTo>
                  <a:pt x="187943" y="77771"/>
                  <a:pt x="185262" y="83255"/>
                  <a:pt x="180821" y="88201"/>
                </a:cubicBezTo>
                <a:cubicBezTo>
                  <a:pt x="176381" y="93147"/>
                  <a:pt x="170820" y="95620"/>
                  <a:pt x="164137" y="95620"/>
                </a:cubicBezTo>
                <a:cubicBezTo>
                  <a:pt x="156883" y="95620"/>
                  <a:pt x="150673" y="92802"/>
                  <a:pt x="145508" y="87165"/>
                </a:cubicBezTo>
                <a:cubicBezTo>
                  <a:pt x="140342" y="81526"/>
                  <a:pt x="137759" y="73947"/>
                  <a:pt x="137759" y="64426"/>
                </a:cubicBezTo>
                <a:cubicBezTo>
                  <a:pt x="137759" y="54117"/>
                  <a:pt x="140408" y="46078"/>
                  <a:pt x="145706" y="40309"/>
                </a:cubicBezTo>
                <a:cubicBezTo>
                  <a:pt x="151003" y="34539"/>
                  <a:pt x="157653" y="31654"/>
                  <a:pt x="165654" y="31654"/>
                </a:cubicBezTo>
                <a:cubicBezTo>
                  <a:pt x="172424" y="31654"/>
                  <a:pt x="177986" y="33879"/>
                  <a:pt x="182338" y="38330"/>
                </a:cubicBezTo>
                <a:cubicBezTo>
                  <a:pt x="186690" y="42780"/>
                  <a:pt x="188867" y="48732"/>
                  <a:pt x="188867" y="56185"/>
                </a:cubicBezTo>
                <a:lnTo>
                  <a:pt x="147123" y="56185"/>
                </a:lnTo>
                <a:moveTo>
                  <a:pt x="147123" y="52360"/>
                </a:moveTo>
                <a:lnTo>
                  <a:pt x="175084" y="52360"/>
                </a:lnTo>
                <a:cubicBezTo>
                  <a:pt x="174864" y="48491"/>
                  <a:pt x="174403" y="45766"/>
                  <a:pt x="173699" y="44183"/>
                </a:cubicBezTo>
                <a:cubicBezTo>
                  <a:pt x="172600" y="41721"/>
                  <a:pt x="170962" y="39787"/>
                  <a:pt x="168786" y="38380"/>
                </a:cubicBezTo>
                <a:cubicBezTo>
                  <a:pt x="166610" y="36973"/>
                  <a:pt x="164335" y="36270"/>
                  <a:pt x="161961" y="36270"/>
                </a:cubicBezTo>
                <a:cubicBezTo>
                  <a:pt x="158312" y="36270"/>
                  <a:pt x="155048" y="37687"/>
                  <a:pt x="152168" y="40523"/>
                </a:cubicBezTo>
                <a:cubicBezTo>
                  <a:pt x="149289" y="43359"/>
                  <a:pt x="147607" y="47304"/>
                  <a:pt x="147123" y="52360"/>
                </a:cubicBezTo>
                <a:close/>
                <a:moveTo>
                  <a:pt x="214605" y="31654"/>
                </a:moveTo>
                <a:lnTo>
                  <a:pt x="214605" y="45238"/>
                </a:lnTo>
                <a:cubicBezTo>
                  <a:pt x="219661" y="36182"/>
                  <a:pt x="224849" y="31654"/>
                  <a:pt x="230168" y="31654"/>
                </a:cubicBezTo>
                <a:cubicBezTo>
                  <a:pt x="232586" y="31654"/>
                  <a:pt x="234586" y="32390"/>
                  <a:pt x="236169" y="33863"/>
                </a:cubicBezTo>
                <a:cubicBezTo>
                  <a:pt x="237752" y="35335"/>
                  <a:pt x="238543" y="37039"/>
                  <a:pt x="238543" y="38973"/>
                </a:cubicBezTo>
                <a:cubicBezTo>
                  <a:pt x="238543" y="40688"/>
                  <a:pt x="237972" y="42139"/>
                  <a:pt x="236829" y="43326"/>
                </a:cubicBezTo>
                <a:cubicBezTo>
                  <a:pt x="235686" y="44513"/>
                  <a:pt x="234323" y="45106"/>
                  <a:pt x="232740" y="45106"/>
                </a:cubicBezTo>
                <a:cubicBezTo>
                  <a:pt x="231201" y="45106"/>
                  <a:pt x="229476" y="44348"/>
                  <a:pt x="227563" y="42831"/>
                </a:cubicBezTo>
                <a:cubicBezTo>
                  <a:pt x="225651" y="41314"/>
                  <a:pt x="224233" y="40556"/>
                  <a:pt x="223310" y="40556"/>
                </a:cubicBezTo>
                <a:cubicBezTo>
                  <a:pt x="222519" y="40556"/>
                  <a:pt x="221661" y="40994"/>
                  <a:pt x="220738" y="41871"/>
                </a:cubicBezTo>
                <a:cubicBezTo>
                  <a:pt x="218760" y="43669"/>
                  <a:pt x="216715" y="46629"/>
                  <a:pt x="214605" y="50751"/>
                </a:cubicBezTo>
                <a:lnTo>
                  <a:pt x="214605" y="79626"/>
                </a:lnTo>
                <a:cubicBezTo>
                  <a:pt x="214605" y="82958"/>
                  <a:pt x="215023" y="85479"/>
                  <a:pt x="215858" y="87189"/>
                </a:cubicBezTo>
                <a:cubicBezTo>
                  <a:pt x="216430" y="88374"/>
                  <a:pt x="217441" y="89361"/>
                  <a:pt x="218892" y="90151"/>
                </a:cubicBezTo>
                <a:cubicBezTo>
                  <a:pt x="220342" y="90939"/>
                  <a:pt x="222431" y="91334"/>
                  <a:pt x="225156" y="91334"/>
                </a:cubicBezTo>
                <a:lnTo>
                  <a:pt x="225156" y="93774"/>
                </a:lnTo>
                <a:lnTo>
                  <a:pt x="194228" y="93774"/>
                </a:lnTo>
                <a:lnTo>
                  <a:pt x="194228" y="91334"/>
                </a:lnTo>
                <a:cubicBezTo>
                  <a:pt x="197306" y="91334"/>
                  <a:pt x="199592" y="90851"/>
                  <a:pt x="201087" y="89887"/>
                </a:cubicBezTo>
                <a:cubicBezTo>
                  <a:pt x="202186" y="89185"/>
                  <a:pt x="202955" y="88066"/>
                  <a:pt x="203395" y="86530"/>
                </a:cubicBezTo>
                <a:cubicBezTo>
                  <a:pt x="203614" y="85784"/>
                  <a:pt x="203724" y="83657"/>
                  <a:pt x="203724" y="80148"/>
                </a:cubicBezTo>
                <a:lnTo>
                  <a:pt x="203724" y="56789"/>
                </a:lnTo>
                <a:cubicBezTo>
                  <a:pt x="203724" y="49770"/>
                  <a:pt x="203581" y="45592"/>
                  <a:pt x="203296" y="44255"/>
                </a:cubicBezTo>
                <a:cubicBezTo>
                  <a:pt x="203010" y="42917"/>
                  <a:pt x="202482" y="41941"/>
                  <a:pt x="201713" y="41327"/>
                </a:cubicBezTo>
                <a:cubicBezTo>
                  <a:pt x="200944" y="40713"/>
                  <a:pt x="199987" y="40406"/>
                  <a:pt x="198844" y="40406"/>
                </a:cubicBezTo>
                <a:cubicBezTo>
                  <a:pt x="197482" y="40406"/>
                  <a:pt x="195943" y="40735"/>
                  <a:pt x="194228" y="41393"/>
                </a:cubicBezTo>
                <a:lnTo>
                  <a:pt x="193569" y="39023"/>
                </a:lnTo>
                <a:lnTo>
                  <a:pt x="211836" y="31654"/>
                </a:lnTo>
                <a:lnTo>
                  <a:pt x="214605" y="31654"/>
                </a:lnTo>
                <a:close/>
                <a:moveTo>
                  <a:pt x="276131" y="85069"/>
                </a:moveTo>
                <a:cubicBezTo>
                  <a:pt x="269932" y="89861"/>
                  <a:pt x="266041" y="92631"/>
                  <a:pt x="264459" y="93378"/>
                </a:cubicBezTo>
                <a:cubicBezTo>
                  <a:pt x="262085" y="94521"/>
                  <a:pt x="259557" y="95092"/>
                  <a:pt x="256875" y="95092"/>
                </a:cubicBezTo>
                <a:cubicBezTo>
                  <a:pt x="252699" y="95092"/>
                  <a:pt x="249258" y="93664"/>
                  <a:pt x="246555" y="90806"/>
                </a:cubicBezTo>
                <a:cubicBezTo>
                  <a:pt x="243851" y="87948"/>
                  <a:pt x="242499" y="84190"/>
                  <a:pt x="242499" y="79530"/>
                </a:cubicBezTo>
                <a:cubicBezTo>
                  <a:pt x="242499" y="76584"/>
                  <a:pt x="243159" y="74034"/>
                  <a:pt x="244477" y="71880"/>
                </a:cubicBezTo>
                <a:cubicBezTo>
                  <a:pt x="246280" y="68890"/>
                  <a:pt x="249412" y="66077"/>
                  <a:pt x="253875" y="63439"/>
                </a:cubicBezTo>
                <a:cubicBezTo>
                  <a:pt x="258337" y="60801"/>
                  <a:pt x="265756" y="57592"/>
                  <a:pt x="276131" y="53811"/>
                </a:cubicBezTo>
                <a:lnTo>
                  <a:pt x="276131" y="51437"/>
                </a:lnTo>
                <a:cubicBezTo>
                  <a:pt x="276131" y="45414"/>
                  <a:pt x="275175" y="41281"/>
                  <a:pt x="273262" y="39039"/>
                </a:cubicBezTo>
                <a:cubicBezTo>
                  <a:pt x="271350" y="36797"/>
                  <a:pt x="268569" y="35676"/>
                  <a:pt x="264920" y="35676"/>
                </a:cubicBezTo>
                <a:cubicBezTo>
                  <a:pt x="262151" y="35676"/>
                  <a:pt x="259953" y="36421"/>
                  <a:pt x="258326" y="37910"/>
                </a:cubicBezTo>
                <a:cubicBezTo>
                  <a:pt x="256655" y="39399"/>
                  <a:pt x="255820" y="41108"/>
                  <a:pt x="255820" y="43035"/>
                </a:cubicBezTo>
                <a:lnTo>
                  <a:pt x="255952" y="46846"/>
                </a:lnTo>
                <a:cubicBezTo>
                  <a:pt x="255952" y="48860"/>
                  <a:pt x="255435" y="50414"/>
                  <a:pt x="254402" y="51509"/>
                </a:cubicBezTo>
                <a:cubicBezTo>
                  <a:pt x="253369" y="52604"/>
                  <a:pt x="252017" y="53152"/>
                  <a:pt x="250347" y="53152"/>
                </a:cubicBezTo>
                <a:cubicBezTo>
                  <a:pt x="248720" y="53152"/>
                  <a:pt x="247390" y="52582"/>
                  <a:pt x="246357" y="51443"/>
                </a:cubicBezTo>
                <a:cubicBezTo>
                  <a:pt x="245324" y="50303"/>
                  <a:pt x="244807" y="48746"/>
                  <a:pt x="244807" y="46773"/>
                </a:cubicBezTo>
                <a:cubicBezTo>
                  <a:pt x="244807" y="43005"/>
                  <a:pt x="246742" y="39543"/>
                  <a:pt x="250610" y="36387"/>
                </a:cubicBezTo>
                <a:cubicBezTo>
                  <a:pt x="254479" y="33231"/>
                  <a:pt x="259909" y="31654"/>
                  <a:pt x="266899" y="31654"/>
                </a:cubicBezTo>
                <a:cubicBezTo>
                  <a:pt x="272262" y="31654"/>
                  <a:pt x="276659" y="32553"/>
                  <a:pt x="280088" y="34353"/>
                </a:cubicBezTo>
                <a:cubicBezTo>
                  <a:pt x="282682" y="35715"/>
                  <a:pt x="284594" y="37845"/>
                  <a:pt x="285825" y="40744"/>
                </a:cubicBezTo>
                <a:cubicBezTo>
                  <a:pt x="286616" y="42631"/>
                  <a:pt x="287012" y="46495"/>
                  <a:pt x="287012" y="52335"/>
                </a:cubicBezTo>
                <a:lnTo>
                  <a:pt x="287012" y="72820"/>
                </a:lnTo>
                <a:cubicBezTo>
                  <a:pt x="287012" y="78572"/>
                  <a:pt x="287122" y="82096"/>
                  <a:pt x="287342" y="83391"/>
                </a:cubicBezTo>
                <a:cubicBezTo>
                  <a:pt x="287561" y="84687"/>
                  <a:pt x="287924" y="85555"/>
                  <a:pt x="288430" y="85994"/>
                </a:cubicBezTo>
                <a:cubicBezTo>
                  <a:pt x="288935" y="86432"/>
                  <a:pt x="289518" y="86652"/>
                  <a:pt x="290177" y="86652"/>
                </a:cubicBezTo>
                <a:cubicBezTo>
                  <a:pt x="290881" y="86652"/>
                  <a:pt x="291496" y="86498"/>
                  <a:pt x="292024" y="86190"/>
                </a:cubicBezTo>
                <a:cubicBezTo>
                  <a:pt x="292947" y="85618"/>
                  <a:pt x="294727" y="84014"/>
                  <a:pt x="297365" y="81376"/>
                </a:cubicBezTo>
                <a:lnTo>
                  <a:pt x="297365" y="85069"/>
                </a:lnTo>
                <a:cubicBezTo>
                  <a:pt x="292441" y="91663"/>
                  <a:pt x="287737" y="94961"/>
                  <a:pt x="283253" y="94961"/>
                </a:cubicBezTo>
                <a:cubicBezTo>
                  <a:pt x="281099" y="94961"/>
                  <a:pt x="279384" y="94213"/>
                  <a:pt x="278109" y="92718"/>
                </a:cubicBezTo>
                <a:cubicBezTo>
                  <a:pt x="276834" y="91224"/>
                  <a:pt x="276175" y="88674"/>
                  <a:pt x="276131" y="85069"/>
                </a:cubicBezTo>
                <a:moveTo>
                  <a:pt x="276131" y="80745"/>
                </a:moveTo>
                <a:lnTo>
                  <a:pt x="276131" y="57834"/>
                </a:lnTo>
                <a:cubicBezTo>
                  <a:pt x="269493" y="60459"/>
                  <a:pt x="265206" y="62319"/>
                  <a:pt x="263272" y="63414"/>
                </a:cubicBezTo>
                <a:cubicBezTo>
                  <a:pt x="259799" y="65340"/>
                  <a:pt x="257315" y="67354"/>
                  <a:pt x="255820" y="69454"/>
                </a:cubicBezTo>
                <a:cubicBezTo>
                  <a:pt x="254325" y="71555"/>
                  <a:pt x="253578" y="73853"/>
                  <a:pt x="253578" y="76348"/>
                </a:cubicBezTo>
                <a:cubicBezTo>
                  <a:pt x="253578" y="79499"/>
                  <a:pt x="254523" y="82114"/>
                  <a:pt x="256413" y="84193"/>
                </a:cubicBezTo>
                <a:cubicBezTo>
                  <a:pt x="258304" y="86272"/>
                  <a:pt x="260480" y="87311"/>
                  <a:pt x="262942" y="87311"/>
                </a:cubicBezTo>
                <a:cubicBezTo>
                  <a:pt x="266283" y="87311"/>
                  <a:pt x="270680" y="85122"/>
                  <a:pt x="276131" y="80745"/>
                </a:cubicBezTo>
                <a:close/>
                <a:moveTo>
                  <a:pt x="353175" y="70825"/>
                </a:moveTo>
                <a:cubicBezTo>
                  <a:pt x="351548" y="78782"/>
                  <a:pt x="348361" y="84904"/>
                  <a:pt x="343613" y="89190"/>
                </a:cubicBezTo>
                <a:cubicBezTo>
                  <a:pt x="338865" y="93477"/>
                  <a:pt x="333611" y="95620"/>
                  <a:pt x="327852" y="95620"/>
                </a:cubicBezTo>
                <a:cubicBezTo>
                  <a:pt x="320994" y="95620"/>
                  <a:pt x="315015" y="92744"/>
                  <a:pt x="309915" y="86992"/>
                </a:cubicBezTo>
                <a:cubicBezTo>
                  <a:pt x="304815" y="81238"/>
                  <a:pt x="302265" y="73464"/>
                  <a:pt x="302265" y="63670"/>
                </a:cubicBezTo>
                <a:cubicBezTo>
                  <a:pt x="302265" y="54183"/>
                  <a:pt x="305090" y="46476"/>
                  <a:pt x="310739" y="40548"/>
                </a:cubicBezTo>
                <a:cubicBezTo>
                  <a:pt x="316389" y="34618"/>
                  <a:pt x="323170" y="31654"/>
                  <a:pt x="331083" y="31654"/>
                </a:cubicBezTo>
                <a:cubicBezTo>
                  <a:pt x="337018" y="31654"/>
                  <a:pt x="341898" y="33220"/>
                  <a:pt x="345723" y="36354"/>
                </a:cubicBezTo>
                <a:cubicBezTo>
                  <a:pt x="349548" y="39487"/>
                  <a:pt x="351460" y="42740"/>
                  <a:pt x="351460" y="46114"/>
                </a:cubicBezTo>
                <a:cubicBezTo>
                  <a:pt x="351460" y="47779"/>
                  <a:pt x="350922" y="49127"/>
                  <a:pt x="349845" y="50157"/>
                </a:cubicBezTo>
                <a:cubicBezTo>
                  <a:pt x="348767" y="51186"/>
                  <a:pt x="347262" y="51701"/>
                  <a:pt x="345327" y="51701"/>
                </a:cubicBezTo>
                <a:cubicBezTo>
                  <a:pt x="342733" y="51701"/>
                  <a:pt x="340777" y="50865"/>
                  <a:pt x="339458" y="49195"/>
                </a:cubicBezTo>
                <a:cubicBezTo>
                  <a:pt x="338711" y="48272"/>
                  <a:pt x="338216" y="46513"/>
                  <a:pt x="337974" y="43919"/>
                </a:cubicBezTo>
                <a:cubicBezTo>
                  <a:pt x="337733" y="41325"/>
                  <a:pt x="336842" y="39347"/>
                  <a:pt x="335304" y="37984"/>
                </a:cubicBezTo>
                <a:cubicBezTo>
                  <a:pt x="333765" y="36665"/>
                  <a:pt x="331633" y="36006"/>
                  <a:pt x="328907" y="36006"/>
                </a:cubicBezTo>
                <a:cubicBezTo>
                  <a:pt x="324511" y="36006"/>
                  <a:pt x="320972" y="37633"/>
                  <a:pt x="318290" y="40886"/>
                </a:cubicBezTo>
                <a:cubicBezTo>
                  <a:pt x="314729" y="45194"/>
                  <a:pt x="312948" y="50887"/>
                  <a:pt x="312948" y="57966"/>
                </a:cubicBezTo>
                <a:cubicBezTo>
                  <a:pt x="312948" y="65176"/>
                  <a:pt x="314718" y="71539"/>
                  <a:pt x="318257" y="77057"/>
                </a:cubicBezTo>
                <a:cubicBezTo>
                  <a:pt x="321796" y="82574"/>
                  <a:pt x="326577" y="85333"/>
                  <a:pt x="332600" y="85333"/>
                </a:cubicBezTo>
                <a:cubicBezTo>
                  <a:pt x="336908" y="85333"/>
                  <a:pt x="340777" y="83860"/>
                  <a:pt x="344206" y="80914"/>
                </a:cubicBezTo>
                <a:cubicBezTo>
                  <a:pt x="346624" y="78892"/>
                  <a:pt x="348976" y="75221"/>
                  <a:pt x="351262" y="69902"/>
                </a:cubicBezTo>
                <a:lnTo>
                  <a:pt x="353175" y="70825"/>
                </a:lnTo>
                <a:close/>
                <a:moveTo>
                  <a:pt x="379573" y="0"/>
                </a:moveTo>
                <a:lnTo>
                  <a:pt x="379573" y="44249"/>
                </a:lnTo>
                <a:cubicBezTo>
                  <a:pt x="384453" y="38885"/>
                  <a:pt x="388322" y="35445"/>
                  <a:pt x="391180" y="33929"/>
                </a:cubicBezTo>
                <a:cubicBezTo>
                  <a:pt x="394037" y="32412"/>
                  <a:pt x="396895" y="31654"/>
                  <a:pt x="399753" y="31654"/>
                </a:cubicBezTo>
                <a:cubicBezTo>
                  <a:pt x="403182" y="31654"/>
                  <a:pt x="406127" y="32597"/>
                  <a:pt x="408589" y="34483"/>
                </a:cubicBezTo>
                <a:cubicBezTo>
                  <a:pt x="411051" y="36369"/>
                  <a:pt x="412876" y="39330"/>
                  <a:pt x="414063" y="43365"/>
                </a:cubicBezTo>
                <a:cubicBezTo>
                  <a:pt x="414898" y="46173"/>
                  <a:pt x="415316" y="51306"/>
                  <a:pt x="415316" y="58763"/>
                </a:cubicBezTo>
                <a:lnTo>
                  <a:pt x="415316" y="80082"/>
                </a:lnTo>
                <a:cubicBezTo>
                  <a:pt x="415316" y="83898"/>
                  <a:pt x="415623" y="86509"/>
                  <a:pt x="416239" y="87913"/>
                </a:cubicBezTo>
                <a:cubicBezTo>
                  <a:pt x="416678" y="88965"/>
                  <a:pt x="417426" y="89798"/>
                  <a:pt x="418481" y="90412"/>
                </a:cubicBezTo>
                <a:cubicBezTo>
                  <a:pt x="419536" y="91027"/>
                  <a:pt x="421470" y="91334"/>
                  <a:pt x="424284" y="91334"/>
                </a:cubicBezTo>
                <a:lnTo>
                  <a:pt x="424284" y="93774"/>
                </a:lnTo>
                <a:lnTo>
                  <a:pt x="394609" y="93774"/>
                </a:lnTo>
                <a:lnTo>
                  <a:pt x="394609" y="91334"/>
                </a:lnTo>
                <a:lnTo>
                  <a:pt x="395994" y="91334"/>
                </a:lnTo>
                <a:cubicBezTo>
                  <a:pt x="398807" y="91334"/>
                  <a:pt x="400764" y="90905"/>
                  <a:pt x="401863" y="90048"/>
                </a:cubicBezTo>
                <a:cubicBezTo>
                  <a:pt x="402962" y="89190"/>
                  <a:pt x="403731" y="87926"/>
                  <a:pt x="404171" y="86256"/>
                </a:cubicBezTo>
                <a:cubicBezTo>
                  <a:pt x="404303" y="85552"/>
                  <a:pt x="404369" y="83486"/>
                  <a:pt x="404369" y="80057"/>
                </a:cubicBezTo>
                <a:lnTo>
                  <a:pt x="404369" y="58691"/>
                </a:lnTo>
                <a:cubicBezTo>
                  <a:pt x="404369" y="52096"/>
                  <a:pt x="404028" y="47766"/>
                  <a:pt x="403347" y="45700"/>
                </a:cubicBezTo>
                <a:cubicBezTo>
                  <a:pt x="402665" y="43634"/>
                  <a:pt x="401577" y="42084"/>
                  <a:pt x="400082" y="41051"/>
                </a:cubicBezTo>
                <a:cubicBezTo>
                  <a:pt x="398588" y="40018"/>
                  <a:pt x="396785" y="39501"/>
                  <a:pt x="394675" y="39501"/>
                </a:cubicBezTo>
                <a:cubicBezTo>
                  <a:pt x="392521" y="39501"/>
                  <a:pt x="390279" y="40072"/>
                  <a:pt x="387948" y="41216"/>
                </a:cubicBezTo>
                <a:cubicBezTo>
                  <a:pt x="385618" y="42359"/>
                  <a:pt x="382827" y="44667"/>
                  <a:pt x="379573" y="48140"/>
                </a:cubicBezTo>
                <a:lnTo>
                  <a:pt x="379573" y="80057"/>
                </a:lnTo>
                <a:cubicBezTo>
                  <a:pt x="379573" y="84190"/>
                  <a:pt x="379804" y="86761"/>
                  <a:pt x="380266" y="87773"/>
                </a:cubicBezTo>
                <a:cubicBezTo>
                  <a:pt x="380728" y="88784"/>
                  <a:pt x="381585" y="89630"/>
                  <a:pt x="382838" y="90311"/>
                </a:cubicBezTo>
                <a:cubicBezTo>
                  <a:pt x="384091" y="90993"/>
                  <a:pt x="386256" y="91334"/>
                  <a:pt x="389333" y="91334"/>
                </a:cubicBezTo>
                <a:lnTo>
                  <a:pt x="389333" y="93774"/>
                </a:lnTo>
                <a:lnTo>
                  <a:pt x="359394" y="93774"/>
                </a:lnTo>
                <a:lnTo>
                  <a:pt x="359394" y="91334"/>
                </a:lnTo>
                <a:cubicBezTo>
                  <a:pt x="362076" y="91334"/>
                  <a:pt x="364186" y="90916"/>
                  <a:pt x="365725" y="90081"/>
                </a:cubicBezTo>
                <a:cubicBezTo>
                  <a:pt x="366604" y="89642"/>
                  <a:pt x="367308" y="88808"/>
                  <a:pt x="367835" y="87579"/>
                </a:cubicBezTo>
                <a:cubicBezTo>
                  <a:pt x="368363" y="86348"/>
                  <a:pt x="368627" y="83843"/>
                  <a:pt x="368627" y="80065"/>
                </a:cubicBezTo>
                <a:lnTo>
                  <a:pt x="368627" y="25436"/>
                </a:lnTo>
                <a:cubicBezTo>
                  <a:pt x="368627" y="18539"/>
                  <a:pt x="368462" y="14300"/>
                  <a:pt x="368132" y="12719"/>
                </a:cubicBezTo>
                <a:cubicBezTo>
                  <a:pt x="367802" y="11136"/>
                  <a:pt x="367297" y="10060"/>
                  <a:pt x="366615" y="9490"/>
                </a:cubicBezTo>
                <a:cubicBezTo>
                  <a:pt x="365934" y="8918"/>
                  <a:pt x="365022" y="8633"/>
                  <a:pt x="363879" y="8633"/>
                </a:cubicBezTo>
                <a:cubicBezTo>
                  <a:pt x="362955" y="8633"/>
                  <a:pt x="361461" y="8984"/>
                  <a:pt x="359394" y="9688"/>
                </a:cubicBezTo>
                <a:lnTo>
                  <a:pt x="358471" y="7380"/>
                </a:lnTo>
                <a:lnTo>
                  <a:pt x="376540" y="0"/>
                </a:lnTo>
                <a:lnTo>
                  <a:pt x="379573" y="0"/>
                </a:lnTo>
                <a:close/>
                <a:moveTo>
                  <a:pt x="444727" y="0"/>
                </a:moveTo>
                <a:cubicBezTo>
                  <a:pt x="446573" y="0"/>
                  <a:pt x="448145" y="652"/>
                  <a:pt x="449442" y="1956"/>
                </a:cubicBezTo>
                <a:cubicBezTo>
                  <a:pt x="450739" y="3258"/>
                  <a:pt x="451387" y="4837"/>
                  <a:pt x="451387" y="6693"/>
                </a:cubicBezTo>
                <a:cubicBezTo>
                  <a:pt x="451387" y="8549"/>
                  <a:pt x="450739" y="10140"/>
                  <a:pt x="449442" y="11466"/>
                </a:cubicBezTo>
                <a:cubicBezTo>
                  <a:pt x="448145" y="12791"/>
                  <a:pt x="446573" y="13453"/>
                  <a:pt x="444727" y="13453"/>
                </a:cubicBezTo>
                <a:cubicBezTo>
                  <a:pt x="442881" y="13453"/>
                  <a:pt x="441298" y="12791"/>
                  <a:pt x="439979" y="11466"/>
                </a:cubicBezTo>
                <a:cubicBezTo>
                  <a:pt x="438660" y="10140"/>
                  <a:pt x="438001" y="8549"/>
                  <a:pt x="438001" y="6693"/>
                </a:cubicBezTo>
                <a:cubicBezTo>
                  <a:pt x="438001" y="4837"/>
                  <a:pt x="438649" y="3258"/>
                  <a:pt x="439946" y="1956"/>
                </a:cubicBezTo>
                <a:cubicBezTo>
                  <a:pt x="441243" y="652"/>
                  <a:pt x="442837" y="0"/>
                  <a:pt x="444727" y="0"/>
                </a:cubicBezTo>
                <a:moveTo>
                  <a:pt x="450200" y="31654"/>
                </a:moveTo>
                <a:lnTo>
                  <a:pt x="450200" y="80082"/>
                </a:lnTo>
                <a:cubicBezTo>
                  <a:pt x="450200" y="83854"/>
                  <a:pt x="450475" y="86366"/>
                  <a:pt x="451025" y="87616"/>
                </a:cubicBezTo>
                <a:cubicBezTo>
                  <a:pt x="451574" y="88866"/>
                  <a:pt x="452388" y="89798"/>
                  <a:pt x="453465" y="90412"/>
                </a:cubicBezTo>
                <a:cubicBezTo>
                  <a:pt x="454542" y="91027"/>
                  <a:pt x="456509" y="91334"/>
                  <a:pt x="459367" y="91334"/>
                </a:cubicBezTo>
                <a:lnTo>
                  <a:pt x="459367" y="93774"/>
                </a:lnTo>
                <a:lnTo>
                  <a:pt x="430021" y="93774"/>
                </a:lnTo>
                <a:lnTo>
                  <a:pt x="430021" y="91334"/>
                </a:lnTo>
                <a:cubicBezTo>
                  <a:pt x="432967" y="91334"/>
                  <a:pt x="434945" y="91049"/>
                  <a:pt x="435956" y="90478"/>
                </a:cubicBezTo>
                <a:cubicBezTo>
                  <a:pt x="436968" y="89908"/>
                  <a:pt x="437770" y="88965"/>
                  <a:pt x="438363" y="87649"/>
                </a:cubicBezTo>
                <a:cubicBezTo>
                  <a:pt x="438957" y="86333"/>
                  <a:pt x="439254" y="83810"/>
                  <a:pt x="439254" y="80082"/>
                </a:cubicBezTo>
                <a:lnTo>
                  <a:pt x="439254" y="56855"/>
                </a:lnTo>
                <a:cubicBezTo>
                  <a:pt x="439254" y="50318"/>
                  <a:pt x="439056" y="46085"/>
                  <a:pt x="438660" y="44156"/>
                </a:cubicBezTo>
                <a:cubicBezTo>
                  <a:pt x="438352" y="42752"/>
                  <a:pt x="437869" y="41776"/>
                  <a:pt x="437209" y="41228"/>
                </a:cubicBezTo>
                <a:cubicBezTo>
                  <a:pt x="436550" y="40680"/>
                  <a:pt x="435649" y="40406"/>
                  <a:pt x="434506" y="40406"/>
                </a:cubicBezTo>
                <a:cubicBezTo>
                  <a:pt x="433275" y="40406"/>
                  <a:pt x="431780" y="40735"/>
                  <a:pt x="430021" y="41393"/>
                </a:cubicBezTo>
                <a:lnTo>
                  <a:pt x="429098" y="39023"/>
                </a:lnTo>
                <a:lnTo>
                  <a:pt x="447299" y="31654"/>
                </a:lnTo>
                <a:lnTo>
                  <a:pt x="450200" y="31654"/>
                </a:lnTo>
                <a:close/>
                <a:moveTo>
                  <a:pt x="518212" y="70825"/>
                </a:moveTo>
                <a:cubicBezTo>
                  <a:pt x="516585" y="78782"/>
                  <a:pt x="513398" y="84904"/>
                  <a:pt x="508650" y="89190"/>
                </a:cubicBezTo>
                <a:cubicBezTo>
                  <a:pt x="503902" y="93477"/>
                  <a:pt x="498648" y="95620"/>
                  <a:pt x="492889" y="95620"/>
                </a:cubicBezTo>
                <a:cubicBezTo>
                  <a:pt x="486031" y="95620"/>
                  <a:pt x="480052" y="92744"/>
                  <a:pt x="474952" y="86992"/>
                </a:cubicBezTo>
                <a:cubicBezTo>
                  <a:pt x="469852" y="81238"/>
                  <a:pt x="467302" y="73464"/>
                  <a:pt x="467302" y="63670"/>
                </a:cubicBezTo>
                <a:cubicBezTo>
                  <a:pt x="467302" y="54183"/>
                  <a:pt x="470127" y="46476"/>
                  <a:pt x="475776" y="40548"/>
                </a:cubicBezTo>
                <a:cubicBezTo>
                  <a:pt x="481425" y="34618"/>
                  <a:pt x="488207" y="31654"/>
                  <a:pt x="496120" y="31654"/>
                </a:cubicBezTo>
                <a:cubicBezTo>
                  <a:pt x="502055" y="31654"/>
                  <a:pt x="506935" y="33220"/>
                  <a:pt x="510760" y="36354"/>
                </a:cubicBezTo>
                <a:cubicBezTo>
                  <a:pt x="514585" y="39487"/>
                  <a:pt x="516497" y="42740"/>
                  <a:pt x="516497" y="46114"/>
                </a:cubicBezTo>
                <a:cubicBezTo>
                  <a:pt x="516497" y="47779"/>
                  <a:pt x="515959" y="49127"/>
                  <a:pt x="514881" y="50157"/>
                </a:cubicBezTo>
                <a:cubicBezTo>
                  <a:pt x="513804" y="51186"/>
                  <a:pt x="512299" y="51701"/>
                  <a:pt x="510364" y="51701"/>
                </a:cubicBezTo>
                <a:cubicBezTo>
                  <a:pt x="507770" y="51701"/>
                  <a:pt x="505814" y="50865"/>
                  <a:pt x="504495" y="49195"/>
                </a:cubicBezTo>
                <a:cubicBezTo>
                  <a:pt x="503748" y="48272"/>
                  <a:pt x="503253" y="46513"/>
                  <a:pt x="503011" y="43919"/>
                </a:cubicBezTo>
                <a:cubicBezTo>
                  <a:pt x="502770" y="41325"/>
                  <a:pt x="501879" y="39347"/>
                  <a:pt x="500341" y="37984"/>
                </a:cubicBezTo>
                <a:cubicBezTo>
                  <a:pt x="498802" y="36665"/>
                  <a:pt x="496670" y="36006"/>
                  <a:pt x="493944" y="36006"/>
                </a:cubicBezTo>
                <a:cubicBezTo>
                  <a:pt x="489548" y="36006"/>
                  <a:pt x="486009" y="37633"/>
                  <a:pt x="483327" y="40886"/>
                </a:cubicBezTo>
                <a:cubicBezTo>
                  <a:pt x="479766" y="45194"/>
                  <a:pt x="477985" y="50887"/>
                  <a:pt x="477985" y="57966"/>
                </a:cubicBezTo>
                <a:cubicBezTo>
                  <a:pt x="477985" y="65176"/>
                  <a:pt x="479755" y="71539"/>
                  <a:pt x="483294" y="77057"/>
                </a:cubicBezTo>
                <a:cubicBezTo>
                  <a:pt x="486833" y="82574"/>
                  <a:pt x="491614" y="85333"/>
                  <a:pt x="497637" y="85333"/>
                </a:cubicBezTo>
                <a:cubicBezTo>
                  <a:pt x="501945" y="85333"/>
                  <a:pt x="505814" y="83860"/>
                  <a:pt x="509243" y="80914"/>
                </a:cubicBezTo>
                <a:cubicBezTo>
                  <a:pt x="511661" y="78892"/>
                  <a:pt x="514013" y="75221"/>
                  <a:pt x="516299" y="69902"/>
                </a:cubicBezTo>
                <a:lnTo>
                  <a:pt x="518212" y="70825"/>
                </a:lnTo>
                <a:close/>
                <a:moveTo>
                  <a:pt x="561097" y="85069"/>
                </a:moveTo>
                <a:cubicBezTo>
                  <a:pt x="554898" y="89861"/>
                  <a:pt x="551007" y="92631"/>
                  <a:pt x="549425" y="93378"/>
                </a:cubicBezTo>
                <a:cubicBezTo>
                  <a:pt x="547051" y="94521"/>
                  <a:pt x="544523" y="95092"/>
                  <a:pt x="541841" y="95092"/>
                </a:cubicBezTo>
                <a:cubicBezTo>
                  <a:pt x="537664" y="95092"/>
                  <a:pt x="534224" y="93664"/>
                  <a:pt x="531521" y="90806"/>
                </a:cubicBezTo>
                <a:cubicBezTo>
                  <a:pt x="528817" y="87948"/>
                  <a:pt x="527465" y="84190"/>
                  <a:pt x="527465" y="79530"/>
                </a:cubicBezTo>
                <a:cubicBezTo>
                  <a:pt x="527465" y="76584"/>
                  <a:pt x="528124" y="74034"/>
                  <a:pt x="529443" y="71880"/>
                </a:cubicBezTo>
                <a:cubicBezTo>
                  <a:pt x="531246" y="68890"/>
                  <a:pt x="534378" y="66077"/>
                  <a:pt x="538840" y="63439"/>
                </a:cubicBezTo>
                <a:cubicBezTo>
                  <a:pt x="543303" y="60801"/>
                  <a:pt x="550722" y="57592"/>
                  <a:pt x="561097" y="53811"/>
                </a:cubicBezTo>
                <a:lnTo>
                  <a:pt x="561097" y="51437"/>
                </a:lnTo>
                <a:cubicBezTo>
                  <a:pt x="561097" y="45414"/>
                  <a:pt x="560141" y="41281"/>
                  <a:pt x="558228" y="39039"/>
                </a:cubicBezTo>
                <a:cubicBezTo>
                  <a:pt x="556316" y="36797"/>
                  <a:pt x="553535" y="35676"/>
                  <a:pt x="549886" y="35676"/>
                </a:cubicBezTo>
                <a:cubicBezTo>
                  <a:pt x="547117" y="35676"/>
                  <a:pt x="544918" y="36421"/>
                  <a:pt x="543292" y="37910"/>
                </a:cubicBezTo>
                <a:cubicBezTo>
                  <a:pt x="541621" y="39399"/>
                  <a:pt x="540786" y="41108"/>
                  <a:pt x="540786" y="43035"/>
                </a:cubicBezTo>
                <a:lnTo>
                  <a:pt x="540918" y="46846"/>
                </a:lnTo>
                <a:cubicBezTo>
                  <a:pt x="540918" y="48860"/>
                  <a:pt x="540401" y="50414"/>
                  <a:pt x="539368" y="51509"/>
                </a:cubicBezTo>
                <a:cubicBezTo>
                  <a:pt x="538335" y="52604"/>
                  <a:pt x="536983" y="53152"/>
                  <a:pt x="535312" y="53152"/>
                </a:cubicBezTo>
                <a:cubicBezTo>
                  <a:pt x="533686" y="53152"/>
                  <a:pt x="532356" y="52582"/>
                  <a:pt x="531323" y="51443"/>
                </a:cubicBezTo>
                <a:cubicBezTo>
                  <a:pt x="530290" y="50303"/>
                  <a:pt x="529773" y="48746"/>
                  <a:pt x="529773" y="46773"/>
                </a:cubicBezTo>
                <a:cubicBezTo>
                  <a:pt x="529773" y="43005"/>
                  <a:pt x="531707" y="39543"/>
                  <a:pt x="535576" y="36387"/>
                </a:cubicBezTo>
                <a:cubicBezTo>
                  <a:pt x="539445" y="33231"/>
                  <a:pt x="544874" y="31654"/>
                  <a:pt x="551865" y="31654"/>
                </a:cubicBezTo>
                <a:cubicBezTo>
                  <a:pt x="557228" y="31654"/>
                  <a:pt x="561624" y="32553"/>
                  <a:pt x="565054" y="34353"/>
                </a:cubicBezTo>
                <a:cubicBezTo>
                  <a:pt x="567647" y="35715"/>
                  <a:pt x="569560" y="37845"/>
                  <a:pt x="570791" y="40744"/>
                </a:cubicBezTo>
                <a:cubicBezTo>
                  <a:pt x="571582" y="42631"/>
                  <a:pt x="571978" y="46495"/>
                  <a:pt x="571978" y="52335"/>
                </a:cubicBezTo>
                <a:lnTo>
                  <a:pt x="571978" y="72820"/>
                </a:lnTo>
                <a:cubicBezTo>
                  <a:pt x="571978" y="78572"/>
                  <a:pt x="572088" y="82096"/>
                  <a:pt x="572308" y="83391"/>
                </a:cubicBezTo>
                <a:cubicBezTo>
                  <a:pt x="572527" y="84687"/>
                  <a:pt x="572890" y="85555"/>
                  <a:pt x="573396" y="85994"/>
                </a:cubicBezTo>
                <a:cubicBezTo>
                  <a:pt x="573901" y="86432"/>
                  <a:pt x="574484" y="86652"/>
                  <a:pt x="575143" y="86652"/>
                </a:cubicBezTo>
                <a:cubicBezTo>
                  <a:pt x="575847" y="86652"/>
                  <a:pt x="576462" y="86498"/>
                  <a:pt x="576990" y="86190"/>
                </a:cubicBezTo>
                <a:cubicBezTo>
                  <a:pt x="577913" y="85618"/>
                  <a:pt x="579693" y="84014"/>
                  <a:pt x="582331" y="81376"/>
                </a:cubicBezTo>
                <a:lnTo>
                  <a:pt x="582331" y="85069"/>
                </a:lnTo>
                <a:cubicBezTo>
                  <a:pt x="577407" y="91663"/>
                  <a:pt x="572703" y="94961"/>
                  <a:pt x="568219" y="94961"/>
                </a:cubicBezTo>
                <a:cubicBezTo>
                  <a:pt x="566065" y="94961"/>
                  <a:pt x="564350" y="94213"/>
                  <a:pt x="563075" y="92718"/>
                </a:cubicBezTo>
                <a:cubicBezTo>
                  <a:pt x="561800" y="91224"/>
                  <a:pt x="561141" y="88674"/>
                  <a:pt x="561097" y="85069"/>
                </a:cubicBezTo>
                <a:moveTo>
                  <a:pt x="561097" y="80745"/>
                </a:moveTo>
                <a:lnTo>
                  <a:pt x="561097" y="57834"/>
                </a:lnTo>
                <a:cubicBezTo>
                  <a:pt x="554458" y="60459"/>
                  <a:pt x="550172" y="62319"/>
                  <a:pt x="548238" y="63414"/>
                </a:cubicBezTo>
                <a:cubicBezTo>
                  <a:pt x="544765" y="65340"/>
                  <a:pt x="542281" y="67354"/>
                  <a:pt x="540786" y="69454"/>
                </a:cubicBezTo>
                <a:cubicBezTo>
                  <a:pt x="539291" y="71555"/>
                  <a:pt x="538544" y="73853"/>
                  <a:pt x="538544" y="76348"/>
                </a:cubicBezTo>
                <a:cubicBezTo>
                  <a:pt x="538544" y="79499"/>
                  <a:pt x="539489" y="82114"/>
                  <a:pt x="541379" y="84193"/>
                </a:cubicBezTo>
                <a:cubicBezTo>
                  <a:pt x="543270" y="86272"/>
                  <a:pt x="545446" y="87311"/>
                  <a:pt x="547908" y="87311"/>
                </a:cubicBezTo>
                <a:cubicBezTo>
                  <a:pt x="551249" y="87311"/>
                  <a:pt x="555645" y="85122"/>
                  <a:pt x="561097" y="80745"/>
                </a:cubicBezTo>
                <a:close/>
                <a:moveTo>
                  <a:pt x="607608" y="0"/>
                </a:moveTo>
                <a:lnTo>
                  <a:pt x="607608" y="80065"/>
                </a:lnTo>
                <a:cubicBezTo>
                  <a:pt x="607608" y="83843"/>
                  <a:pt x="607883" y="86348"/>
                  <a:pt x="608433" y="87579"/>
                </a:cubicBezTo>
                <a:cubicBezTo>
                  <a:pt x="608982" y="88808"/>
                  <a:pt x="609828" y="89742"/>
                  <a:pt x="610971" y="90379"/>
                </a:cubicBezTo>
                <a:cubicBezTo>
                  <a:pt x="612114" y="91016"/>
                  <a:pt x="614247" y="91334"/>
                  <a:pt x="617368" y="91334"/>
                </a:cubicBezTo>
                <a:lnTo>
                  <a:pt x="617368" y="93774"/>
                </a:lnTo>
                <a:lnTo>
                  <a:pt x="587759" y="93774"/>
                </a:lnTo>
                <a:lnTo>
                  <a:pt x="587759" y="91334"/>
                </a:lnTo>
                <a:cubicBezTo>
                  <a:pt x="590528" y="91334"/>
                  <a:pt x="592419" y="91049"/>
                  <a:pt x="593430" y="90478"/>
                </a:cubicBezTo>
                <a:cubicBezTo>
                  <a:pt x="594441" y="89907"/>
                  <a:pt x="595233" y="88962"/>
                  <a:pt x="595804" y="87645"/>
                </a:cubicBezTo>
                <a:cubicBezTo>
                  <a:pt x="596376" y="86326"/>
                  <a:pt x="596661" y="83799"/>
                  <a:pt x="596661" y="80065"/>
                </a:cubicBezTo>
                <a:lnTo>
                  <a:pt x="596661" y="25238"/>
                </a:lnTo>
                <a:cubicBezTo>
                  <a:pt x="596661" y="18430"/>
                  <a:pt x="596507" y="14245"/>
                  <a:pt x="596200" y="12686"/>
                </a:cubicBezTo>
                <a:cubicBezTo>
                  <a:pt x="595892" y="11125"/>
                  <a:pt x="595397" y="10060"/>
                  <a:pt x="594716" y="9490"/>
                </a:cubicBezTo>
                <a:cubicBezTo>
                  <a:pt x="594035" y="8918"/>
                  <a:pt x="593166" y="8633"/>
                  <a:pt x="592111" y="8633"/>
                </a:cubicBezTo>
                <a:cubicBezTo>
                  <a:pt x="590968" y="8633"/>
                  <a:pt x="589517" y="8984"/>
                  <a:pt x="587759" y="9688"/>
                </a:cubicBezTo>
                <a:lnTo>
                  <a:pt x="586638" y="7380"/>
                </a:lnTo>
                <a:lnTo>
                  <a:pt x="604641" y="0"/>
                </a:lnTo>
                <a:lnTo>
                  <a:pt x="6076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E6FDAEFB-1344-4C96-9FB8-EE117025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172" y="6080591"/>
            <a:ext cx="506921" cy="122921"/>
          </a:xfrm>
          <a:custGeom xmlns:a="http://schemas.openxmlformats.org/drawingml/2006/main">
            <a:pathLst>
              <a:path w="506921" h="122921">
                <a:moveTo>
                  <a:pt x="53481" y="2374"/>
                </a:moveTo>
                <a:lnTo>
                  <a:pt x="53481" y="33236"/>
                </a:lnTo>
                <a:lnTo>
                  <a:pt x="51041" y="33236"/>
                </a:lnTo>
                <a:cubicBezTo>
                  <a:pt x="50250" y="27301"/>
                  <a:pt x="48832" y="22575"/>
                  <a:pt x="46788" y="19058"/>
                </a:cubicBezTo>
                <a:cubicBezTo>
                  <a:pt x="44744" y="15541"/>
                  <a:pt x="41831" y="12749"/>
                  <a:pt x="38050" y="10683"/>
                </a:cubicBezTo>
                <a:cubicBezTo>
                  <a:pt x="34269" y="8617"/>
                  <a:pt x="30357" y="7584"/>
                  <a:pt x="26312" y="7584"/>
                </a:cubicBezTo>
                <a:cubicBezTo>
                  <a:pt x="21740" y="7584"/>
                  <a:pt x="17959" y="8979"/>
                  <a:pt x="14969" y="11769"/>
                </a:cubicBezTo>
                <a:cubicBezTo>
                  <a:pt x="11980" y="14558"/>
                  <a:pt x="10485" y="17732"/>
                  <a:pt x="10485" y="21290"/>
                </a:cubicBezTo>
                <a:cubicBezTo>
                  <a:pt x="10485" y="24014"/>
                  <a:pt x="11430" y="26496"/>
                  <a:pt x="13321" y="28735"/>
                </a:cubicBezTo>
                <a:cubicBezTo>
                  <a:pt x="16047" y="32031"/>
                  <a:pt x="22531" y="36425"/>
                  <a:pt x="32775" y="41916"/>
                </a:cubicBezTo>
                <a:cubicBezTo>
                  <a:pt x="41128" y="46396"/>
                  <a:pt x="46832" y="49834"/>
                  <a:pt x="49887" y="52228"/>
                </a:cubicBezTo>
                <a:cubicBezTo>
                  <a:pt x="52943" y="54622"/>
                  <a:pt x="55295" y="57444"/>
                  <a:pt x="56943" y="60696"/>
                </a:cubicBezTo>
                <a:cubicBezTo>
                  <a:pt x="58592" y="63947"/>
                  <a:pt x="59416" y="67351"/>
                  <a:pt x="59416" y="70909"/>
                </a:cubicBezTo>
                <a:cubicBezTo>
                  <a:pt x="59416" y="77674"/>
                  <a:pt x="56790" y="83506"/>
                  <a:pt x="51536" y="88405"/>
                </a:cubicBezTo>
                <a:cubicBezTo>
                  <a:pt x="46282" y="93303"/>
                  <a:pt x="39523" y="95752"/>
                  <a:pt x="31258" y="95752"/>
                </a:cubicBezTo>
                <a:cubicBezTo>
                  <a:pt x="28664" y="95752"/>
                  <a:pt x="26224" y="95557"/>
                  <a:pt x="23938" y="95167"/>
                </a:cubicBezTo>
                <a:cubicBezTo>
                  <a:pt x="22575" y="94950"/>
                  <a:pt x="19750" y="94158"/>
                  <a:pt x="15464" y="92791"/>
                </a:cubicBezTo>
                <a:cubicBezTo>
                  <a:pt x="11178" y="91424"/>
                  <a:pt x="8463" y="90740"/>
                  <a:pt x="7320" y="90740"/>
                </a:cubicBezTo>
                <a:cubicBezTo>
                  <a:pt x="6221" y="90740"/>
                  <a:pt x="5353" y="91066"/>
                  <a:pt x="4715" y="91717"/>
                </a:cubicBezTo>
                <a:cubicBezTo>
                  <a:pt x="4078" y="92368"/>
                  <a:pt x="3605" y="93713"/>
                  <a:pt x="3297" y="95752"/>
                </a:cubicBezTo>
                <a:lnTo>
                  <a:pt x="857" y="95752"/>
                </a:lnTo>
                <a:lnTo>
                  <a:pt x="857" y="65154"/>
                </a:lnTo>
                <a:lnTo>
                  <a:pt x="3297" y="65154"/>
                </a:lnTo>
                <a:cubicBezTo>
                  <a:pt x="4440" y="71572"/>
                  <a:pt x="5979" y="76375"/>
                  <a:pt x="7913" y="79562"/>
                </a:cubicBezTo>
                <a:cubicBezTo>
                  <a:pt x="9848" y="82750"/>
                  <a:pt x="12804" y="85399"/>
                  <a:pt x="16783" y="87509"/>
                </a:cubicBezTo>
                <a:cubicBezTo>
                  <a:pt x="20762" y="89619"/>
                  <a:pt x="25125" y="90674"/>
                  <a:pt x="29873" y="90674"/>
                </a:cubicBezTo>
                <a:cubicBezTo>
                  <a:pt x="35368" y="90674"/>
                  <a:pt x="39710" y="89225"/>
                  <a:pt x="42897" y="86326"/>
                </a:cubicBezTo>
                <a:cubicBezTo>
                  <a:pt x="46084" y="83426"/>
                  <a:pt x="47678" y="79999"/>
                  <a:pt x="47678" y="76045"/>
                </a:cubicBezTo>
                <a:cubicBezTo>
                  <a:pt x="47678" y="73848"/>
                  <a:pt x="47074" y="71630"/>
                  <a:pt x="45865" y="69390"/>
                </a:cubicBezTo>
                <a:cubicBezTo>
                  <a:pt x="44656" y="67150"/>
                  <a:pt x="42776" y="65063"/>
                  <a:pt x="40226" y="63130"/>
                </a:cubicBezTo>
                <a:cubicBezTo>
                  <a:pt x="38512" y="61812"/>
                  <a:pt x="33830" y="59012"/>
                  <a:pt x="26180" y="54728"/>
                </a:cubicBezTo>
                <a:cubicBezTo>
                  <a:pt x="18531" y="50444"/>
                  <a:pt x="13090" y="47029"/>
                  <a:pt x="9859" y="44482"/>
                </a:cubicBezTo>
                <a:cubicBezTo>
                  <a:pt x="6627" y="41933"/>
                  <a:pt x="4177" y="39122"/>
                  <a:pt x="2506" y="36047"/>
                </a:cubicBezTo>
                <a:cubicBezTo>
                  <a:pt x="835" y="32971"/>
                  <a:pt x="0" y="29588"/>
                  <a:pt x="0" y="25898"/>
                </a:cubicBezTo>
                <a:cubicBezTo>
                  <a:pt x="0" y="19485"/>
                  <a:pt x="2462" y="13961"/>
                  <a:pt x="7386" y="9327"/>
                </a:cubicBezTo>
                <a:cubicBezTo>
                  <a:pt x="12310" y="4692"/>
                  <a:pt x="18574" y="2374"/>
                  <a:pt x="26180" y="2374"/>
                </a:cubicBezTo>
                <a:cubicBezTo>
                  <a:pt x="30928" y="2374"/>
                  <a:pt x="35962" y="3539"/>
                  <a:pt x="41281" y="5869"/>
                </a:cubicBezTo>
                <a:cubicBezTo>
                  <a:pt x="43743" y="6968"/>
                  <a:pt x="45480" y="7518"/>
                  <a:pt x="46491" y="7518"/>
                </a:cubicBezTo>
                <a:cubicBezTo>
                  <a:pt x="47634" y="7518"/>
                  <a:pt x="48568" y="7177"/>
                  <a:pt x="49294" y="6496"/>
                </a:cubicBezTo>
                <a:cubicBezTo>
                  <a:pt x="50019" y="5814"/>
                  <a:pt x="50602" y="4440"/>
                  <a:pt x="51041" y="2374"/>
                </a:cubicBezTo>
                <a:lnTo>
                  <a:pt x="53481" y="2374"/>
                </a:lnTo>
                <a:close/>
                <a:moveTo>
                  <a:pt x="105095" y="85069"/>
                </a:moveTo>
                <a:cubicBezTo>
                  <a:pt x="98896" y="89861"/>
                  <a:pt x="95006" y="92631"/>
                  <a:pt x="93423" y="93378"/>
                </a:cubicBezTo>
                <a:cubicBezTo>
                  <a:pt x="91049" y="94521"/>
                  <a:pt x="88521" y="95092"/>
                  <a:pt x="85839" y="95092"/>
                </a:cubicBezTo>
                <a:cubicBezTo>
                  <a:pt x="81663" y="95092"/>
                  <a:pt x="78223" y="93664"/>
                  <a:pt x="75519" y="90806"/>
                </a:cubicBezTo>
                <a:cubicBezTo>
                  <a:pt x="72815" y="87948"/>
                  <a:pt x="71463" y="84190"/>
                  <a:pt x="71463" y="79530"/>
                </a:cubicBezTo>
                <a:cubicBezTo>
                  <a:pt x="71463" y="76584"/>
                  <a:pt x="72123" y="74034"/>
                  <a:pt x="73442" y="71880"/>
                </a:cubicBezTo>
                <a:cubicBezTo>
                  <a:pt x="75244" y="68890"/>
                  <a:pt x="78377" y="66077"/>
                  <a:pt x="82839" y="63439"/>
                </a:cubicBezTo>
                <a:cubicBezTo>
                  <a:pt x="87301" y="60801"/>
                  <a:pt x="94720" y="57592"/>
                  <a:pt x="105095" y="53811"/>
                </a:cubicBezTo>
                <a:lnTo>
                  <a:pt x="105095" y="51437"/>
                </a:lnTo>
                <a:cubicBezTo>
                  <a:pt x="105095" y="45414"/>
                  <a:pt x="104139" y="41281"/>
                  <a:pt x="102227" y="39039"/>
                </a:cubicBezTo>
                <a:cubicBezTo>
                  <a:pt x="100314" y="36797"/>
                  <a:pt x="97534" y="35676"/>
                  <a:pt x="93885" y="35676"/>
                </a:cubicBezTo>
                <a:cubicBezTo>
                  <a:pt x="91115" y="35676"/>
                  <a:pt x="88917" y="36421"/>
                  <a:pt x="87290" y="37910"/>
                </a:cubicBezTo>
                <a:cubicBezTo>
                  <a:pt x="85619" y="39399"/>
                  <a:pt x="84784" y="41108"/>
                  <a:pt x="84784" y="43035"/>
                </a:cubicBezTo>
                <a:lnTo>
                  <a:pt x="84916" y="46846"/>
                </a:lnTo>
                <a:cubicBezTo>
                  <a:pt x="84916" y="48860"/>
                  <a:pt x="84400" y="50414"/>
                  <a:pt x="83366" y="51509"/>
                </a:cubicBezTo>
                <a:cubicBezTo>
                  <a:pt x="82333" y="52604"/>
                  <a:pt x="80981" y="53152"/>
                  <a:pt x="79311" y="53152"/>
                </a:cubicBezTo>
                <a:cubicBezTo>
                  <a:pt x="77684" y="53152"/>
                  <a:pt x="76354" y="52582"/>
                  <a:pt x="75321" y="51443"/>
                </a:cubicBezTo>
                <a:cubicBezTo>
                  <a:pt x="74288" y="50303"/>
                  <a:pt x="73771" y="48746"/>
                  <a:pt x="73771" y="46773"/>
                </a:cubicBezTo>
                <a:cubicBezTo>
                  <a:pt x="73771" y="43005"/>
                  <a:pt x="75706" y="39543"/>
                  <a:pt x="79575" y="36387"/>
                </a:cubicBezTo>
                <a:cubicBezTo>
                  <a:pt x="83443" y="33231"/>
                  <a:pt x="88873" y="31654"/>
                  <a:pt x="95863" y="31654"/>
                </a:cubicBezTo>
                <a:cubicBezTo>
                  <a:pt x="101226" y="31654"/>
                  <a:pt x="105623" y="32553"/>
                  <a:pt x="109052" y="34353"/>
                </a:cubicBezTo>
                <a:cubicBezTo>
                  <a:pt x="111646" y="35715"/>
                  <a:pt x="113558" y="37845"/>
                  <a:pt x="114789" y="40744"/>
                </a:cubicBezTo>
                <a:cubicBezTo>
                  <a:pt x="115580" y="42631"/>
                  <a:pt x="115976" y="46495"/>
                  <a:pt x="115976" y="52335"/>
                </a:cubicBezTo>
                <a:lnTo>
                  <a:pt x="115976" y="72820"/>
                </a:lnTo>
                <a:cubicBezTo>
                  <a:pt x="115976" y="78572"/>
                  <a:pt x="116086" y="82096"/>
                  <a:pt x="116306" y="83391"/>
                </a:cubicBezTo>
                <a:cubicBezTo>
                  <a:pt x="116526" y="84687"/>
                  <a:pt x="116888" y="85555"/>
                  <a:pt x="117394" y="85994"/>
                </a:cubicBezTo>
                <a:cubicBezTo>
                  <a:pt x="117900" y="86432"/>
                  <a:pt x="118482" y="86652"/>
                  <a:pt x="119141" y="86652"/>
                </a:cubicBezTo>
                <a:cubicBezTo>
                  <a:pt x="119845" y="86652"/>
                  <a:pt x="120460" y="86498"/>
                  <a:pt x="120988" y="86190"/>
                </a:cubicBezTo>
                <a:cubicBezTo>
                  <a:pt x="121911" y="85618"/>
                  <a:pt x="123692" y="84014"/>
                  <a:pt x="126329" y="81376"/>
                </a:cubicBezTo>
                <a:lnTo>
                  <a:pt x="126329" y="85069"/>
                </a:lnTo>
                <a:cubicBezTo>
                  <a:pt x="121406" y="91663"/>
                  <a:pt x="116702" y="94961"/>
                  <a:pt x="112217" y="94961"/>
                </a:cubicBezTo>
                <a:cubicBezTo>
                  <a:pt x="110063" y="94961"/>
                  <a:pt x="108348" y="94213"/>
                  <a:pt x="107074" y="92718"/>
                </a:cubicBezTo>
                <a:cubicBezTo>
                  <a:pt x="105799" y="91224"/>
                  <a:pt x="105139" y="88674"/>
                  <a:pt x="105095" y="85069"/>
                </a:cubicBezTo>
                <a:moveTo>
                  <a:pt x="105095" y="80745"/>
                </a:moveTo>
                <a:lnTo>
                  <a:pt x="105095" y="57834"/>
                </a:lnTo>
                <a:cubicBezTo>
                  <a:pt x="98457" y="60459"/>
                  <a:pt x="94170" y="62319"/>
                  <a:pt x="92236" y="63414"/>
                </a:cubicBezTo>
                <a:cubicBezTo>
                  <a:pt x="88763" y="65340"/>
                  <a:pt x="86279" y="67354"/>
                  <a:pt x="84784" y="69454"/>
                </a:cubicBezTo>
                <a:cubicBezTo>
                  <a:pt x="83289" y="71555"/>
                  <a:pt x="82542" y="73853"/>
                  <a:pt x="82542" y="76348"/>
                </a:cubicBezTo>
                <a:cubicBezTo>
                  <a:pt x="82542" y="79499"/>
                  <a:pt x="83487" y="82114"/>
                  <a:pt x="85378" y="84193"/>
                </a:cubicBezTo>
                <a:cubicBezTo>
                  <a:pt x="87268" y="86272"/>
                  <a:pt x="89444" y="87311"/>
                  <a:pt x="91906" y="87311"/>
                </a:cubicBezTo>
                <a:cubicBezTo>
                  <a:pt x="95247" y="87311"/>
                  <a:pt x="99644" y="85122"/>
                  <a:pt x="105095" y="80745"/>
                </a:cubicBezTo>
                <a:close/>
                <a:moveTo>
                  <a:pt x="148772" y="44513"/>
                </a:moveTo>
                <a:cubicBezTo>
                  <a:pt x="153168" y="40116"/>
                  <a:pt x="155762" y="37589"/>
                  <a:pt x="156554" y="36929"/>
                </a:cubicBezTo>
                <a:cubicBezTo>
                  <a:pt x="158532" y="35259"/>
                  <a:pt x="160664" y="33962"/>
                  <a:pt x="162950" y="33038"/>
                </a:cubicBezTo>
                <a:cubicBezTo>
                  <a:pt x="165236" y="32115"/>
                  <a:pt x="167500" y="31654"/>
                  <a:pt x="169743" y="31654"/>
                </a:cubicBezTo>
                <a:cubicBezTo>
                  <a:pt x="173523" y="31654"/>
                  <a:pt x="176777" y="32753"/>
                  <a:pt x="179502" y="34951"/>
                </a:cubicBezTo>
                <a:cubicBezTo>
                  <a:pt x="182228" y="37149"/>
                  <a:pt x="184053" y="40336"/>
                  <a:pt x="184976" y="44513"/>
                </a:cubicBezTo>
                <a:cubicBezTo>
                  <a:pt x="189504" y="39237"/>
                  <a:pt x="193329" y="35775"/>
                  <a:pt x="196450" y="34126"/>
                </a:cubicBezTo>
                <a:cubicBezTo>
                  <a:pt x="199572" y="32478"/>
                  <a:pt x="202781" y="31654"/>
                  <a:pt x="206078" y="31654"/>
                </a:cubicBezTo>
                <a:cubicBezTo>
                  <a:pt x="209287" y="31654"/>
                  <a:pt x="212134" y="32476"/>
                  <a:pt x="214618" y="34122"/>
                </a:cubicBezTo>
                <a:cubicBezTo>
                  <a:pt x="217102" y="35767"/>
                  <a:pt x="219069" y="38453"/>
                  <a:pt x="220520" y="42182"/>
                </a:cubicBezTo>
                <a:cubicBezTo>
                  <a:pt x="221487" y="44726"/>
                  <a:pt x="221971" y="48718"/>
                  <a:pt x="221971" y="54157"/>
                </a:cubicBezTo>
                <a:lnTo>
                  <a:pt x="221971" y="80082"/>
                </a:lnTo>
                <a:cubicBezTo>
                  <a:pt x="221971" y="83854"/>
                  <a:pt x="222257" y="86443"/>
                  <a:pt x="222828" y="87847"/>
                </a:cubicBezTo>
                <a:cubicBezTo>
                  <a:pt x="223268" y="88811"/>
                  <a:pt x="224081" y="89633"/>
                  <a:pt x="225268" y="90314"/>
                </a:cubicBezTo>
                <a:cubicBezTo>
                  <a:pt x="226455" y="90994"/>
                  <a:pt x="228389" y="91334"/>
                  <a:pt x="231071" y="91334"/>
                </a:cubicBezTo>
                <a:lnTo>
                  <a:pt x="231071" y="93774"/>
                </a:lnTo>
                <a:lnTo>
                  <a:pt x="201264" y="93774"/>
                </a:lnTo>
                <a:lnTo>
                  <a:pt x="201264" y="91334"/>
                </a:lnTo>
                <a:lnTo>
                  <a:pt x="202517" y="91334"/>
                </a:lnTo>
                <a:cubicBezTo>
                  <a:pt x="205111" y="91334"/>
                  <a:pt x="207133" y="90831"/>
                  <a:pt x="208584" y="89825"/>
                </a:cubicBezTo>
                <a:cubicBezTo>
                  <a:pt x="209595" y="89124"/>
                  <a:pt x="210321" y="88009"/>
                  <a:pt x="210760" y="86478"/>
                </a:cubicBezTo>
                <a:cubicBezTo>
                  <a:pt x="210936" y="85735"/>
                  <a:pt x="211024" y="83614"/>
                  <a:pt x="211024" y="80115"/>
                </a:cubicBezTo>
                <a:lnTo>
                  <a:pt x="211024" y="54264"/>
                </a:lnTo>
                <a:cubicBezTo>
                  <a:pt x="211024" y="49365"/>
                  <a:pt x="210430" y="45910"/>
                  <a:pt x="209243" y="43899"/>
                </a:cubicBezTo>
                <a:cubicBezTo>
                  <a:pt x="207529" y="41099"/>
                  <a:pt x="204781" y="39699"/>
                  <a:pt x="201000" y="39699"/>
                </a:cubicBezTo>
                <a:cubicBezTo>
                  <a:pt x="198670" y="39699"/>
                  <a:pt x="196329" y="40279"/>
                  <a:pt x="193977" y="41438"/>
                </a:cubicBezTo>
                <a:cubicBezTo>
                  <a:pt x="191625" y="42596"/>
                  <a:pt x="188779" y="44750"/>
                  <a:pt x="185437" y="47901"/>
                </a:cubicBezTo>
                <a:lnTo>
                  <a:pt x="185305" y="48622"/>
                </a:lnTo>
                <a:lnTo>
                  <a:pt x="185437" y="51443"/>
                </a:lnTo>
                <a:lnTo>
                  <a:pt x="185437" y="80115"/>
                </a:lnTo>
                <a:cubicBezTo>
                  <a:pt x="185437" y="84227"/>
                  <a:pt x="185668" y="86785"/>
                  <a:pt x="186130" y="87791"/>
                </a:cubicBezTo>
                <a:cubicBezTo>
                  <a:pt x="186591" y="88797"/>
                  <a:pt x="187460" y="89639"/>
                  <a:pt x="188735" y="90318"/>
                </a:cubicBezTo>
                <a:cubicBezTo>
                  <a:pt x="190010" y="90995"/>
                  <a:pt x="192186" y="91334"/>
                  <a:pt x="195263" y="91334"/>
                </a:cubicBezTo>
                <a:lnTo>
                  <a:pt x="195263" y="93774"/>
                </a:lnTo>
                <a:lnTo>
                  <a:pt x="164731" y="93774"/>
                </a:lnTo>
                <a:lnTo>
                  <a:pt x="164731" y="91334"/>
                </a:lnTo>
                <a:cubicBezTo>
                  <a:pt x="168072" y="91334"/>
                  <a:pt x="170369" y="90940"/>
                  <a:pt x="171622" y="90153"/>
                </a:cubicBezTo>
                <a:cubicBezTo>
                  <a:pt x="172875" y="89366"/>
                  <a:pt x="173743" y="88185"/>
                  <a:pt x="174227" y="86610"/>
                </a:cubicBezTo>
                <a:cubicBezTo>
                  <a:pt x="174447" y="85866"/>
                  <a:pt x="174556" y="83701"/>
                  <a:pt x="174556" y="80115"/>
                </a:cubicBezTo>
                <a:lnTo>
                  <a:pt x="174556" y="54264"/>
                </a:lnTo>
                <a:cubicBezTo>
                  <a:pt x="174556" y="49365"/>
                  <a:pt x="173831" y="45844"/>
                  <a:pt x="172380" y="43701"/>
                </a:cubicBezTo>
                <a:cubicBezTo>
                  <a:pt x="170446" y="40901"/>
                  <a:pt x="167742" y="39501"/>
                  <a:pt x="164269" y="39501"/>
                </a:cubicBezTo>
                <a:cubicBezTo>
                  <a:pt x="161895" y="39501"/>
                  <a:pt x="159543" y="40135"/>
                  <a:pt x="157213" y="41403"/>
                </a:cubicBezTo>
                <a:cubicBezTo>
                  <a:pt x="153564" y="43328"/>
                  <a:pt x="150750" y="45493"/>
                  <a:pt x="148772" y="47899"/>
                </a:cubicBezTo>
                <a:lnTo>
                  <a:pt x="148772" y="80115"/>
                </a:lnTo>
                <a:cubicBezTo>
                  <a:pt x="148772" y="84051"/>
                  <a:pt x="149047" y="86610"/>
                  <a:pt x="149596" y="87791"/>
                </a:cubicBezTo>
                <a:cubicBezTo>
                  <a:pt x="150146" y="88971"/>
                  <a:pt x="150959" y="89857"/>
                  <a:pt x="152036" y="90447"/>
                </a:cubicBezTo>
                <a:cubicBezTo>
                  <a:pt x="153113" y="91038"/>
                  <a:pt x="155301" y="91334"/>
                  <a:pt x="158598" y="91334"/>
                </a:cubicBezTo>
                <a:lnTo>
                  <a:pt x="158598" y="93774"/>
                </a:lnTo>
                <a:lnTo>
                  <a:pt x="128725" y="93774"/>
                </a:lnTo>
                <a:lnTo>
                  <a:pt x="128725" y="91334"/>
                </a:lnTo>
                <a:cubicBezTo>
                  <a:pt x="131494" y="91334"/>
                  <a:pt x="133429" y="91038"/>
                  <a:pt x="134528" y="90445"/>
                </a:cubicBezTo>
                <a:cubicBezTo>
                  <a:pt x="135627" y="89853"/>
                  <a:pt x="136462" y="88910"/>
                  <a:pt x="137034" y="87616"/>
                </a:cubicBezTo>
                <a:cubicBezTo>
                  <a:pt x="137605" y="86322"/>
                  <a:pt x="137891" y="83810"/>
                  <a:pt x="137891" y="80082"/>
                </a:cubicBezTo>
                <a:lnTo>
                  <a:pt x="137891" y="57053"/>
                </a:lnTo>
                <a:cubicBezTo>
                  <a:pt x="137891" y="50428"/>
                  <a:pt x="137693" y="46151"/>
                  <a:pt x="137298" y="44222"/>
                </a:cubicBezTo>
                <a:cubicBezTo>
                  <a:pt x="136990" y="42774"/>
                  <a:pt x="136506" y="41776"/>
                  <a:pt x="135847" y="41228"/>
                </a:cubicBezTo>
                <a:cubicBezTo>
                  <a:pt x="135187" y="40680"/>
                  <a:pt x="134286" y="40406"/>
                  <a:pt x="133143" y="40406"/>
                </a:cubicBezTo>
                <a:cubicBezTo>
                  <a:pt x="131912" y="40406"/>
                  <a:pt x="130439" y="40735"/>
                  <a:pt x="128725" y="41393"/>
                </a:cubicBezTo>
                <a:lnTo>
                  <a:pt x="127736" y="39023"/>
                </a:lnTo>
                <a:lnTo>
                  <a:pt x="145936" y="31654"/>
                </a:lnTo>
                <a:lnTo>
                  <a:pt x="148772" y="31654"/>
                </a:lnTo>
                <a:lnTo>
                  <a:pt x="148772" y="44513"/>
                </a:lnTo>
                <a:close/>
                <a:moveTo>
                  <a:pt x="231556" y="39309"/>
                </a:moveTo>
                <a:lnTo>
                  <a:pt x="250152" y="31785"/>
                </a:lnTo>
                <a:lnTo>
                  <a:pt x="252658" y="31785"/>
                </a:lnTo>
                <a:lnTo>
                  <a:pt x="252658" y="45898"/>
                </a:lnTo>
                <a:cubicBezTo>
                  <a:pt x="255779" y="40578"/>
                  <a:pt x="258912" y="36874"/>
                  <a:pt x="262055" y="34786"/>
                </a:cubicBezTo>
                <a:cubicBezTo>
                  <a:pt x="265198" y="32698"/>
                  <a:pt x="268507" y="31654"/>
                  <a:pt x="271980" y="31654"/>
                </a:cubicBezTo>
                <a:cubicBezTo>
                  <a:pt x="278047" y="31654"/>
                  <a:pt x="283102" y="34025"/>
                  <a:pt x="287147" y="38767"/>
                </a:cubicBezTo>
                <a:cubicBezTo>
                  <a:pt x="292115" y="44565"/>
                  <a:pt x="294599" y="52119"/>
                  <a:pt x="294599" y="61430"/>
                </a:cubicBezTo>
                <a:cubicBezTo>
                  <a:pt x="294599" y="71838"/>
                  <a:pt x="291609" y="80446"/>
                  <a:pt x="285630" y="87253"/>
                </a:cubicBezTo>
                <a:cubicBezTo>
                  <a:pt x="280706" y="92831"/>
                  <a:pt x="274508" y="95620"/>
                  <a:pt x="267034" y="95620"/>
                </a:cubicBezTo>
                <a:cubicBezTo>
                  <a:pt x="263781" y="95620"/>
                  <a:pt x="260967" y="95158"/>
                  <a:pt x="258593" y="94235"/>
                </a:cubicBezTo>
                <a:cubicBezTo>
                  <a:pt x="256834" y="93576"/>
                  <a:pt x="254856" y="92257"/>
                  <a:pt x="252658" y="90279"/>
                </a:cubicBezTo>
                <a:lnTo>
                  <a:pt x="252658" y="108677"/>
                </a:lnTo>
                <a:cubicBezTo>
                  <a:pt x="252658" y="112810"/>
                  <a:pt x="252911" y="115436"/>
                  <a:pt x="253416" y="116558"/>
                </a:cubicBezTo>
                <a:cubicBezTo>
                  <a:pt x="253922" y="117679"/>
                  <a:pt x="254801" y="118569"/>
                  <a:pt x="256054" y="119228"/>
                </a:cubicBezTo>
                <a:cubicBezTo>
                  <a:pt x="257307" y="119888"/>
                  <a:pt x="259582" y="120217"/>
                  <a:pt x="262879" y="120217"/>
                </a:cubicBezTo>
                <a:lnTo>
                  <a:pt x="262879" y="122657"/>
                </a:lnTo>
                <a:lnTo>
                  <a:pt x="231226" y="122657"/>
                </a:lnTo>
                <a:lnTo>
                  <a:pt x="231226" y="120217"/>
                </a:lnTo>
                <a:lnTo>
                  <a:pt x="232874" y="120217"/>
                </a:lnTo>
                <a:cubicBezTo>
                  <a:pt x="235292" y="120261"/>
                  <a:pt x="237359" y="119799"/>
                  <a:pt x="239073" y="118831"/>
                </a:cubicBezTo>
                <a:cubicBezTo>
                  <a:pt x="239909" y="118347"/>
                  <a:pt x="240557" y="117566"/>
                  <a:pt x="241019" y="116487"/>
                </a:cubicBezTo>
                <a:cubicBezTo>
                  <a:pt x="241480" y="115410"/>
                  <a:pt x="241711" y="112672"/>
                  <a:pt x="241711" y="108273"/>
                </a:cubicBezTo>
                <a:lnTo>
                  <a:pt x="241711" y="51122"/>
                </a:lnTo>
                <a:cubicBezTo>
                  <a:pt x="241711" y="47206"/>
                  <a:pt x="241535" y="44721"/>
                  <a:pt x="241183" y="43666"/>
                </a:cubicBezTo>
                <a:cubicBezTo>
                  <a:pt x="240832" y="42609"/>
                  <a:pt x="240271" y="41817"/>
                  <a:pt x="239502" y="41290"/>
                </a:cubicBezTo>
                <a:cubicBezTo>
                  <a:pt x="238733" y="40761"/>
                  <a:pt x="237688" y="40496"/>
                  <a:pt x="236369" y="40496"/>
                </a:cubicBezTo>
                <a:cubicBezTo>
                  <a:pt x="235314" y="40496"/>
                  <a:pt x="233974" y="40804"/>
                  <a:pt x="232347" y="41420"/>
                </a:cubicBezTo>
                <a:lnTo>
                  <a:pt x="231556" y="39309"/>
                </a:lnTo>
                <a:moveTo>
                  <a:pt x="252658" y="49908"/>
                </a:moveTo>
                <a:lnTo>
                  <a:pt x="252658" y="72432"/>
                </a:lnTo>
                <a:cubicBezTo>
                  <a:pt x="252658" y="77307"/>
                  <a:pt x="252856" y="80512"/>
                  <a:pt x="253251" y="82048"/>
                </a:cubicBezTo>
                <a:cubicBezTo>
                  <a:pt x="253867" y="84595"/>
                  <a:pt x="255373" y="86834"/>
                  <a:pt x="257769" y="88766"/>
                </a:cubicBezTo>
                <a:cubicBezTo>
                  <a:pt x="260165" y="90698"/>
                  <a:pt x="263187" y="91663"/>
                  <a:pt x="266836" y="91663"/>
                </a:cubicBezTo>
                <a:cubicBezTo>
                  <a:pt x="271232" y="91663"/>
                  <a:pt x="274793" y="89951"/>
                  <a:pt x="277519" y="86526"/>
                </a:cubicBezTo>
                <a:cubicBezTo>
                  <a:pt x="281080" y="82048"/>
                  <a:pt x="282861" y="75748"/>
                  <a:pt x="282861" y="67624"/>
                </a:cubicBezTo>
                <a:cubicBezTo>
                  <a:pt x="282861" y="58404"/>
                  <a:pt x="280838" y="51314"/>
                  <a:pt x="276794" y="46353"/>
                </a:cubicBezTo>
                <a:cubicBezTo>
                  <a:pt x="273980" y="42928"/>
                  <a:pt x="270639" y="41216"/>
                  <a:pt x="266770" y="41216"/>
                </a:cubicBezTo>
                <a:cubicBezTo>
                  <a:pt x="264660" y="41216"/>
                  <a:pt x="262572" y="41742"/>
                  <a:pt x="260505" y="42796"/>
                </a:cubicBezTo>
                <a:cubicBezTo>
                  <a:pt x="258923" y="43586"/>
                  <a:pt x="256307" y="45957"/>
                  <a:pt x="252658" y="49908"/>
                </a:cubicBezTo>
                <a:close/>
                <a:moveTo>
                  <a:pt x="324208" y="0"/>
                </a:moveTo>
                <a:lnTo>
                  <a:pt x="324208" y="80065"/>
                </a:lnTo>
                <a:cubicBezTo>
                  <a:pt x="324208" y="83843"/>
                  <a:pt x="324482" y="86348"/>
                  <a:pt x="325032" y="87579"/>
                </a:cubicBezTo>
                <a:cubicBezTo>
                  <a:pt x="325581" y="88808"/>
                  <a:pt x="326428" y="89742"/>
                  <a:pt x="327571" y="90379"/>
                </a:cubicBezTo>
                <a:cubicBezTo>
                  <a:pt x="328714" y="91016"/>
                  <a:pt x="330846" y="91334"/>
                  <a:pt x="333967" y="91334"/>
                </a:cubicBezTo>
                <a:lnTo>
                  <a:pt x="333967" y="93774"/>
                </a:lnTo>
                <a:lnTo>
                  <a:pt x="304358" y="93774"/>
                </a:lnTo>
                <a:lnTo>
                  <a:pt x="304358" y="91334"/>
                </a:lnTo>
                <a:cubicBezTo>
                  <a:pt x="307128" y="91334"/>
                  <a:pt x="309018" y="91049"/>
                  <a:pt x="310029" y="90478"/>
                </a:cubicBezTo>
                <a:cubicBezTo>
                  <a:pt x="311041" y="89907"/>
                  <a:pt x="311832" y="88962"/>
                  <a:pt x="312403" y="87645"/>
                </a:cubicBezTo>
                <a:cubicBezTo>
                  <a:pt x="312975" y="86326"/>
                  <a:pt x="313261" y="83799"/>
                  <a:pt x="313261" y="80065"/>
                </a:cubicBezTo>
                <a:lnTo>
                  <a:pt x="313261" y="25238"/>
                </a:lnTo>
                <a:cubicBezTo>
                  <a:pt x="313261" y="18430"/>
                  <a:pt x="313107" y="14245"/>
                  <a:pt x="312799" y="12686"/>
                </a:cubicBezTo>
                <a:cubicBezTo>
                  <a:pt x="312491" y="11125"/>
                  <a:pt x="311997" y="10060"/>
                  <a:pt x="311315" y="9490"/>
                </a:cubicBezTo>
                <a:cubicBezTo>
                  <a:pt x="310634" y="8918"/>
                  <a:pt x="309766" y="8633"/>
                  <a:pt x="308710" y="8633"/>
                </a:cubicBezTo>
                <a:cubicBezTo>
                  <a:pt x="307567" y="8633"/>
                  <a:pt x="306117" y="8984"/>
                  <a:pt x="304358" y="9688"/>
                </a:cubicBezTo>
                <a:lnTo>
                  <a:pt x="303237" y="7380"/>
                </a:lnTo>
                <a:lnTo>
                  <a:pt x="321240" y="0"/>
                </a:lnTo>
                <a:lnTo>
                  <a:pt x="324208" y="0"/>
                </a:lnTo>
                <a:close/>
                <a:moveTo>
                  <a:pt x="356346" y="0"/>
                </a:moveTo>
                <a:cubicBezTo>
                  <a:pt x="358192" y="0"/>
                  <a:pt x="359764" y="652"/>
                  <a:pt x="361061" y="1956"/>
                </a:cubicBezTo>
                <a:cubicBezTo>
                  <a:pt x="362358" y="3258"/>
                  <a:pt x="363006" y="4837"/>
                  <a:pt x="363006" y="6693"/>
                </a:cubicBezTo>
                <a:cubicBezTo>
                  <a:pt x="363006" y="8549"/>
                  <a:pt x="362358" y="10140"/>
                  <a:pt x="361061" y="11466"/>
                </a:cubicBezTo>
                <a:cubicBezTo>
                  <a:pt x="359764" y="12791"/>
                  <a:pt x="358192" y="13453"/>
                  <a:pt x="356346" y="13453"/>
                </a:cubicBezTo>
                <a:cubicBezTo>
                  <a:pt x="354499" y="13453"/>
                  <a:pt x="352917" y="12791"/>
                  <a:pt x="351598" y="11466"/>
                </a:cubicBezTo>
                <a:cubicBezTo>
                  <a:pt x="350279" y="10140"/>
                  <a:pt x="349620" y="8549"/>
                  <a:pt x="349620" y="6693"/>
                </a:cubicBezTo>
                <a:cubicBezTo>
                  <a:pt x="349620" y="4837"/>
                  <a:pt x="350268" y="3258"/>
                  <a:pt x="351565" y="1956"/>
                </a:cubicBezTo>
                <a:cubicBezTo>
                  <a:pt x="352862" y="652"/>
                  <a:pt x="354455" y="0"/>
                  <a:pt x="356346" y="0"/>
                </a:cubicBezTo>
                <a:moveTo>
                  <a:pt x="361819" y="31654"/>
                </a:moveTo>
                <a:lnTo>
                  <a:pt x="361819" y="80082"/>
                </a:lnTo>
                <a:cubicBezTo>
                  <a:pt x="361819" y="83854"/>
                  <a:pt x="362094" y="86366"/>
                  <a:pt x="362644" y="87616"/>
                </a:cubicBezTo>
                <a:cubicBezTo>
                  <a:pt x="363193" y="88866"/>
                  <a:pt x="364006" y="89798"/>
                  <a:pt x="365084" y="90412"/>
                </a:cubicBezTo>
                <a:cubicBezTo>
                  <a:pt x="366161" y="91027"/>
                  <a:pt x="368128" y="91334"/>
                  <a:pt x="370986" y="91334"/>
                </a:cubicBezTo>
                <a:lnTo>
                  <a:pt x="370986" y="93774"/>
                </a:lnTo>
                <a:lnTo>
                  <a:pt x="341640" y="93774"/>
                </a:lnTo>
                <a:lnTo>
                  <a:pt x="341640" y="91334"/>
                </a:lnTo>
                <a:cubicBezTo>
                  <a:pt x="344586" y="91334"/>
                  <a:pt x="346564" y="91049"/>
                  <a:pt x="347575" y="90478"/>
                </a:cubicBezTo>
                <a:cubicBezTo>
                  <a:pt x="348586" y="89908"/>
                  <a:pt x="349389" y="88965"/>
                  <a:pt x="349982" y="87649"/>
                </a:cubicBezTo>
                <a:cubicBezTo>
                  <a:pt x="350576" y="86333"/>
                  <a:pt x="350872" y="83810"/>
                  <a:pt x="350872" y="80082"/>
                </a:cubicBezTo>
                <a:lnTo>
                  <a:pt x="350872" y="56855"/>
                </a:lnTo>
                <a:cubicBezTo>
                  <a:pt x="350872" y="50318"/>
                  <a:pt x="350675" y="46085"/>
                  <a:pt x="350279" y="44156"/>
                </a:cubicBezTo>
                <a:cubicBezTo>
                  <a:pt x="349971" y="42752"/>
                  <a:pt x="349488" y="41776"/>
                  <a:pt x="348828" y="41228"/>
                </a:cubicBezTo>
                <a:cubicBezTo>
                  <a:pt x="348169" y="40680"/>
                  <a:pt x="347267" y="40406"/>
                  <a:pt x="346124" y="40406"/>
                </a:cubicBezTo>
                <a:cubicBezTo>
                  <a:pt x="344893" y="40406"/>
                  <a:pt x="343399" y="40735"/>
                  <a:pt x="341640" y="41393"/>
                </a:cubicBezTo>
                <a:lnTo>
                  <a:pt x="340717" y="39023"/>
                </a:lnTo>
                <a:lnTo>
                  <a:pt x="358918" y="31654"/>
                </a:lnTo>
                <a:lnTo>
                  <a:pt x="361819" y="31654"/>
                </a:lnTo>
                <a:close/>
                <a:moveTo>
                  <a:pt x="396133" y="44447"/>
                </a:moveTo>
                <a:cubicBezTo>
                  <a:pt x="403211" y="35918"/>
                  <a:pt x="409959" y="31654"/>
                  <a:pt x="416378" y="31654"/>
                </a:cubicBezTo>
                <a:cubicBezTo>
                  <a:pt x="419675" y="31654"/>
                  <a:pt x="422511" y="32476"/>
                  <a:pt x="424885" y="34122"/>
                </a:cubicBezTo>
                <a:cubicBezTo>
                  <a:pt x="427259" y="35767"/>
                  <a:pt x="429149" y="38475"/>
                  <a:pt x="430556" y="42248"/>
                </a:cubicBezTo>
                <a:cubicBezTo>
                  <a:pt x="431523" y="44879"/>
                  <a:pt x="432007" y="48915"/>
                  <a:pt x="432007" y="54355"/>
                </a:cubicBezTo>
                <a:lnTo>
                  <a:pt x="432007" y="80082"/>
                </a:lnTo>
                <a:cubicBezTo>
                  <a:pt x="432007" y="83898"/>
                  <a:pt x="432315" y="86487"/>
                  <a:pt x="432930" y="87847"/>
                </a:cubicBezTo>
                <a:cubicBezTo>
                  <a:pt x="433414" y="88943"/>
                  <a:pt x="434194" y="89798"/>
                  <a:pt x="435271" y="90412"/>
                </a:cubicBezTo>
                <a:cubicBezTo>
                  <a:pt x="436348" y="91027"/>
                  <a:pt x="438338" y="91334"/>
                  <a:pt x="441239" y="91334"/>
                </a:cubicBezTo>
                <a:lnTo>
                  <a:pt x="441239" y="93774"/>
                </a:lnTo>
                <a:lnTo>
                  <a:pt x="411366" y="93774"/>
                </a:lnTo>
                <a:lnTo>
                  <a:pt x="411366" y="91334"/>
                </a:lnTo>
                <a:lnTo>
                  <a:pt x="412619" y="91334"/>
                </a:lnTo>
                <a:cubicBezTo>
                  <a:pt x="415433" y="91334"/>
                  <a:pt x="417400" y="90907"/>
                  <a:pt x="418521" y="90054"/>
                </a:cubicBezTo>
                <a:cubicBezTo>
                  <a:pt x="419642" y="89201"/>
                  <a:pt x="420423" y="87944"/>
                  <a:pt x="420862" y="86283"/>
                </a:cubicBezTo>
                <a:cubicBezTo>
                  <a:pt x="421038" y="85626"/>
                  <a:pt x="421126" y="83570"/>
                  <a:pt x="421126" y="80115"/>
                </a:cubicBezTo>
                <a:lnTo>
                  <a:pt x="421126" y="55511"/>
                </a:lnTo>
                <a:cubicBezTo>
                  <a:pt x="421126" y="50045"/>
                  <a:pt x="420412" y="46076"/>
                  <a:pt x="418983" y="43604"/>
                </a:cubicBezTo>
                <a:cubicBezTo>
                  <a:pt x="417554" y="41132"/>
                  <a:pt x="415147" y="39897"/>
                  <a:pt x="411762" y="39897"/>
                </a:cubicBezTo>
                <a:cubicBezTo>
                  <a:pt x="406530" y="39897"/>
                  <a:pt x="401321" y="42740"/>
                  <a:pt x="396133" y="48426"/>
                </a:cubicBezTo>
                <a:lnTo>
                  <a:pt x="396133" y="80115"/>
                </a:lnTo>
                <a:cubicBezTo>
                  <a:pt x="396133" y="84183"/>
                  <a:pt x="396375" y="86698"/>
                  <a:pt x="396858" y="87659"/>
                </a:cubicBezTo>
                <a:cubicBezTo>
                  <a:pt x="397474" y="88927"/>
                  <a:pt x="398320" y="89857"/>
                  <a:pt x="399397" y="90447"/>
                </a:cubicBezTo>
                <a:cubicBezTo>
                  <a:pt x="400474" y="91038"/>
                  <a:pt x="402662" y="91334"/>
                  <a:pt x="405959" y="91334"/>
                </a:cubicBezTo>
                <a:lnTo>
                  <a:pt x="405959" y="93774"/>
                </a:lnTo>
                <a:lnTo>
                  <a:pt x="376086" y="93774"/>
                </a:lnTo>
                <a:lnTo>
                  <a:pt x="376086" y="91334"/>
                </a:lnTo>
                <a:lnTo>
                  <a:pt x="377405" y="91334"/>
                </a:lnTo>
                <a:cubicBezTo>
                  <a:pt x="380482" y="91334"/>
                  <a:pt x="382559" y="90555"/>
                  <a:pt x="383636" y="88999"/>
                </a:cubicBezTo>
                <a:cubicBezTo>
                  <a:pt x="384714" y="87441"/>
                  <a:pt x="385252" y="84468"/>
                  <a:pt x="385252" y="80082"/>
                </a:cubicBezTo>
                <a:lnTo>
                  <a:pt x="385252" y="57710"/>
                </a:lnTo>
                <a:cubicBezTo>
                  <a:pt x="385252" y="50473"/>
                  <a:pt x="385087" y="46065"/>
                  <a:pt x="384757" y="44486"/>
                </a:cubicBezTo>
                <a:cubicBezTo>
                  <a:pt x="384428" y="42906"/>
                  <a:pt x="383922" y="41831"/>
                  <a:pt x="383241" y="41261"/>
                </a:cubicBezTo>
                <a:cubicBezTo>
                  <a:pt x="382559" y="40691"/>
                  <a:pt x="381647" y="40406"/>
                  <a:pt x="380504" y="40406"/>
                </a:cubicBezTo>
                <a:cubicBezTo>
                  <a:pt x="379273" y="40406"/>
                  <a:pt x="377800" y="40735"/>
                  <a:pt x="376086" y="41393"/>
                </a:cubicBezTo>
                <a:lnTo>
                  <a:pt x="375097" y="39023"/>
                </a:lnTo>
                <a:lnTo>
                  <a:pt x="393297" y="31654"/>
                </a:lnTo>
                <a:lnTo>
                  <a:pt x="396133" y="31654"/>
                </a:lnTo>
                <a:lnTo>
                  <a:pt x="396133" y="44447"/>
                </a:lnTo>
                <a:close/>
                <a:moveTo>
                  <a:pt x="462210" y="71762"/>
                </a:moveTo>
                <a:cubicBezTo>
                  <a:pt x="458517" y="69963"/>
                  <a:pt x="455682" y="67449"/>
                  <a:pt x="453703" y="64222"/>
                </a:cubicBezTo>
                <a:cubicBezTo>
                  <a:pt x="451725" y="60995"/>
                  <a:pt x="450736" y="57427"/>
                  <a:pt x="450736" y="53518"/>
                </a:cubicBezTo>
                <a:cubicBezTo>
                  <a:pt x="450736" y="47548"/>
                  <a:pt x="452989" y="42411"/>
                  <a:pt x="457495" y="38108"/>
                </a:cubicBezTo>
                <a:cubicBezTo>
                  <a:pt x="462002" y="33805"/>
                  <a:pt x="467772" y="31654"/>
                  <a:pt x="474806" y="31654"/>
                </a:cubicBezTo>
                <a:cubicBezTo>
                  <a:pt x="480565" y="31654"/>
                  <a:pt x="485555" y="33060"/>
                  <a:pt x="489775" y="35874"/>
                </a:cubicBezTo>
                <a:lnTo>
                  <a:pt x="502569" y="35874"/>
                </a:lnTo>
                <a:cubicBezTo>
                  <a:pt x="504459" y="35874"/>
                  <a:pt x="505558" y="35928"/>
                  <a:pt x="505866" y="36037"/>
                </a:cubicBezTo>
                <a:cubicBezTo>
                  <a:pt x="506174" y="36145"/>
                  <a:pt x="506393" y="36330"/>
                  <a:pt x="506525" y="36591"/>
                </a:cubicBezTo>
                <a:cubicBezTo>
                  <a:pt x="506789" y="36983"/>
                  <a:pt x="506921" y="37679"/>
                  <a:pt x="506921" y="38679"/>
                </a:cubicBezTo>
                <a:cubicBezTo>
                  <a:pt x="506921" y="39808"/>
                  <a:pt x="506811" y="40590"/>
                  <a:pt x="506591" y="41026"/>
                </a:cubicBezTo>
                <a:cubicBezTo>
                  <a:pt x="506459" y="41243"/>
                  <a:pt x="506229" y="41417"/>
                  <a:pt x="505899" y="41547"/>
                </a:cubicBezTo>
                <a:cubicBezTo>
                  <a:pt x="505569" y="41678"/>
                  <a:pt x="504459" y="41743"/>
                  <a:pt x="502569" y="41743"/>
                </a:cubicBezTo>
                <a:lnTo>
                  <a:pt x="494721" y="41743"/>
                </a:lnTo>
                <a:cubicBezTo>
                  <a:pt x="497183" y="44915"/>
                  <a:pt x="498414" y="48968"/>
                  <a:pt x="498414" y="53902"/>
                </a:cubicBezTo>
                <a:cubicBezTo>
                  <a:pt x="498414" y="59540"/>
                  <a:pt x="496260" y="64364"/>
                  <a:pt x="491951" y="68372"/>
                </a:cubicBezTo>
                <a:cubicBezTo>
                  <a:pt x="487643" y="72381"/>
                  <a:pt x="481862" y="74386"/>
                  <a:pt x="474608" y="74386"/>
                </a:cubicBezTo>
                <a:cubicBezTo>
                  <a:pt x="471618" y="74386"/>
                  <a:pt x="468563" y="73937"/>
                  <a:pt x="465442" y="73040"/>
                </a:cubicBezTo>
                <a:cubicBezTo>
                  <a:pt x="463507" y="74709"/>
                  <a:pt x="462199" y="76170"/>
                  <a:pt x="461518" y="77423"/>
                </a:cubicBezTo>
                <a:cubicBezTo>
                  <a:pt x="460837" y="78675"/>
                  <a:pt x="460496" y="79740"/>
                  <a:pt x="460496" y="80618"/>
                </a:cubicBezTo>
                <a:cubicBezTo>
                  <a:pt x="460496" y="81365"/>
                  <a:pt x="460858" y="82090"/>
                  <a:pt x="461584" y="82794"/>
                </a:cubicBezTo>
                <a:cubicBezTo>
                  <a:pt x="462309" y="83496"/>
                  <a:pt x="463727" y="84001"/>
                  <a:pt x="465837" y="84308"/>
                </a:cubicBezTo>
                <a:cubicBezTo>
                  <a:pt x="467068" y="84484"/>
                  <a:pt x="470146" y="84638"/>
                  <a:pt x="475070" y="84770"/>
                </a:cubicBezTo>
                <a:cubicBezTo>
                  <a:pt x="484126" y="84989"/>
                  <a:pt x="489995" y="85296"/>
                  <a:pt x="492677" y="85691"/>
                </a:cubicBezTo>
                <a:cubicBezTo>
                  <a:pt x="496765" y="86263"/>
                  <a:pt x="500030" y="87779"/>
                  <a:pt x="502470" y="90239"/>
                </a:cubicBezTo>
                <a:cubicBezTo>
                  <a:pt x="504910" y="92699"/>
                  <a:pt x="506130" y="95729"/>
                  <a:pt x="506130" y="99332"/>
                </a:cubicBezTo>
                <a:cubicBezTo>
                  <a:pt x="506130" y="104295"/>
                  <a:pt x="503800" y="108952"/>
                  <a:pt x="499139" y="113302"/>
                </a:cubicBezTo>
                <a:cubicBezTo>
                  <a:pt x="492281" y="119715"/>
                  <a:pt x="483335" y="122921"/>
                  <a:pt x="472300" y="122921"/>
                </a:cubicBezTo>
                <a:cubicBezTo>
                  <a:pt x="463815" y="122921"/>
                  <a:pt x="456649" y="121012"/>
                  <a:pt x="450802" y="117192"/>
                </a:cubicBezTo>
                <a:cubicBezTo>
                  <a:pt x="447505" y="114997"/>
                  <a:pt x="445856" y="112714"/>
                  <a:pt x="445856" y="110342"/>
                </a:cubicBezTo>
                <a:cubicBezTo>
                  <a:pt x="445856" y="109290"/>
                  <a:pt x="446098" y="108237"/>
                  <a:pt x="446581" y="107183"/>
                </a:cubicBezTo>
                <a:cubicBezTo>
                  <a:pt x="447329" y="105558"/>
                  <a:pt x="448868" y="103296"/>
                  <a:pt x="451198" y="100399"/>
                </a:cubicBezTo>
                <a:cubicBezTo>
                  <a:pt x="451505" y="100005"/>
                  <a:pt x="453747" y="97634"/>
                  <a:pt x="457924" y="93287"/>
                </a:cubicBezTo>
                <a:cubicBezTo>
                  <a:pt x="455638" y="91923"/>
                  <a:pt x="454022" y="90702"/>
                  <a:pt x="453077" y="89623"/>
                </a:cubicBezTo>
                <a:cubicBezTo>
                  <a:pt x="452132" y="88545"/>
                  <a:pt x="451659" y="87323"/>
                  <a:pt x="451659" y="85959"/>
                </a:cubicBezTo>
                <a:cubicBezTo>
                  <a:pt x="451659" y="84418"/>
                  <a:pt x="452286" y="82612"/>
                  <a:pt x="453539" y="80543"/>
                </a:cubicBezTo>
                <a:cubicBezTo>
                  <a:pt x="454792" y="78474"/>
                  <a:pt x="457682" y="75547"/>
                  <a:pt x="462210" y="71762"/>
                </a:cubicBezTo>
                <a:moveTo>
                  <a:pt x="473685" y="34951"/>
                </a:moveTo>
                <a:cubicBezTo>
                  <a:pt x="470431" y="34951"/>
                  <a:pt x="467706" y="36241"/>
                  <a:pt x="465508" y="38821"/>
                </a:cubicBezTo>
                <a:cubicBezTo>
                  <a:pt x="463309" y="41400"/>
                  <a:pt x="462210" y="45356"/>
                  <a:pt x="462210" y="50691"/>
                </a:cubicBezTo>
                <a:cubicBezTo>
                  <a:pt x="462210" y="57600"/>
                  <a:pt x="463705" y="62956"/>
                  <a:pt x="466695" y="66759"/>
                </a:cubicBezTo>
                <a:cubicBezTo>
                  <a:pt x="468981" y="69645"/>
                  <a:pt x="471882" y="71089"/>
                  <a:pt x="475399" y="71089"/>
                </a:cubicBezTo>
                <a:cubicBezTo>
                  <a:pt x="478741" y="71089"/>
                  <a:pt x="481488" y="69842"/>
                  <a:pt x="483642" y="67350"/>
                </a:cubicBezTo>
                <a:cubicBezTo>
                  <a:pt x="485797" y="64858"/>
                  <a:pt x="486874" y="60945"/>
                  <a:pt x="486874" y="55610"/>
                </a:cubicBezTo>
                <a:cubicBezTo>
                  <a:pt x="486874" y="48658"/>
                  <a:pt x="485357" y="43214"/>
                  <a:pt x="482324" y="39278"/>
                </a:cubicBezTo>
                <a:cubicBezTo>
                  <a:pt x="480081" y="36393"/>
                  <a:pt x="477202" y="34951"/>
                  <a:pt x="473685" y="34951"/>
                </a:cubicBezTo>
                <a:moveTo>
                  <a:pt x="461551" y="93813"/>
                </a:moveTo>
                <a:cubicBezTo>
                  <a:pt x="459485" y="96051"/>
                  <a:pt x="457924" y="98135"/>
                  <a:pt x="456869" y="100065"/>
                </a:cubicBezTo>
                <a:cubicBezTo>
                  <a:pt x="455814" y="101997"/>
                  <a:pt x="455286" y="103775"/>
                  <a:pt x="455286" y="105398"/>
                </a:cubicBezTo>
                <a:cubicBezTo>
                  <a:pt x="455286" y="107505"/>
                  <a:pt x="456561" y="109348"/>
                  <a:pt x="459111" y="110927"/>
                </a:cubicBezTo>
                <a:cubicBezTo>
                  <a:pt x="463507" y="113648"/>
                  <a:pt x="469860" y="115008"/>
                  <a:pt x="478169" y="115008"/>
                </a:cubicBezTo>
                <a:cubicBezTo>
                  <a:pt x="486082" y="115008"/>
                  <a:pt x="491919" y="113614"/>
                  <a:pt x="495677" y="110827"/>
                </a:cubicBezTo>
                <a:cubicBezTo>
                  <a:pt x="499436" y="108040"/>
                  <a:pt x="501316" y="105068"/>
                  <a:pt x="501316" y="101910"/>
                </a:cubicBezTo>
                <a:cubicBezTo>
                  <a:pt x="501316" y="99628"/>
                  <a:pt x="500195" y="98004"/>
                  <a:pt x="497952" y="97038"/>
                </a:cubicBezTo>
                <a:cubicBezTo>
                  <a:pt x="495666" y="96072"/>
                  <a:pt x="491138" y="95502"/>
                  <a:pt x="484368" y="95327"/>
                </a:cubicBezTo>
                <a:cubicBezTo>
                  <a:pt x="474476" y="95064"/>
                  <a:pt x="466870" y="94559"/>
                  <a:pt x="461551" y="93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One-timeDCT">
            <a:extLst xmlns:a="http://schemas.openxmlformats.org/drawingml/2006/main">
              <a:ext uri="{FF2B5EF4-FFF2-40B4-BE49-F238E27FC236}">
                <a16:creationId xmlns:a16="http://schemas.microsoft.com/office/drawing/2014/main" id="{0229AE1F-686E-465D-9E2E-801A983B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56" y="6319311"/>
            <a:ext cx="848793" cy="93378"/>
          </a:xfrm>
          <a:custGeom xmlns:a="http://schemas.openxmlformats.org/drawingml/2006/main">
            <a:pathLst>
              <a:path w="848793" h="93378">
                <a:moveTo>
                  <a:pt x="46887" y="659"/>
                </a:moveTo>
                <a:cubicBezTo>
                  <a:pt x="61131" y="132"/>
                  <a:pt x="72704" y="4286"/>
                  <a:pt x="81607" y="13123"/>
                </a:cubicBezTo>
                <a:cubicBezTo>
                  <a:pt x="90509" y="21960"/>
                  <a:pt x="94961" y="33016"/>
                  <a:pt x="94961" y="46293"/>
                </a:cubicBezTo>
                <a:cubicBezTo>
                  <a:pt x="94961" y="57636"/>
                  <a:pt x="91641" y="67615"/>
                  <a:pt x="85003" y="76232"/>
                </a:cubicBezTo>
                <a:cubicBezTo>
                  <a:pt x="76210" y="87663"/>
                  <a:pt x="63791" y="93378"/>
                  <a:pt x="47744" y="93378"/>
                </a:cubicBezTo>
                <a:cubicBezTo>
                  <a:pt x="31654" y="93378"/>
                  <a:pt x="19212" y="87926"/>
                  <a:pt x="10419" y="77024"/>
                </a:cubicBezTo>
                <a:cubicBezTo>
                  <a:pt x="3473" y="68407"/>
                  <a:pt x="0" y="58185"/>
                  <a:pt x="0" y="46359"/>
                </a:cubicBezTo>
                <a:cubicBezTo>
                  <a:pt x="0" y="33082"/>
                  <a:pt x="4517" y="22015"/>
                  <a:pt x="13552" y="13156"/>
                </a:cubicBezTo>
                <a:cubicBezTo>
                  <a:pt x="22586" y="4297"/>
                  <a:pt x="33698" y="132"/>
                  <a:pt x="46887" y="659"/>
                </a:cubicBezTo>
                <a:moveTo>
                  <a:pt x="47678" y="4880"/>
                </a:moveTo>
                <a:cubicBezTo>
                  <a:pt x="39501" y="4880"/>
                  <a:pt x="33280" y="9053"/>
                  <a:pt x="29016" y="17399"/>
                </a:cubicBezTo>
                <a:cubicBezTo>
                  <a:pt x="25543" y="24252"/>
                  <a:pt x="23806" y="34092"/>
                  <a:pt x="23806" y="46920"/>
                </a:cubicBezTo>
                <a:cubicBezTo>
                  <a:pt x="23806" y="62163"/>
                  <a:pt x="26488" y="73430"/>
                  <a:pt x="31851" y="80723"/>
                </a:cubicBezTo>
                <a:cubicBezTo>
                  <a:pt x="35588" y="85818"/>
                  <a:pt x="40820" y="88366"/>
                  <a:pt x="47546" y="88366"/>
                </a:cubicBezTo>
                <a:cubicBezTo>
                  <a:pt x="52074" y="88366"/>
                  <a:pt x="55855" y="87268"/>
                  <a:pt x="58889" y="85071"/>
                </a:cubicBezTo>
                <a:cubicBezTo>
                  <a:pt x="62758" y="82260"/>
                  <a:pt x="65769" y="77769"/>
                  <a:pt x="67923" y="71598"/>
                </a:cubicBezTo>
                <a:cubicBezTo>
                  <a:pt x="70077" y="65425"/>
                  <a:pt x="71155" y="57375"/>
                  <a:pt x="71155" y="47447"/>
                </a:cubicBezTo>
                <a:cubicBezTo>
                  <a:pt x="71155" y="35629"/>
                  <a:pt x="70055" y="26789"/>
                  <a:pt x="67857" y="20925"/>
                </a:cubicBezTo>
                <a:cubicBezTo>
                  <a:pt x="65659" y="15060"/>
                  <a:pt x="62856" y="10920"/>
                  <a:pt x="59449" y="8505"/>
                </a:cubicBezTo>
                <a:cubicBezTo>
                  <a:pt x="56042" y="6088"/>
                  <a:pt x="52118" y="4880"/>
                  <a:pt x="47678" y="4880"/>
                </a:cubicBezTo>
                <a:close/>
                <a:moveTo>
                  <a:pt x="129539" y="29675"/>
                </a:moveTo>
                <a:lnTo>
                  <a:pt x="129539" y="37720"/>
                </a:lnTo>
                <a:cubicBezTo>
                  <a:pt x="132704" y="34268"/>
                  <a:pt x="135737" y="31757"/>
                  <a:pt x="138639" y="30186"/>
                </a:cubicBezTo>
                <a:cubicBezTo>
                  <a:pt x="141541" y="28615"/>
                  <a:pt x="144662" y="27829"/>
                  <a:pt x="148003" y="27829"/>
                </a:cubicBezTo>
                <a:cubicBezTo>
                  <a:pt x="152004" y="27829"/>
                  <a:pt x="155323" y="28940"/>
                  <a:pt x="157961" y="31163"/>
                </a:cubicBezTo>
                <a:cubicBezTo>
                  <a:pt x="160599" y="33386"/>
                  <a:pt x="162357" y="36148"/>
                  <a:pt x="163236" y="39449"/>
                </a:cubicBezTo>
                <a:cubicBezTo>
                  <a:pt x="163940" y="41959"/>
                  <a:pt x="164292" y="46780"/>
                  <a:pt x="164292" y="53912"/>
                </a:cubicBezTo>
                <a:lnTo>
                  <a:pt x="164292" y="77947"/>
                </a:lnTo>
                <a:cubicBezTo>
                  <a:pt x="164292" y="82695"/>
                  <a:pt x="164720" y="85651"/>
                  <a:pt x="165578" y="86816"/>
                </a:cubicBezTo>
                <a:cubicBezTo>
                  <a:pt x="166435" y="87981"/>
                  <a:pt x="168226" y="88718"/>
                  <a:pt x="170952" y="89026"/>
                </a:cubicBezTo>
                <a:lnTo>
                  <a:pt x="170952" y="91400"/>
                </a:lnTo>
                <a:lnTo>
                  <a:pt x="139760" y="91400"/>
                </a:lnTo>
                <a:lnTo>
                  <a:pt x="139760" y="89026"/>
                </a:lnTo>
                <a:cubicBezTo>
                  <a:pt x="142090" y="88718"/>
                  <a:pt x="143761" y="87751"/>
                  <a:pt x="144772" y="86124"/>
                </a:cubicBezTo>
                <a:cubicBezTo>
                  <a:pt x="145475" y="85025"/>
                  <a:pt x="145827" y="82299"/>
                  <a:pt x="145827" y="77947"/>
                </a:cubicBezTo>
                <a:lnTo>
                  <a:pt x="145827" y="50514"/>
                </a:lnTo>
                <a:cubicBezTo>
                  <a:pt x="145827" y="45458"/>
                  <a:pt x="145629" y="42271"/>
                  <a:pt x="145234" y="40952"/>
                </a:cubicBezTo>
                <a:cubicBezTo>
                  <a:pt x="144838" y="39633"/>
                  <a:pt x="144167" y="38611"/>
                  <a:pt x="143222" y="37885"/>
                </a:cubicBezTo>
                <a:cubicBezTo>
                  <a:pt x="142277" y="37160"/>
                  <a:pt x="141233" y="36797"/>
                  <a:pt x="140090" y="36797"/>
                </a:cubicBezTo>
                <a:cubicBezTo>
                  <a:pt x="136309" y="36797"/>
                  <a:pt x="132792" y="39523"/>
                  <a:pt x="129539" y="44974"/>
                </a:cubicBezTo>
                <a:lnTo>
                  <a:pt x="129539" y="77947"/>
                </a:lnTo>
                <a:cubicBezTo>
                  <a:pt x="129539" y="82563"/>
                  <a:pt x="129967" y="85487"/>
                  <a:pt x="130825" y="86717"/>
                </a:cubicBezTo>
                <a:cubicBezTo>
                  <a:pt x="131682" y="87948"/>
                  <a:pt x="133276" y="88718"/>
                  <a:pt x="135606" y="89026"/>
                </a:cubicBezTo>
                <a:lnTo>
                  <a:pt x="135606" y="91400"/>
                </a:lnTo>
                <a:lnTo>
                  <a:pt x="104414" y="91400"/>
                </a:lnTo>
                <a:lnTo>
                  <a:pt x="104414" y="89026"/>
                </a:lnTo>
                <a:cubicBezTo>
                  <a:pt x="107008" y="88762"/>
                  <a:pt x="108854" y="87926"/>
                  <a:pt x="109953" y="86520"/>
                </a:cubicBezTo>
                <a:cubicBezTo>
                  <a:pt x="110700" y="85552"/>
                  <a:pt x="111074" y="82695"/>
                  <a:pt x="111074" y="77947"/>
                </a:cubicBezTo>
                <a:lnTo>
                  <a:pt x="111074" y="43128"/>
                </a:lnTo>
                <a:cubicBezTo>
                  <a:pt x="111074" y="38412"/>
                  <a:pt x="110645" y="35475"/>
                  <a:pt x="109788" y="34318"/>
                </a:cubicBezTo>
                <a:cubicBezTo>
                  <a:pt x="108931" y="33161"/>
                  <a:pt x="107139" y="32405"/>
                  <a:pt x="104414" y="32049"/>
                </a:cubicBezTo>
                <a:lnTo>
                  <a:pt x="104414" y="29675"/>
                </a:lnTo>
                <a:lnTo>
                  <a:pt x="129539" y="29675"/>
                </a:lnTo>
                <a:close/>
                <a:moveTo>
                  <a:pt x="231667" y="58295"/>
                </a:moveTo>
                <a:lnTo>
                  <a:pt x="197837" y="58295"/>
                </a:lnTo>
                <a:cubicBezTo>
                  <a:pt x="198232" y="66494"/>
                  <a:pt x="200409" y="72974"/>
                  <a:pt x="204365" y="77735"/>
                </a:cubicBezTo>
                <a:cubicBezTo>
                  <a:pt x="207399" y="81393"/>
                  <a:pt x="211048" y="83222"/>
                  <a:pt x="215312" y="83222"/>
                </a:cubicBezTo>
                <a:cubicBezTo>
                  <a:pt x="217950" y="83222"/>
                  <a:pt x="220346" y="82486"/>
                  <a:pt x="222500" y="81013"/>
                </a:cubicBezTo>
                <a:cubicBezTo>
                  <a:pt x="224654" y="79540"/>
                  <a:pt x="226962" y="76892"/>
                  <a:pt x="229424" y="73067"/>
                </a:cubicBezTo>
                <a:lnTo>
                  <a:pt x="231667" y="74518"/>
                </a:lnTo>
                <a:cubicBezTo>
                  <a:pt x="228325" y="81332"/>
                  <a:pt x="224632" y="86157"/>
                  <a:pt x="220588" y="88993"/>
                </a:cubicBezTo>
                <a:cubicBezTo>
                  <a:pt x="216543" y="91828"/>
                  <a:pt x="211861" y="93246"/>
                  <a:pt x="206542" y="93246"/>
                </a:cubicBezTo>
                <a:cubicBezTo>
                  <a:pt x="197397" y="93246"/>
                  <a:pt x="190473" y="89726"/>
                  <a:pt x="185769" y="82685"/>
                </a:cubicBezTo>
                <a:cubicBezTo>
                  <a:pt x="181988" y="77008"/>
                  <a:pt x="180098" y="69967"/>
                  <a:pt x="180098" y="61562"/>
                </a:cubicBezTo>
                <a:cubicBezTo>
                  <a:pt x="180098" y="51263"/>
                  <a:pt x="182878" y="43067"/>
                  <a:pt x="188440" y="36972"/>
                </a:cubicBezTo>
                <a:cubicBezTo>
                  <a:pt x="194001" y="30877"/>
                  <a:pt x="200519" y="27829"/>
                  <a:pt x="207992" y="27829"/>
                </a:cubicBezTo>
                <a:cubicBezTo>
                  <a:pt x="214235" y="27829"/>
                  <a:pt x="219654" y="30390"/>
                  <a:pt x="224248" y="35511"/>
                </a:cubicBezTo>
                <a:cubicBezTo>
                  <a:pt x="228842" y="40633"/>
                  <a:pt x="231315" y="48228"/>
                  <a:pt x="231667" y="58295"/>
                </a:cubicBezTo>
                <a:moveTo>
                  <a:pt x="215444" y="53943"/>
                </a:moveTo>
                <a:cubicBezTo>
                  <a:pt x="215444" y="46865"/>
                  <a:pt x="215059" y="42007"/>
                  <a:pt x="214290" y="39369"/>
                </a:cubicBezTo>
                <a:cubicBezTo>
                  <a:pt x="213521" y="36731"/>
                  <a:pt x="212323" y="34731"/>
                  <a:pt x="210696" y="33368"/>
                </a:cubicBezTo>
                <a:cubicBezTo>
                  <a:pt x="209773" y="32577"/>
                  <a:pt x="208542" y="32181"/>
                  <a:pt x="207003" y="32181"/>
                </a:cubicBezTo>
                <a:cubicBezTo>
                  <a:pt x="204717" y="32181"/>
                  <a:pt x="202849" y="33302"/>
                  <a:pt x="201398" y="35544"/>
                </a:cubicBezTo>
                <a:cubicBezTo>
                  <a:pt x="198804" y="39457"/>
                  <a:pt x="197507" y="44821"/>
                  <a:pt x="197507" y="51635"/>
                </a:cubicBezTo>
                <a:lnTo>
                  <a:pt x="197507" y="53943"/>
                </a:lnTo>
                <a:lnTo>
                  <a:pt x="215444" y="53943"/>
                </a:lnTo>
                <a:close/>
                <a:moveTo>
                  <a:pt x="276596" y="67132"/>
                </a:moveTo>
                <a:lnTo>
                  <a:pt x="238150" y="67132"/>
                </a:lnTo>
                <a:lnTo>
                  <a:pt x="238150" y="53415"/>
                </a:lnTo>
                <a:lnTo>
                  <a:pt x="276596" y="53415"/>
                </a:lnTo>
                <a:lnTo>
                  <a:pt x="276596" y="67132"/>
                </a:lnTo>
                <a:close/>
                <a:moveTo>
                  <a:pt x="308841" y="6990"/>
                </a:moveTo>
                <a:lnTo>
                  <a:pt x="308841" y="29675"/>
                </a:lnTo>
                <a:lnTo>
                  <a:pt x="323481" y="29675"/>
                </a:lnTo>
                <a:lnTo>
                  <a:pt x="323481" y="36138"/>
                </a:lnTo>
                <a:lnTo>
                  <a:pt x="308841" y="36138"/>
                </a:lnTo>
                <a:lnTo>
                  <a:pt x="308841" y="74291"/>
                </a:lnTo>
                <a:cubicBezTo>
                  <a:pt x="308841" y="77862"/>
                  <a:pt x="309006" y="80165"/>
                  <a:pt x="309336" y="81201"/>
                </a:cubicBezTo>
                <a:cubicBezTo>
                  <a:pt x="309665" y="82237"/>
                  <a:pt x="310248" y="83075"/>
                  <a:pt x="311083" y="83715"/>
                </a:cubicBezTo>
                <a:cubicBezTo>
                  <a:pt x="311918" y="84354"/>
                  <a:pt x="312688" y="84673"/>
                  <a:pt x="313391" y="84673"/>
                </a:cubicBezTo>
                <a:cubicBezTo>
                  <a:pt x="316249" y="84673"/>
                  <a:pt x="318952" y="82475"/>
                  <a:pt x="321502" y="78079"/>
                </a:cubicBezTo>
                <a:lnTo>
                  <a:pt x="323481" y="79544"/>
                </a:lnTo>
                <a:cubicBezTo>
                  <a:pt x="319920" y="88063"/>
                  <a:pt x="314138" y="92323"/>
                  <a:pt x="306137" y="92323"/>
                </a:cubicBezTo>
                <a:cubicBezTo>
                  <a:pt x="302224" y="92323"/>
                  <a:pt x="298916" y="91231"/>
                  <a:pt x="296212" y="89048"/>
                </a:cubicBezTo>
                <a:cubicBezTo>
                  <a:pt x="293509" y="86864"/>
                  <a:pt x="291783" y="84426"/>
                  <a:pt x="291036" y="81735"/>
                </a:cubicBezTo>
                <a:cubicBezTo>
                  <a:pt x="290596" y="80234"/>
                  <a:pt x="290376" y="76175"/>
                  <a:pt x="290376" y="69557"/>
                </a:cubicBezTo>
                <a:lnTo>
                  <a:pt x="290376" y="36138"/>
                </a:lnTo>
                <a:lnTo>
                  <a:pt x="282331" y="36138"/>
                </a:lnTo>
                <a:lnTo>
                  <a:pt x="282331" y="33824"/>
                </a:lnTo>
                <a:cubicBezTo>
                  <a:pt x="287870" y="29903"/>
                  <a:pt x="292586" y="25783"/>
                  <a:pt x="296476" y="21465"/>
                </a:cubicBezTo>
                <a:cubicBezTo>
                  <a:pt x="300367" y="17147"/>
                  <a:pt x="303763" y="12322"/>
                  <a:pt x="306665" y="6990"/>
                </a:cubicBezTo>
                <a:lnTo>
                  <a:pt x="308841" y="6990"/>
                </a:lnTo>
                <a:close/>
                <a:moveTo>
                  <a:pt x="344186" y="0"/>
                </a:moveTo>
                <a:cubicBezTo>
                  <a:pt x="347044" y="0"/>
                  <a:pt x="349462" y="1004"/>
                  <a:pt x="351440" y="3011"/>
                </a:cubicBezTo>
                <a:cubicBezTo>
                  <a:pt x="353418" y="5017"/>
                  <a:pt x="354407" y="7431"/>
                  <a:pt x="354407" y="10254"/>
                </a:cubicBezTo>
                <a:cubicBezTo>
                  <a:pt x="354407" y="13078"/>
                  <a:pt x="353407" y="15482"/>
                  <a:pt x="351407" y="17467"/>
                </a:cubicBezTo>
                <a:cubicBezTo>
                  <a:pt x="349407" y="19451"/>
                  <a:pt x="347000" y="20443"/>
                  <a:pt x="344186" y="20443"/>
                </a:cubicBezTo>
                <a:cubicBezTo>
                  <a:pt x="341372" y="20443"/>
                  <a:pt x="338976" y="19451"/>
                  <a:pt x="336998" y="17467"/>
                </a:cubicBezTo>
                <a:cubicBezTo>
                  <a:pt x="335020" y="15482"/>
                  <a:pt x="334030" y="13078"/>
                  <a:pt x="334030" y="10254"/>
                </a:cubicBezTo>
                <a:cubicBezTo>
                  <a:pt x="334030" y="7431"/>
                  <a:pt x="335020" y="5017"/>
                  <a:pt x="336998" y="3011"/>
                </a:cubicBezTo>
                <a:cubicBezTo>
                  <a:pt x="338976" y="1004"/>
                  <a:pt x="341372" y="0"/>
                  <a:pt x="344186" y="0"/>
                </a:cubicBezTo>
                <a:moveTo>
                  <a:pt x="353418" y="29675"/>
                </a:moveTo>
                <a:lnTo>
                  <a:pt x="353418" y="78606"/>
                </a:lnTo>
                <a:cubicBezTo>
                  <a:pt x="353418" y="82959"/>
                  <a:pt x="353924" y="85739"/>
                  <a:pt x="354935" y="86948"/>
                </a:cubicBezTo>
                <a:cubicBezTo>
                  <a:pt x="355946" y="88157"/>
                  <a:pt x="357924" y="88850"/>
                  <a:pt x="360870" y="89026"/>
                </a:cubicBezTo>
                <a:lnTo>
                  <a:pt x="360870" y="91400"/>
                </a:lnTo>
                <a:lnTo>
                  <a:pt x="327568" y="91400"/>
                </a:lnTo>
                <a:lnTo>
                  <a:pt x="327568" y="89026"/>
                </a:lnTo>
                <a:cubicBezTo>
                  <a:pt x="330294" y="88938"/>
                  <a:pt x="332316" y="88146"/>
                  <a:pt x="333635" y="86652"/>
                </a:cubicBezTo>
                <a:cubicBezTo>
                  <a:pt x="334514" y="85640"/>
                  <a:pt x="334954" y="82959"/>
                  <a:pt x="334954" y="78606"/>
                </a:cubicBezTo>
                <a:lnTo>
                  <a:pt x="334954" y="42600"/>
                </a:lnTo>
                <a:cubicBezTo>
                  <a:pt x="334954" y="38193"/>
                  <a:pt x="334448" y="35377"/>
                  <a:pt x="333437" y="34153"/>
                </a:cubicBezTo>
                <a:cubicBezTo>
                  <a:pt x="332426" y="32929"/>
                  <a:pt x="330469" y="32228"/>
                  <a:pt x="327568" y="32049"/>
                </a:cubicBezTo>
                <a:lnTo>
                  <a:pt x="327568" y="29675"/>
                </a:lnTo>
                <a:lnTo>
                  <a:pt x="353418" y="29675"/>
                </a:lnTo>
                <a:close/>
                <a:moveTo>
                  <a:pt x="392481" y="29675"/>
                </a:moveTo>
                <a:lnTo>
                  <a:pt x="392481" y="37852"/>
                </a:lnTo>
                <a:cubicBezTo>
                  <a:pt x="395866" y="34135"/>
                  <a:pt x="398998" y="31535"/>
                  <a:pt x="401878" y="30052"/>
                </a:cubicBezTo>
                <a:cubicBezTo>
                  <a:pt x="404757" y="28570"/>
                  <a:pt x="407912" y="27829"/>
                  <a:pt x="411341" y="27829"/>
                </a:cubicBezTo>
                <a:cubicBezTo>
                  <a:pt x="415298" y="27829"/>
                  <a:pt x="418617" y="28757"/>
                  <a:pt x="421298" y="30615"/>
                </a:cubicBezTo>
                <a:cubicBezTo>
                  <a:pt x="423980" y="32472"/>
                  <a:pt x="426047" y="35302"/>
                  <a:pt x="427497" y="39105"/>
                </a:cubicBezTo>
                <a:cubicBezTo>
                  <a:pt x="431014" y="35125"/>
                  <a:pt x="434389" y="32251"/>
                  <a:pt x="437620" y="30483"/>
                </a:cubicBezTo>
                <a:cubicBezTo>
                  <a:pt x="440851" y="28713"/>
                  <a:pt x="444225" y="27829"/>
                  <a:pt x="447742" y="27829"/>
                </a:cubicBezTo>
                <a:cubicBezTo>
                  <a:pt x="452007" y="27829"/>
                  <a:pt x="455403" y="28808"/>
                  <a:pt x="457931" y="30767"/>
                </a:cubicBezTo>
                <a:cubicBezTo>
                  <a:pt x="460459" y="32727"/>
                  <a:pt x="462217" y="35214"/>
                  <a:pt x="463206" y="38229"/>
                </a:cubicBezTo>
                <a:cubicBezTo>
                  <a:pt x="464196" y="41245"/>
                  <a:pt x="464690" y="46054"/>
                  <a:pt x="464690" y="52657"/>
                </a:cubicBezTo>
                <a:lnTo>
                  <a:pt x="464690" y="77947"/>
                </a:lnTo>
                <a:cubicBezTo>
                  <a:pt x="464690" y="82695"/>
                  <a:pt x="465119" y="85640"/>
                  <a:pt x="465976" y="86783"/>
                </a:cubicBezTo>
                <a:cubicBezTo>
                  <a:pt x="466833" y="87926"/>
                  <a:pt x="468625" y="88674"/>
                  <a:pt x="471351" y="89026"/>
                </a:cubicBezTo>
                <a:lnTo>
                  <a:pt x="471351" y="91400"/>
                </a:lnTo>
                <a:lnTo>
                  <a:pt x="439499" y="91400"/>
                </a:lnTo>
                <a:lnTo>
                  <a:pt x="439499" y="89026"/>
                </a:lnTo>
                <a:cubicBezTo>
                  <a:pt x="442005" y="88806"/>
                  <a:pt x="443852" y="87839"/>
                  <a:pt x="445039" y="86124"/>
                </a:cubicBezTo>
                <a:cubicBezTo>
                  <a:pt x="445830" y="84937"/>
                  <a:pt x="446226" y="82211"/>
                  <a:pt x="446226" y="77947"/>
                </a:cubicBezTo>
                <a:lnTo>
                  <a:pt x="446226" y="51437"/>
                </a:lnTo>
                <a:cubicBezTo>
                  <a:pt x="446226" y="45942"/>
                  <a:pt x="446006" y="42447"/>
                  <a:pt x="445566" y="40952"/>
                </a:cubicBezTo>
                <a:cubicBezTo>
                  <a:pt x="445127" y="39457"/>
                  <a:pt x="444434" y="38347"/>
                  <a:pt x="443489" y="37622"/>
                </a:cubicBezTo>
                <a:cubicBezTo>
                  <a:pt x="442544" y="36896"/>
                  <a:pt x="441434" y="36533"/>
                  <a:pt x="440159" y="36533"/>
                </a:cubicBezTo>
                <a:cubicBezTo>
                  <a:pt x="438268" y="36533"/>
                  <a:pt x="436356" y="37226"/>
                  <a:pt x="434422" y="38611"/>
                </a:cubicBezTo>
                <a:cubicBezTo>
                  <a:pt x="432487" y="39996"/>
                  <a:pt x="430531" y="42073"/>
                  <a:pt x="428552" y="44843"/>
                </a:cubicBezTo>
                <a:lnTo>
                  <a:pt x="428552" y="77947"/>
                </a:lnTo>
                <a:cubicBezTo>
                  <a:pt x="428552" y="82387"/>
                  <a:pt x="428926" y="85179"/>
                  <a:pt x="429673" y="86322"/>
                </a:cubicBezTo>
                <a:cubicBezTo>
                  <a:pt x="430685" y="87948"/>
                  <a:pt x="432619" y="88850"/>
                  <a:pt x="435477" y="89026"/>
                </a:cubicBezTo>
                <a:lnTo>
                  <a:pt x="435477" y="91400"/>
                </a:lnTo>
                <a:lnTo>
                  <a:pt x="403559" y="91400"/>
                </a:lnTo>
                <a:lnTo>
                  <a:pt x="403559" y="89026"/>
                </a:lnTo>
                <a:cubicBezTo>
                  <a:pt x="405274" y="88938"/>
                  <a:pt x="406626" y="88509"/>
                  <a:pt x="407615" y="87740"/>
                </a:cubicBezTo>
                <a:cubicBezTo>
                  <a:pt x="408604" y="86970"/>
                  <a:pt x="409264" y="86047"/>
                  <a:pt x="409593" y="84970"/>
                </a:cubicBezTo>
                <a:cubicBezTo>
                  <a:pt x="409923" y="83893"/>
                  <a:pt x="410088" y="81552"/>
                  <a:pt x="410088" y="77947"/>
                </a:cubicBezTo>
                <a:lnTo>
                  <a:pt x="410088" y="51396"/>
                </a:lnTo>
                <a:cubicBezTo>
                  <a:pt x="410088" y="45803"/>
                  <a:pt x="409868" y="42302"/>
                  <a:pt x="409428" y="40894"/>
                </a:cubicBezTo>
                <a:cubicBezTo>
                  <a:pt x="408989" y="39484"/>
                  <a:pt x="408252" y="38383"/>
                  <a:pt x="407219" y="37591"/>
                </a:cubicBezTo>
                <a:cubicBezTo>
                  <a:pt x="406186" y="36798"/>
                  <a:pt x="405076" y="36402"/>
                  <a:pt x="403889" y="36402"/>
                </a:cubicBezTo>
                <a:cubicBezTo>
                  <a:pt x="402131" y="36402"/>
                  <a:pt x="400526" y="36867"/>
                  <a:pt x="399075" y="37797"/>
                </a:cubicBezTo>
                <a:cubicBezTo>
                  <a:pt x="397009" y="39171"/>
                  <a:pt x="394811" y="41519"/>
                  <a:pt x="392481" y="44843"/>
                </a:cubicBezTo>
                <a:lnTo>
                  <a:pt x="392481" y="77947"/>
                </a:lnTo>
                <a:cubicBezTo>
                  <a:pt x="392481" y="82299"/>
                  <a:pt x="392909" y="85168"/>
                  <a:pt x="393767" y="86553"/>
                </a:cubicBezTo>
                <a:cubicBezTo>
                  <a:pt x="394624" y="87937"/>
                  <a:pt x="396415" y="88762"/>
                  <a:pt x="399141" y="89026"/>
                </a:cubicBezTo>
                <a:lnTo>
                  <a:pt x="399141" y="91400"/>
                </a:lnTo>
                <a:lnTo>
                  <a:pt x="367356" y="91400"/>
                </a:lnTo>
                <a:lnTo>
                  <a:pt x="367356" y="89026"/>
                </a:lnTo>
                <a:cubicBezTo>
                  <a:pt x="369949" y="88762"/>
                  <a:pt x="371796" y="87926"/>
                  <a:pt x="372895" y="86520"/>
                </a:cubicBezTo>
                <a:cubicBezTo>
                  <a:pt x="373642" y="85552"/>
                  <a:pt x="374016" y="82695"/>
                  <a:pt x="374016" y="77947"/>
                </a:cubicBezTo>
                <a:lnTo>
                  <a:pt x="374016" y="43128"/>
                </a:lnTo>
                <a:cubicBezTo>
                  <a:pt x="374016" y="38412"/>
                  <a:pt x="373587" y="35475"/>
                  <a:pt x="372730" y="34318"/>
                </a:cubicBezTo>
                <a:cubicBezTo>
                  <a:pt x="371873" y="33161"/>
                  <a:pt x="370081" y="32405"/>
                  <a:pt x="367356" y="32049"/>
                </a:cubicBezTo>
                <a:lnTo>
                  <a:pt x="367356" y="29675"/>
                </a:lnTo>
                <a:lnTo>
                  <a:pt x="392481" y="29675"/>
                </a:lnTo>
                <a:close/>
                <a:moveTo>
                  <a:pt x="531622" y="58295"/>
                </a:moveTo>
                <a:lnTo>
                  <a:pt x="497793" y="58295"/>
                </a:lnTo>
                <a:cubicBezTo>
                  <a:pt x="498188" y="66494"/>
                  <a:pt x="500365" y="72974"/>
                  <a:pt x="504321" y="77735"/>
                </a:cubicBezTo>
                <a:cubicBezTo>
                  <a:pt x="507355" y="81393"/>
                  <a:pt x="511004" y="83222"/>
                  <a:pt x="515268" y="83222"/>
                </a:cubicBezTo>
                <a:cubicBezTo>
                  <a:pt x="517906" y="83222"/>
                  <a:pt x="520302" y="82486"/>
                  <a:pt x="522456" y="81013"/>
                </a:cubicBezTo>
                <a:cubicBezTo>
                  <a:pt x="524610" y="79540"/>
                  <a:pt x="526918" y="76892"/>
                  <a:pt x="529380" y="73067"/>
                </a:cubicBezTo>
                <a:lnTo>
                  <a:pt x="531622" y="74518"/>
                </a:lnTo>
                <a:cubicBezTo>
                  <a:pt x="528281" y="81332"/>
                  <a:pt x="524588" y="86157"/>
                  <a:pt x="520544" y="88993"/>
                </a:cubicBezTo>
                <a:cubicBezTo>
                  <a:pt x="516499" y="91828"/>
                  <a:pt x="511817" y="93246"/>
                  <a:pt x="506497" y="93246"/>
                </a:cubicBezTo>
                <a:cubicBezTo>
                  <a:pt x="497353" y="93246"/>
                  <a:pt x="490429" y="89726"/>
                  <a:pt x="485725" y="82685"/>
                </a:cubicBezTo>
                <a:cubicBezTo>
                  <a:pt x="481944" y="77008"/>
                  <a:pt x="480053" y="69967"/>
                  <a:pt x="480053" y="61562"/>
                </a:cubicBezTo>
                <a:cubicBezTo>
                  <a:pt x="480053" y="51263"/>
                  <a:pt x="482834" y="43067"/>
                  <a:pt x="488396" y="36972"/>
                </a:cubicBezTo>
                <a:cubicBezTo>
                  <a:pt x="493957" y="30877"/>
                  <a:pt x="500474" y="27829"/>
                  <a:pt x="507948" y="27829"/>
                </a:cubicBezTo>
                <a:cubicBezTo>
                  <a:pt x="514191" y="27829"/>
                  <a:pt x="519609" y="30390"/>
                  <a:pt x="524204" y="35511"/>
                </a:cubicBezTo>
                <a:cubicBezTo>
                  <a:pt x="528798" y="40633"/>
                  <a:pt x="531271" y="48228"/>
                  <a:pt x="531622" y="58295"/>
                </a:cubicBezTo>
                <a:moveTo>
                  <a:pt x="515400" y="53943"/>
                </a:moveTo>
                <a:cubicBezTo>
                  <a:pt x="515400" y="46865"/>
                  <a:pt x="515015" y="42007"/>
                  <a:pt x="514246" y="39369"/>
                </a:cubicBezTo>
                <a:cubicBezTo>
                  <a:pt x="513477" y="36731"/>
                  <a:pt x="512279" y="34731"/>
                  <a:pt x="510652" y="33368"/>
                </a:cubicBezTo>
                <a:cubicBezTo>
                  <a:pt x="509729" y="32577"/>
                  <a:pt x="508498" y="32181"/>
                  <a:pt x="506959" y="32181"/>
                </a:cubicBezTo>
                <a:cubicBezTo>
                  <a:pt x="504673" y="32181"/>
                  <a:pt x="502804" y="33302"/>
                  <a:pt x="501354" y="35544"/>
                </a:cubicBezTo>
                <a:cubicBezTo>
                  <a:pt x="498760" y="39457"/>
                  <a:pt x="497463" y="44821"/>
                  <a:pt x="497463" y="51635"/>
                </a:cubicBezTo>
                <a:lnTo>
                  <a:pt x="497463" y="53943"/>
                </a:lnTo>
                <a:lnTo>
                  <a:pt x="515400" y="53943"/>
                </a:lnTo>
                <a:close/>
                <a:moveTo>
                  <a:pt x="570353" y="91400"/>
                </a:moveTo>
                <a:lnTo>
                  <a:pt x="570353" y="89026"/>
                </a:lnTo>
                <a:lnTo>
                  <a:pt x="573320" y="89026"/>
                </a:lnTo>
                <a:cubicBezTo>
                  <a:pt x="575914" y="89026"/>
                  <a:pt x="577904" y="88617"/>
                  <a:pt x="579288" y="87799"/>
                </a:cubicBezTo>
                <a:cubicBezTo>
                  <a:pt x="580673" y="86982"/>
                  <a:pt x="581695" y="85866"/>
                  <a:pt x="582355" y="84453"/>
                </a:cubicBezTo>
                <a:cubicBezTo>
                  <a:pt x="582751" y="83524"/>
                  <a:pt x="582948" y="80740"/>
                  <a:pt x="582948" y="76100"/>
                </a:cubicBezTo>
                <a:lnTo>
                  <a:pt x="582948" y="17278"/>
                </a:lnTo>
                <a:cubicBezTo>
                  <a:pt x="582948" y="12682"/>
                  <a:pt x="582707" y="9810"/>
                  <a:pt x="582223" y="8661"/>
                </a:cubicBezTo>
                <a:cubicBezTo>
                  <a:pt x="581739" y="7512"/>
                  <a:pt x="580761" y="6506"/>
                  <a:pt x="579288" y="5644"/>
                </a:cubicBezTo>
                <a:cubicBezTo>
                  <a:pt x="577816" y="4783"/>
                  <a:pt x="575826" y="4352"/>
                  <a:pt x="573320" y="4352"/>
                </a:cubicBezTo>
                <a:lnTo>
                  <a:pt x="570353" y="4352"/>
                </a:lnTo>
                <a:lnTo>
                  <a:pt x="570353" y="1978"/>
                </a:lnTo>
                <a:lnTo>
                  <a:pt x="610381" y="1978"/>
                </a:lnTo>
                <a:cubicBezTo>
                  <a:pt x="621065" y="1978"/>
                  <a:pt x="629659" y="3429"/>
                  <a:pt x="636166" y="6331"/>
                </a:cubicBezTo>
                <a:cubicBezTo>
                  <a:pt x="644123" y="9892"/>
                  <a:pt x="650157" y="15277"/>
                  <a:pt x="654268" y="22487"/>
                </a:cubicBezTo>
                <a:cubicBezTo>
                  <a:pt x="658378" y="29697"/>
                  <a:pt x="660434" y="37852"/>
                  <a:pt x="660434" y="46953"/>
                </a:cubicBezTo>
                <a:cubicBezTo>
                  <a:pt x="660434" y="53239"/>
                  <a:pt x="659422" y="59032"/>
                  <a:pt x="657400" y="64329"/>
                </a:cubicBezTo>
                <a:cubicBezTo>
                  <a:pt x="655378" y="69627"/>
                  <a:pt x="652762" y="74001"/>
                  <a:pt x="649553" y="77452"/>
                </a:cubicBezTo>
                <a:cubicBezTo>
                  <a:pt x="646343" y="80903"/>
                  <a:pt x="642639" y="83673"/>
                  <a:pt x="638441" y="85761"/>
                </a:cubicBezTo>
                <a:cubicBezTo>
                  <a:pt x="634243" y="87850"/>
                  <a:pt x="629110" y="89465"/>
                  <a:pt x="623043" y="90608"/>
                </a:cubicBezTo>
                <a:cubicBezTo>
                  <a:pt x="620361" y="91136"/>
                  <a:pt x="616141" y="91400"/>
                  <a:pt x="610381" y="91400"/>
                </a:cubicBezTo>
                <a:lnTo>
                  <a:pt x="570353" y="91400"/>
                </a:lnTo>
                <a:moveTo>
                  <a:pt x="604446" y="6990"/>
                </a:moveTo>
                <a:lnTo>
                  <a:pt x="604446" y="76702"/>
                </a:lnTo>
                <a:cubicBezTo>
                  <a:pt x="604446" y="80392"/>
                  <a:pt x="604622" y="82655"/>
                  <a:pt x="604974" y="83490"/>
                </a:cubicBezTo>
                <a:cubicBezTo>
                  <a:pt x="605326" y="84324"/>
                  <a:pt x="605919" y="84960"/>
                  <a:pt x="606754" y="85399"/>
                </a:cubicBezTo>
                <a:cubicBezTo>
                  <a:pt x="607941" y="86058"/>
                  <a:pt x="609656" y="86388"/>
                  <a:pt x="611898" y="86388"/>
                </a:cubicBezTo>
                <a:cubicBezTo>
                  <a:pt x="619240" y="86388"/>
                  <a:pt x="624845" y="83884"/>
                  <a:pt x="628714" y="78876"/>
                </a:cubicBezTo>
                <a:cubicBezTo>
                  <a:pt x="633990" y="72111"/>
                  <a:pt x="636628" y="61613"/>
                  <a:pt x="636628" y="47381"/>
                </a:cubicBezTo>
                <a:cubicBezTo>
                  <a:pt x="636628" y="35917"/>
                  <a:pt x="634825" y="26758"/>
                  <a:pt x="631220" y="19905"/>
                </a:cubicBezTo>
                <a:cubicBezTo>
                  <a:pt x="628362" y="14546"/>
                  <a:pt x="624691" y="10899"/>
                  <a:pt x="620207" y="8966"/>
                </a:cubicBezTo>
                <a:cubicBezTo>
                  <a:pt x="617042" y="7605"/>
                  <a:pt x="611788" y="6946"/>
                  <a:pt x="604446" y="6990"/>
                </a:cubicBezTo>
                <a:close/>
                <a:moveTo>
                  <a:pt x="756229" y="0"/>
                </a:moveTo>
                <a:lnTo>
                  <a:pt x="756229" y="30994"/>
                </a:lnTo>
                <a:lnTo>
                  <a:pt x="753657" y="30994"/>
                </a:lnTo>
                <a:cubicBezTo>
                  <a:pt x="751723" y="22862"/>
                  <a:pt x="748118" y="16631"/>
                  <a:pt x="742842" y="12301"/>
                </a:cubicBezTo>
                <a:cubicBezTo>
                  <a:pt x="737567" y="7969"/>
                  <a:pt x="731588" y="5803"/>
                  <a:pt x="724905" y="5803"/>
                </a:cubicBezTo>
                <a:cubicBezTo>
                  <a:pt x="719322" y="5803"/>
                  <a:pt x="714200" y="7408"/>
                  <a:pt x="709540" y="10617"/>
                </a:cubicBezTo>
                <a:cubicBezTo>
                  <a:pt x="704880" y="13826"/>
                  <a:pt x="701473" y="18025"/>
                  <a:pt x="699319" y="23213"/>
                </a:cubicBezTo>
                <a:cubicBezTo>
                  <a:pt x="696549" y="29851"/>
                  <a:pt x="695164" y="37237"/>
                  <a:pt x="695164" y="45370"/>
                </a:cubicBezTo>
                <a:cubicBezTo>
                  <a:pt x="695164" y="53371"/>
                  <a:pt x="696175" y="60658"/>
                  <a:pt x="698197" y="67231"/>
                </a:cubicBezTo>
                <a:cubicBezTo>
                  <a:pt x="700220" y="73803"/>
                  <a:pt x="703385" y="78771"/>
                  <a:pt x="707693" y="82134"/>
                </a:cubicBezTo>
                <a:cubicBezTo>
                  <a:pt x="712002" y="85498"/>
                  <a:pt x="717585" y="87179"/>
                  <a:pt x="724443" y="87179"/>
                </a:cubicBezTo>
                <a:cubicBezTo>
                  <a:pt x="730071" y="87179"/>
                  <a:pt x="735225" y="85948"/>
                  <a:pt x="739908" y="83486"/>
                </a:cubicBezTo>
                <a:cubicBezTo>
                  <a:pt x="744590" y="81024"/>
                  <a:pt x="749525" y="76782"/>
                  <a:pt x="754712" y="70759"/>
                </a:cubicBezTo>
                <a:lnTo>
                  <a:pt x="754712" y="78474"/>
                </a:lnTo>
                <a:cubicBezTo>
                  <a:pt x="749700" y="83706"/>
                  <a:pt x="744480" y="87498"/>
                  <a:pt x="739050" y="89850"/>
                </a:cubicBezTo>
                <a:cubicBezTo>
                  <a:pt x="733621" y="92202"/>
                  <a:pt x="727279" y="93378"/>
                  <a:pt x="720025" y="93378"/>
                </a:cubicBezTo>
                <a:cubicBezTo>
                  <a:pt x="710485" y="93378"/>
                  <a:pt x="702011" y="91468"/>
                  <a:pt x="694603" y="87649"/>
                </a:cubicBezTo>
                <a:cubicBezTo>
                  <a:pt x="687196" y="83830"/>
                  <a:pt x="681480" y="78342"/>
                  <a:pt x="677458" y="71187"/>
                </a:cubicBezTo>
                <a:cubicBezTo>
                  <a:pt x="673435" y="64031"/>
                  <a:pt x="671424" y="56414"/>
                  <a:pt x="671424" y="48336"/>
                </a:cubicBezTo>
                <a:cubicBezTo>
                  <a:pt x="671424" y="39819"/>
                  <a:pt x="673655" y="31741"/>
                  <a:pt x="678117" y="24103"/>
                </a:cubicBezTo>
                <a:cubicBezTo>
                  <a:pt x="682579" y="16463"/>
                  <a:pt x="688602" y="10536"/>
                  <a:pt x="696186" y="6322"/>
                </a:cubicBezTo>
                <a:cubicBezTo>
                  <a:pt x="703770" y="2107"/>
                  <a:pt x="711826" y="0"/>
                  <a:pt x="720355" y="0"/>
                </a:cubicBezTo>
                <a:cubicBezTo>
                  <a:pt x="726642" y="0"/>
                  <a:pt x="733280" y="1363"/>
                  <a:pt x="740270" y="4089"/>
                </a:cubicBezTo>
                <a:cubicBezTo>
                  <a:pt x="744315" y="5671"/>
                  <a:pt x="746887" y="6463"/>
                  <a:pt x="747986" y="6463"/>
                </a:cubicBezTo>
                <a:cubicBezTo>
                  <a:pt x="749393" y="6463"/>
                  <a:pt x="750613" y="5946"/>
                  <a:pt x="751646" y="4913"/>
                </a:cubicBezTo>
                <a:cubicBezTo>
                  <a:pt x="752679" y="3880"/>
                  <a:pt x="753349" y="2242"/>
                  <a:pt x="753657" y="0"/>
                </a:cubicBezTo>
                <a:lnTo>
                  <a:pt x="756229" y="0"/>
                </a:lnTo>
                <a:close/>
                <a:moveTo>
                  <a:pt x="848793" y="1978"/>
                </a:moveTo>
                <a:lnTo>
                  <a:pt x="848793" y="26246"/>
                </a:lnTo>
                <a:lnTo>
                  <a:pt x="846419" y="26246"/>
                </a:lnTo>
                <a:cubicBezTo>
                  <a:pt x="845012" y="20643"/>
                  <a:pt x="843451" y="16618"/>
                  <a:pt x="841737" y="14170"/>
                </a:cubicBezTo>
                <a:cubicBezTo>
                  <a:pt x="840022" y="11722"/>
                  <a:pt x="837670" y="9769"/>
                  <a:pt x="834680" y="8313"/>
                </a:cubicBezTo>
                <a:cubicBezTo>
                  <a:pt x="833010" y="7519"/>
                  <a:pt x="830086" y="7122"/>
                  <a:pt x="825910" y="7122"/>
                </a:cubicBezTo>
                <a:lnTo>
                  <a:pt x="819249" y="7122"/>
                </a:lnTo>
                <a:lnTo>
                  <a:pt x="819249" y="76100"/>
                </a:lnTo>
                <a:cubicBezTo>
                  <a:pt x="819249" y="80696"/>
                  <a:pt x="819502" y="83569"/>
                  <a:pt x="820008" y="84719"/>
                </a:cubicBezTo>
                <a:cubicBezTo>
                  <a:pt x="820513" y="85867"/>
                  <a:pt x="821503" y="86872"/>
                  <a:pt x="822975" y="87733"/>
                </a:cubicBezTo>
                <a:cubicBezTo>
                  <a:pt x="824448" y="88595"/>
                  <a:pt x="826459" y="89026"/>
                  <a:pt x="829009" y="89026"/>
                </a:cubicBezTo>
                <a:lnTo>
                  <a:pt x="831977" y="89026"/>
                </a:lnTo>
                <a:lnTo>
                  <a:pt x="831977" y="91400"/>
                </a:lnTo>
                <a:lnTo>
                  <a:pt x="785156" y="91400"/>
                </a:lnTo>
                <a:lnTo>
                  <a:pt x="785156" y="89026"/>
                </a:lnTo>
                <a:lnTo>
                  <a:pt x="788123" y="89026"/>
                </a:lnTo>
                <a:cubicBezTo>
                  <a:pt x="790717" y="89026"/>
                  <a:pt x="792806" y="88562"/>
                  <a:pt x="794388" y="87635"/>
                </a:cubicBezTo>
                <a:cubicBezTo>
                  <a:pt x="795531" y="87015"/>
                  <a:pt x="796432" y="85954"/>
                  <a:pt x="797092" y="84453"/>
                </a:cubicBezTo>
                <a:cubicBezTo>
                  <a:pt x="797576" y="83392"/>
                  <a:pt x="797817" y="80608"/>
                  <a:pt x="797817" y="76100"/>
                </a:cubicBezTo>
                <a:lnTo>
                  <a:pt x="797817" y="7122"/>
                </a:lnTo>
                <a:lnTo>
                  <a:pt x="791355" y="7122"/>
                </a:lnTo>
                <a:cubicBezTo>
                  <a:pt x="785332" y="7122"/>
                  <a:pt x="780957" y="8401"/>
                  <a:pt x="778232" y="10959"/>
                </a:cubicBezTo>
                <a:cubicBezTo>
                  <a:pt x="774407" y="14533"/>
                  <a:pt x="771989" y="19628"/>
                  <a:pt x="770978" y="26246"/>
                </a:cubicBezTo>
                <a:lnTo>
                  <a:pt x="768472" y="26246"/>
                </a:lnTo>
                <a:lnTo>
                  <a:pt x="768472" y="1978"/>
                </a:lnTo>
                <a:lnTo>
                  <a:pt x="848793" y="19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1DD31-AF2F-4181-9525-3633CD75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8" y="1082676"/>
            <a:ext cx="1294278" cy="1238005"/>
          </a:xfrm>
          <a:custGeom xmlns:a="http://schemas.openxmlformats.org/drawingml/2006/main">
            <a:pathLst>
              <a:path w="1294278" h="1238005">
                <a:moveTo>
                  <a:pt x="0" y="0"/>
                </a:moveTo>
                <a:lnTo>
                  <a:pt x="1294278" y="0"/>
                </a:lnTo>
                <a:lnTo>
                  <a:pt x="1294278" y="1238005"/>
                </a:lnTo>
                <a:lnTo>
                  <a:pt x="0" y="1238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6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0ED9A-9BB6-4A43-9954-21307421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8" y="1082676"/>
            <a:ext cx="1294278" cy="1238005"/>
          </a:xfrm>
          <a:custGeom xmlns:a="http://schemas.openxmlformats.org/drawingml/2006/main">
            <a:pathLst>
              <a:path w="1294278" h="1238005" fill="none">
                <a:moveTo>
                  <a:pt x="0" y="0"/>
                </a:moveTo>
                <a:lnTo>
                  <a:pt x="1294278" y="0"/>
                </a:lnTo>
                <a:lnTo>
                  <a:pt x="1294278" y="1238005"/>
                </a:lnTo>
                <a:lnTo>
                  <a:pt x="0" y="1238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05E33-9123-4E62-9473-C01202C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540" y="1870497"/>
            <a:ext cx="1350551" cy="450184"/>
          </a:xfrm>
          <a:custGeom xmlns:a="http://schemas.openxmlformats.org/drawingml/2006/main">
            <a:pathLst>
              <a:path w="1350551" h="450184">
                <a:moveTo>
                  <a:pt x="0" y="450184"/>
                </a:moveTo>
                <a:lnTo>
                  <a:pt x="225092" y="0"/>
                </a:lnTo>
                <a:lnTo>
                  <a:pt x="1125459" y="0"/>
                </a:lnTo>
                <a:lnTo>
                  <a:pt x="1350551" y="450184"/>
                </a:lnTo>
                <a:lnTo>
                  <a:pt x="0" y="450184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F7686-1BF0-409F-AB37-66DB0CD9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540" y="1870497"/>
            <a:ext cx="1350551" cy="450184"/>
          </a:xfrm>
          <a:custGeom xmlns:a="http://schemas.openxmlformats.org/drawingml/2006/main">
            <a:pathLst>
              <a:path w="1350551" h="450184" fill="none">
                <a:moveTo>
                  <a:pt x="0" y="450184"/>
                </a:moveTo>
                <a:lnTo>
                  <a:pt x="225092" y="0"/>
                </a:lnTo>
                <a:lnTo>
                  <a:pt x="1125459" y="0"/>
                </a:lnTo>
                <a:lnTo>
                  <a:pt x="1350551" y="450184"/>
                </a:lnTo>
                <a:lnTo>
                  <a:pt x="0" y="4501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5E6F6-0A82-4114-9668-81DE9EB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540" y="1082676"/>
            <a:ext cx="1350551" cy="450184"/>
          </a:xfrm>
          <a:custGeom xmlns:a="http://schemas.openxmlformats.org/drawingml/2006/main">
            <a:pathLst>
              <a:path w="1350551" h="450184">
                <a:moveTo>
                  <a:pt x="1350551" y="0"/>
                </a:moveTo>
                <a:lnTo>
                  <a:pt x="1125459" y="450184"/>
                </a:lnTo>
                <a:lnTo>
                  <a:pt x="225092" y="450184"/>
                </a:lnTo>
                <a:lnTo>
                  <a:pt x="0" y="0"/>
                </a:lnTo>
                <a:lnTo>
                  <a:pt x="1350551" y="0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D0972-4CCA-4022-8D51-D13C9122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540" y="1082676"/>
            <a:ext cx="1350551" cy="450184"/>
          </a:xfrm>
          <a:custGeom xmlns:a="http://schemas.openxmlformats.org/drawingml/2006/main">
            <a:pathLst>
              <a:path w="1350551" h="450184" fill="none">
                <a:moveTo>
                  <a:pt x="1350551" y="0"/>
                </a:moveTo>
                <a:lnTo>
                  <a:pt x="1125459" y="450184"/>
                </a:lnTo>
                <a:lnTo>
                  <a:pt x="225092" y="450184"/>
                </a:lnTo>
                <a:lnTo>
                  <a:pt x="0" y="0"/>
                </a:lnTo>
                <a:lnTo>
                  <a:pt x="13505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8C918-E7DB-4C03-B424-FAFCF00C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22" y="1803966"/>
            <a:ext cx="136180" cy="96296"/>
          </a:xfrm>
          <a:custGeom xmlns:a="http://schemas.openxmlformats.org/drawingml/2006/main">
            <a:pathLst>
              <a:path w="136180" h="96296">
                <a:moveTo>
                  <a:pt x="52587" y="0"/>
                </a:moveTo>
                <a:cubicBezTo>
                  <a:pt x="53862" y="0"/>
                  <a:pt x="56139" y="46"/>
                  <a:pt x="59417" y="137"/>
                </a:cubicBezTo>
                <a:cubicBezTo>
                  <a:pt x="62695" y="228"/>
                  <a:pt x="65745" y="319"/>
                  <a:pt x="68568" y="410"/>
                </a:cubicBezTo>
                <a:cubicBezTo>
                  <a:pt x="73212" y="410"/>
                  <a:pt x="77082" y="364"/>
                  <a:pt x="80178" y="273"/>
                </a:cubicBezTo>
                <a:cubicBezTo>
                  <a:pt x="83275" y="182"/>
                  <a:pt x="85050" y="137"/>
                  <a:pt x="85505" y="137"/>
                </a:cubicBezTo>
                <a:cubicBezTo>
                  <a:pt x="87145" y="137"/>
                  <a:pt x="87964" y="501"/>
                  <a:pt x="87964" y="1229"/>
                </a:cubicBezTo>
                <a:cubicBezTo>
                  <a:pt x="87964" y="1594"/>
                  <a:pt x="87828" y="2277"/>
                  <a:pt x="87554" y="3278"/>
                </a:cubicBezTo>
                <a:cubicBezTo>
                  <a:pt x="87099" y="4917"/>
                  <a:pt x="86689" y="5828"/>
                  <a:pt x="86325" y="6010"/>
                </a:cubicBezTo>
                <a:cubicBezTo>
                  <a:pt x="85961" y="6192"/>
                  <a:pt x="84959" y="6283"/>
                  <a:pt x="83320" y="6283"/>
                </a:cubicBezTo>
                <a:cubicBezTo>
                  <a:pt x="81044" y="6374"/>
                  <a:pt x="79222" y="6602"/>
                  <a:pt x="77856" y="6966"/>
                </a:cubicBezTo>
                <a:cubicBezTo>
                  <a:pt x="76491" y="7330"/>
                  <a:pt x="75534" y="7695"/>
                  <a:pt x="74988" y="8059"/>
                </a:cubicBezTo>
                <a:cubicBezTo>
                  <a:pt x="74442" y="8423"/>
                  <a:pt x="74305" y="8833"/>
                  <a:pt x="74578" y="9288"/>
                </a:cubicBezTo>
                <a:cubicBezTo>
                  <a:pt x="74578" y="10381"/>
                  <a:pt x="75307" y="21217"/>
                  <a:pt x="76764" y="41797"/>
                </a:cubicBezTo>
                <a:cubicBezTo>
                  <a:pt x="78221" y="62376"/>
                  <a:pt x="78949" y="73258"/>
                  <a:pt x="78949" y="74442"/>
                </a:cubicBezTo>
                <a:lnTo>
                  <a:pt x="79222" y="74032"/>
                </a:lnTo>
                <a:cubicBezTo>
                  <a:pt x="79404" y="73759"/>
                  <a:pt x="79678" y="73303"/>
                  <a:pt x="80042" y="72666"/>
                </a:cubicBezTo>
                <a:cubicBezTo>
                  <a:pt x="80406" y="72029"/>
                  <a:pt x="80952" y="71164"/>
                  <a:pt x="81681" y="70071"/>
                </a:cubicBezTo>
                <a:cubicBezTo>
                  <a:pt x="82409" y="68978"/>
                  <a:pt x="83183" y="67612"/>
                  <a:pt x="84003" y="65973"/>
                </a:cubicBezTo>
                <a:cubicBezTo>
                  <a:pt x="84823" y="64334"/>
                  <a:pt x="85915" y="62467"/>
                  <a:pt x="87281" y="60373"/>
                </a:cubicBezTo>
                <a:cubicBezTo>
                  <a:pt x="88647" y="58278"/>
                  <a:pt x="90013" y="55820"/>
                  <a:pt x="91379" y="52997"/>
                </a:cubicBezTo>
                <a:cubicBezTo>
                  <a:pt x="92745" y="50174"/>
                  <a:pt x="94520" y="47124"/>
                  <a:pt x="96706" y="43845"/>
                </a:cubicBezTo>
                <a:cubicBezTo>
                  <a:pt x="106176" y="27090"/>
                  <a:pt x="111549" y="17529"/>
                  <a:pt x="112824" y="15162"/>
                </a:cubicBezTo>
                <a:cubicBezTo>
                  <a:pt x="114098" y="12794"/>
                  <a:pt x="114781" y="11337"/>
                  <a:pt x="114872" y="10791"/>
                </a:cubicBezTo>
                <a:cubicBezTo>
                  <a:pt x="114872" y="9425"/>
                  <a:pt x="114007" y="8332"/>
                  <a:pt x="112277" y="7512"/>
                </a:cubicBezTo>
                <a:cubicBezTo>
                  <a:pt x="110547" y="6693"/>
                  <a:pt x="108635" y="6283"/>
                  <a:pt x="106540" y="6283"/>
                </a:cubicBezTo>
                <a:cubicBezTo>
                  <a:pt x="105266" y="6283"/>
                  <a:pt x="104628" y="5828"/>
                  <a:pt x="104628" y="4917"/>
                </a:cubicBezTo>
                <a:cubicBezTo>
                  <a:pt x="104628" y="4644"/>
                  <a:pt x="104719" y="4052"/>
                  <a:pt x="104901" y="3142"/>
                </a:cubicBezTo>
                <a:cubicBezTo>
                  <a:pt x="105266" y="1685"/>
                  <a:pt x="105539" y="820"/>
                  <a:pt x="105721" y="546"/>
                </a:cubicBezTo>
                <a:cubicBezTo>
                  <a:pt x="105903" y="273"/>
                  <a:pt x="106540" y="137"/>
                  <a:pt x="107633" y="137"/>
                </a:cubicBezTo>
                <a:cubicBezTo>
                  <a:pt x="107906" y="137"/>
                  <a:pt x="108680" y="137"/>
                  <a:pt x="109955" y="137"/>
                </a:cubicBezTo>
                <a:cubicBezTo>
                  <a:pt x="111230" y="137"/>
                  <a:pt x="113006" y="137"/>
                  <a:pt x="115282" y="137"/>
                </a:cubicBezTo>
                <a:cubicBezTo>
                  <a:pt x="117559" y="137"/>
                  <a:pt x="120017" y="182"/>
                  <a:pt x="122658" y="273"/>
                </a:cubicBezTo>
                <a:cubicBezTo>
                  <a:pt x="128668" y="273"/>
                  <a:pt x="132538" y="182"/>
                  <a:pt x="134268" y="0"/>
                </a:cubicBezTo>
                <a:cubicBezTo>
                  <a:pt x="135543" y="0"/>
                  <a:pt x="136180" y="501"/>
                  <a:pt x="136180" y="1502"/>
                </a:cubicBezTo>
                <a:cubicBezTo>
                  <a:pt x="136180" y="2049"/>
                  <a:pt x="136044" y="2823"/>
                  <a:pt x="135771" y="3825"/>
                </a:cubicBezTo>
                <a:cubicBezTo>
                  <a:pt x="135498" y="4826"/>
                  <a:pt x="135179" y="5509"/>
                  <a:pt x="134815" y="5873"/>
                </a:cubicBezTo>
                <a:cubicBezTo>
                  <a:pt x="134450" y="6238"/>
                  <a:pt x="133995" y="6374"/>
                  <a:pt x="133449" y="6283"/>
                </a:cubicBezTo>
                <a:cubicBezTo>
                  <a:pt x="131445" y="6283"/>
                  <a:pt x="129624" y="6556"/>
                  <a:pt x="127985" y="7103"/>
                </a:cubicBezTo>
                <a:cubicBezTo>
                  <a:pt x="126346" y="7649"/>
                  <a:pt x="124980" y="8286"/>
                  <a:pt x="123887" y="9015"/>
                </a:cubicBezTo>
                <a:cubicBezTo>
                  <a:pt x="122795" y="9743"/>
                  <a:pt x="121930" y="10517"/>
                  <a:pt x="121292" y="11337"/>
                </a:cubicBezTo>
                <a:cubicBezTo>
                  <a:pt x="120655" y="12157"/>
                  <a:pt x="120108" y="12885"/>
                  <a:pt x="119653" y="13522"/>
                </a:cubicBezTo>
                <a:lnTo>
                  <a:pt x="119107" y="14342"/>
                </a:lnTo>
                <a:lnTo>
                  <a:pt x="96023" y="54773"/>
                </a:lnTo>
                <a:cubicBezTo>
                  <a:pt x="80725" y="81726"/>
                  <a:pt x="73030" y="95249"/>
                  <a:pt x="72939" y="95340"/>
                </a:cubicBezTo>
                <a:cubicBezTo>
                  <a:pt x="72393" y="95977"/>
                  <a:pt x="71300" y="96296"/>
                  <a:pt x="69661" y="96296"/>
                </a:cubicBezTo>
                <a:cubicBezTo>
                  <a:pt x="68295" y="96296"/>
                  <a:pt x="67430" y="96068"/>
                  <a:pt x="67066" y="95613"/>
                </a:cubicBezTo>
                <a:cubicBezTo>
                  <a:pt x="66793" y="95340"/>
                  <a:pt x="65928" y="84140"/>
                  <a:pt x="64471" y="62012"/>
                </a:cubicBezTo>
                <a:cubicBezTo>
                  <a:pt x="63014" y="39884"/>
                  <a:pt x="62240" y="28456"/>
                  <a:pt x="62149" y="27728"/>
                </a:cubicBezTo>
                <a:lnTo>
                  <a:pt x="60509" y="30186"/>
                </a:lnTo>
                <a:cubicBezTo>
                  <a:pt x="58506" y="33556"/>
                  <a:pt x="52678" y="43709"/>
                  <a:pt x="43026" y="60646"/>
                </a:cubicBezTo>
                <a:cubicBezTo>
                  <a:pt x="29913" y="83593"/>
                  <a:pt x="23266" y="95158"/>
                  <a:pt x="23084" y="95340"/>
                </a:cubicBezTo>
                <a:cubicBezTo>
                  <a:pt x="22902" y="95522"/>
                  <a:pt x="22674" y="95704"/>
                  <a:pt x="22401" y="95886"/>
                </a:cubicBezTo>
                <a:cubicBezTo>
                  <a:pt x="21945" y="96160"/>
                  <a:pt x="21126" y="96296"/>
                  <a:pt x="19942" y="96296"/>
                </a:cubicBezTo>
                <a:cubicBezTo>
                  <a:pt x="18212" y="96296"/>
                  <a:pt x="17256" y="95977"/>
                  <a:pt x="17074" y="95340"/>
                </a:cubicBezTo>
                <a:cubicBezTo>
                  <a:pt x="17074" y="95067"/>
                  <a:pt x="16072" y="80543"/>
                  <a:pt x="14069" y="51768"/>
                </a:cubicBezTo>
                <a:cubicBezTo>
                  <a:pt x="12065" y="22993"/>
                  <a:pt x="11018" y="8514"/>
                  <a:pt x="10927" y="8332"/>
                </a:cubicBezTo>
                <a:cubicBezTo>
                  <a:pt x="10745" y="7512"/>
                  <a:pt x="10290" y="7012"/>
                  <a:pt x="9561" y="6830"/>
                </a:cubicBezTo>
                <a:cubicBezTo>
                  <a:pt x="8833" y="6647"/>
                  <a:pt x="7057" y="6465"/>
                  <a:pt x="4234" y="6283"/>
                </a:cubicBezTo>
                <a:lnTo>
                  <a:pt x="956" y="6283"/>
                </a:lnTo>
                <a:cubicBezTo>
                  <a:pt x="319" y="5646"/>
                  <a:pt x="0" y="5145"/>
                  <a:pt x="0" y="4781"/>
                </a:cubicBezTo>
                <a:cubicBezTo>
                  <a:pt x="91" y="2686"/>
                  <a:pt x="683" y="1093"/>
                  <a:pt x="1776" y="0"/>
                </a:cubicBezTo>
                <a:lnTo>
                  <a:pt x="3415" y="0"/>
                </a:lnTo>
                <a:cubicBezTo>
                  <a:pt x="7239" y="273"/>
                  <a:pt x="11792" y="410"/>
                  <a:pt x="17074" y="410"/>
                </a:cubicBezTo>
                <a:cubicBezTo>
                  <a:pt x="28456" y="410"/>
                  <a:pt x="34694" y="273"/>
                  <a:pt x="35787" y="0"/>
                </a:cubicBezTo>
                <a:lnTo>
                  <a:pt x="37153" y="0"/>
                </a:lnTo>
                <a:cubicBezTo>
                  <a:pt x="37699" y="546"/>
                  <a:pt x="37972" y="956"/>
                  <a:pt x="37972" y="1229"/>
                </a:cubicBezTo>
                <a:cubicBezTo>
                  <a:pt x="37972" y="1502"/>
                  <a:pt x="37881" y="2322"/>
                  <a:pt x="37699" y="3688"/>
                </a:cubicBezTo>
                <a:cubicBezTo>
                  <a:pt x="37244" y="5054"/>
                  <a:pt x="36834" y="5919"/>
                  <a:pt x="36470" y="6283"/>
                </a:cubicBezTo>
                <a:lnTo>
                  <a:pt x="33601" y="6283"/>
                </a:lnTo>
                <a:cubicBezTo>
                  <a:pt x="28047" y="6556"/>
                  <a:pt x="25087" y="7330"/>
                  <a:pt x="24723" y="8605"/>
                </a:cubicBezTo>
                <a:cubicBezTo>
                  <a:pt x="27455" y="50493"/>
                  <a:pt x="29003" y="72529"/>
                  <a:pt x="29367" y="74715"/>
                </a:cubicBezTo>
                <a:lnTo>
                  <a:pt x="61466" y="18167"/>
                </a:lnTo>
                <a:lnTo>
                  <a:pt x="61192" y="13113"/>
                </a:lnTo>
                <a:cubicBezTo>
                  <a:pt x="60919" y="9288"/>
                  <a:pt x="60464" y="7239"/>
                  <a:pt x="59827" y="6966"/>
                </a:cubicBezTo>
                <a:cubicBezTo>
                  <a:pt x="59280" y="6602"/>
                  <a:pt x="57368" y="6374"/>
                  <a:pt x="54090" y="6283"/>
                </a:cubicBezTo>
                <a:cubicBezTo>
                  <a:pt x="52360" y="6283"/>
                  <a:pt x="51221" y="6192"/>
                  <a:pt x="50675" y="6010"/>
                </a:cubicBezTo>
                <a:cubicBezTo>
                  <a:pt x="50129" y="5828"/>
                  <a:pt x="49855" y="5418"/>
                  <a:pt x="49855" y="4781"/>
                </a:cubicBezTo>
                <a:cubicBezTo>
                  <a:pt x="49855" y="4599"/>
                  <a:pt x="49946" y="4052"/>
                  <a:pt x="50129" y="3142"/>
                </a:cubicBezTo>
                <a:cubicBezTo>
                  <a:pt x="50220" y="2777"/>
                  <a:pt x="50311" y="2368"/>
                  <a:pt x="50402" y="1912"/>
                </a:cubicBezTo>
                <a:cubicBezTo>
                  <a:pt x="50493" y="1457"/>
                  <a:pt x="50538" y="1138"/>
                  <a:pt x="50538" y="956"/>
                </a:cubicBezTo>
                <a:cubicBezTo>
                  <a:pt x="50538" y="774"/>
                  <a:pt x="50675" y="592"/>
                  <a:pt x="50948" y="410"/>
                </a:cubicBezTo>
                <a:cubicBezTo>
                  <a:pt x="51221" y="228"/>
                  <a:pt x="51403" y="137"/>
                  <a:pt x="51495" y="137"/>
                </a:cubicBezTo>
                <a:cubicBezTo>
                  <a:pt x="51586" y="137"/>
                  <a:pt x="51950" y="91"/>
                  <a:pt x="5258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254B2-0157-4966-BC52-773A765E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22" y="1803966"/>
            <a:ext cx="136180" cy="96296"/>
          </a:xfrm>
          <a:custGeom xmlns:a="http://schemas.openxmlformats.org/drawingml/2006/main">
            <a:pathLst>
              <a:path w="136180" h="96296" fill="none">
                <a:moveTo>
                  <a:pt x="52587" y="0"/>
                </a:moveTo>
                <a:cubicBezTo>
                  <a:pt x="53862" y="0"/>
                  <a:pt x="56139" y="46"/>
                  <a:pt x="59417" y="137"/>
                </a:cubicBezTo>
                <a:cubicBezTo>
                  <a:pt x="62695" y="228"/>
                  <a:pt x="65745" y="319"/>
                  <a:pt x="68568" y="410"/>
                </a:cubicBezTo>
                <a:cubicBezTo>
                  <a:pt x="73212" y="410"/>
                  <a:pt x="77082" y="364"/>
                  <a:pt x="80178" y="273"/>
                </a:cubicBezTo>
                <a:cubicBezTo>
                  <a:pt x="83275" y="182"/>
                  <a:pt x="85050" y="137"/>
                  <a:pt x="85505" y="137"/>
                </a:cubicBezTo>
                <a:cubicBezTo>
                  <a:pt x="87145" y="137"/>
                  <a:pt x="87964" y="501"/>
                  <a:pt x="87964" y="1229"/>
                </a:cubicBezTo>
                <a:cubicBezTo>
                  <a:pt x="87964" y="1594"/>
                  <a:pt x="87828" y="2277"/>
                  <a:pt x="87554" y="3278"/>
                </a:cubicBezTo>
                <a:cubicBezTo>
                  <a:pt x="87099" y="4917"/>
                  <a:pt x="86689" y="5828"/>
                  <a:pt x="86325" y="6010"/>
                </a:cubicBezTo>
                <a:cubicBezTo>
                  <a:pt x="85961" y="6192"/>
                  <a:pt x="84959" y="6283"/>
                  <a:pt x="83320" y="6283"/>
                </a:cubicBezTo>
                <a:cubicBezTo>
                  <a:pt x="81044" y="6374"/>
                  <a:pt x="79222" y="6602"/>
                  <a:pt x="77856" y="6966"/>
                </a:cubicBezTo>
                <a:cubicBezTo>
                  <a:pt x="76491" y="7330"/>
                  <a:pt x="75534" y="7695"/>
                  <a:pt x="74988" y="8059"/>
                </a:cubicBezTo>
                <a:cubicBezTo>
                  <a:pt x="74442" y="8423"/>
                  <a:pt x="74305" y="8833"/>
                  <a:pt x="74578" y="9288"/>
                </a:cubicBezTo>
                <a:cubicBezTo>
                  <a:pt x="74578" y="10381"/>
                  <a:pt x="75307" y="21217"/>
                  <a:pt x="76764" y="41797"/>
                </a:cubicBezTo>
                <a:cubicBezTo>
                  <a:pt x="78221" y="62376"/>
                  <a:pt x="78949" y="73258"/>
                  <a:pt x="78949" y="74442"/>
                </a:cubicBezTo>
                <a:lnTo>
                  <a:pt x="79222" y="74032"/>
                </a:lnTo>
                <a:cubicBezTo>
                  <a:pt x="79404" y="73759"/>
                  <a:pt x="79678" y="73303"/>
                  <a:pt x="80042" y="72666"/>
                </a:cubicBezTo>
                <a:cubicBezTo>
                  <a:pt x="80406" y="72029"/>
                  <a:pt x="80952" y="71164"/>
                  <a:pt x="81681" y="70071"/>
                </a:cubicBezTo>
                <a:cubicBezTo>
                  <a:pt x="82409" y="68978"/>
                  <a:pt x="83183" y="67612"/>
                  <a:pt x="84003" y="65973"/>
                </a:cubicBezTo>
                <a:cubicBezTo>
                  <a:pt x="84823" y="64334"/>
                  <a:pt x="85915" y="62467"/>
                  <a:pt x="87281" y="60373"/>
                </a:cubicBezTo>
                <a:cubicBezTo>
                  <a:pt x="88647" y="58278"/>
                  <a:pt x="90013" y="55820"/>
                  <a:pt x="91379" y="52997"/>
                </a:cubicBezTo>
                <a:cubicBezTo>
                  <a:pt x="92745" y="50174"/>
                  <a:pt x="94520" y="47124"/>
                  <a:pt x="96706" y="43845"/>
                </a:cubicBezTo>
                <a:cubicBezTo>
                  <a:pt x="106176" y="27090"/>
                  <a:pt x="111549" y="17529"/>
                  <a:pt x="112824" y="15162"/>
                </a:cubicBezTo>
                <a:cubicBezTo>
                  <a:pt x="114098" y="12794"/>
                  <a:pt x="114781" y="11337"/>
                  <a:pt x="114872" y="10791"/>
                </a:cubicBezTo>
                <a:cubicBezTo>
                  <a:pt x="114872" y="9425"/>
                  <a:pt x="114007" y="8332"/>
                  <a:pt x="112277" y="7512"/>
                </a:cubicBezTo>
                <a:cubicBezTo>
                  <a:pt x="110547" y="6693"/>
                  <a:pt x="108635" y="6283"/>
                  <a:pt x="106540" y="6283"/>
                </a:cubicBezTo>
                <a:cubicBezTo>
                  <a:pt x="105266" y="6283"/>
                  <a:pt x="104628" y="5828"/>
                  <a:pt x="104628" y="4917"/>
                </a:cubicBezTo>
                <a:cubicBezTo>
                  <a:pt x="104628" y="4644"/>
                  <a:pt x="104719" y="4052"/>
                  <a:pt x="104901" y="3142"/>
                </a:cubicBezTo>
                <a:cubicBezTo>
                  <a:pt x="105266" y="1685"/>
                  <a:pt x="105539" y="820"/>
                  <a:pt x="105721" y="546"/>
                </a:cubicBezTo>
                <a:cubicBezTo>
                  <a:pt x="105903" y="273"/>
                  <a:pt x="106540" y="137"/>
                  <a:pt x="107633" y="137"/>
                </a:cubicBezTo>
                <a:cubicBezTo>
                  <a:pt x="107906" y="137"/>
                  <a:pt x="108680" y="137"/>
                  <a:pt x="109955" y="137"/>
                </a:cubicBezTo>
                <a:cubicBezTo>
                  <a:pt x="111230" y="137"/>
                  <a:pt x="113006" y="137"/>
                  <a:pt x="115282" y="137"/>
                </a:cubicBezTo>
                <a:cubicBezTo>
                  <a:pt x="117559" y="137"/>
                  <a:pt x="120017" y="182"/>
                  <a:pt x="122658" y="273"/>
                </a:cubicBezTo>
                <a:cubicBezTo>
                  <a:pt x="128668" y="273"/>
                  <a:pt x="132538" y="182"/>
                  <a:pt x="134268" y="0"/>
                </a:cubicBezTo>
                <a:cubicBezTo>
                  <a:pt x="135543" y="0"/>
                  <a:pt x="136180" y="501"/>
                  <a:pt x="136180" y="1502"/>
                </a:cubicBezTo>
                <a:cubicBezTo>
                  <a:pt x="136180" y="2049"/>
                  <a:pt x="136044" y="2823"/>
                  <a:pt x="135771" y="3825"/>
                </a:cubicBezTo>
                <a:cubicBezTo>
                  <a:pt x="135498" y="4826"/>
                  <a:pt x="135179" y="5509"/>
                  <a:pt x="134815" y="5873"/>
                </a:cubicBezTo>
                <a:cubicBezTo>
                  <a:pt x="134450" y="6238"/>
                  <a:pt x="133995" y="6374"/>
                  <a:pt x="133449" y="6283"/>
                </a:cubicBezTo>
                <a:cubicBezTo>
                  <a:pt x="131445" y="6283"/>
                  <a:pt x="129624" y="6556"/>
                  <a:pt x="127985" y="7103"/>
                </a:cubicBezTo>
                <a:cubicBezTo>
                  <a:pt x="126346" y="7649"/>
                  <a:pt x="124980" y="8286"/>
                  <a:pt x="123887" y="9015"/>
                </a:cubicBezTo>
                <a:cubicBezTo>
                  <a:pt x="122795" y="9743"/>
                  <a:pt x="121930" y="10517"/>
                  <a:pt x="121292" y="11337"/>
                </a:cubicBezTo>
                <a:cubicBezTo>
                  <a:pt x="120655" y="12157"/>
                  <a:pt x="120108" y="12885"/>
                  <a:pt x="119653" y="13522"/>
                </a:cubicBezTo>
                <a:lnTo>
                  <a:pt x="119107" y="14342"/>
                </a:lnTo>
                <a:lnTo>
                  <a:pt x="96023" y="54773"/>
                </a:lnTo>
                <a:cubicBezTo>
                  <a:pt x="80725" y="81726"/>
                  <a:pt x="73030" y="95249"/>
                  <a:pt x="72939" y="95340"/>
                </a:cubicBezTo>
                <a:cubicBezTo>
                  <a:pt x="72393" y="95977"/>
                  <a:pt x="71300" y="96296"/>
                  <a:pt x="69661" y="96296"/>
                </a:cubicBezTo>
                <a:cubicBezTo>
                  <a:pt x="68295" y="96296"/>
                  <a:pt x="67430" y="96068"/>
                  <a:pt x="67066" y="95613"/>
                </a:cubicBezTo>
                <a:cubicBezTo>
                  <a:pt x="66793" y="95340"/>
                  <a:pt x="65928" y="84140"/>
                  <a:pt x="64471" y="62012"/>
                </a:cubicBezTo>
                <a:cubicBezTo>
                  <a:pt x="63014" y="39884"/>
                  <a:pt x="62240" y="28456"/>
                  <a:pt x="62149" y="27728"/>
                </a:cubicBezTo>
                <a:lnTo>
                  <a:pt x="60509" y="30186"/>
                </a:lnTo>
                <a:cubicBezTo>
                  <a:pt x="58506" y="33556"/>
                  <a:pt x="52678" y="43709"/>
                  <a:pt x="43026" y="60646"/>
                </a:cubicBezTo>
                <a:cubicBezTo>
                  <a:pt x="29913" y="83593"/>
                  <a:pt x="23266" y="95158"/>
                  <a:pt x="23084" y="95340"/>
                </a:cubicBezTo>
                <a:cubicBezTo>
                  <a:pt x="22902" y="95522"/>
                  <a:pt x="22674" y="95704"/>
                  <a:pt x="22401" y="95886"/>
                </a:cubicBezTo>
                <a:cubicBezTo>
                  <a:pt x="21945" y="96160"/>
                  <a:pt x="21126" y="96296"/>
                  <a:pt x="19942" y="96296"/>
                </a:cubicBezTo>
                <a:cubicBezTo>
                  <a:pt x="18212" y="96296"/>
                  <a:pt x="17256" y="95977"/>
                  <a:pt x="17074" y="95340"/>
                </a:cubicBezTo>
                <a:cubicBezTo>
                  <a:pt x="17074" y="95067"/>
                  <a:pt x="16072" y="80543"/>
                  <a:pt x="14069" y="51768"/>
                </a:cubicBezTo>
                <a:cubicBezTo>
                  <a:pt x="12065" y="22993"/>
                  <a:pt x="11018" y="8514"/>
                  <a:pt x="10927" y="8332"/>
                </a:cubicBezTo>
                <a:cubicBezTo>
                  <a:pt x="10745" y="7512"/>
                  <a:pt x="10290" y="7012"/>
                  <a:pt x="9561" y="6830"/>
                </a:cubicBezTo>
                <a:cubicBezTo>
                  <a:pt x="8833" y="6647"/>
                  <a:pt x="7057" y="6465"/>
                  <a:pt x="4234" y="6283"/>
                </a:cubicBezTo>
                <a:lnTo>
                  <a:pt x="956" y="6283"/>
                </a:lnTo>
                <a:cubicBezTo>
                  <a:pt x="319" y="5646"/>
                  <a:pt x="0" y="5145"/>
                  <a:pt x="0" y="4781"/>
                </a:cubicBezTo>
                <a:cubicBezTo>
                  <a:pt x="91" y="2686"/>
                  <a:pt x="683" y="1093"/>
                  <a:pt x="1776" y="0"/>
                </a:cubicBezTo>
                <a:lnTo>
                  <a:pt x="3415" y="0"/>
                </a:lnTo>
                <a:cubicBezTo>
                  <a:pt x="7239" y="273"/>
                  <a:pt x="11792" y="410"/>
                  <a:pt x="17074" y="410"/>
                </a:cubicBezTo>
                <a:cubicBezTo>
                  <a:pt x="28456" y="410"/>
                  <a:pt x="34694" y="273"/>
                  <a:pt x="35787" y="0"/>
                </a:cubicBezTo>
                <a:lnTo>
                  <a:pt x="37153" y="0"/>
                </a:lnTo>
                <a:cubicBezTo>
                  <a:pt x="37699" y="546"/>
                  <a:pt x="37972" y="956"/>
                  <a:pt x="37972" y="1229"/>
                </a:cubicBezTo>
                <a:cubicBezTo>
                  <a:pt x="37972" y="1502"/>
                  <a:pt x="37881" y="2322"/>
                  <a:pt x="37699" y="3688"/>
                </a:cubicBezTo>
                <a:cubicBezTo>
                  <a:pt x="37244" y="5054"/>
                  <a:pt x="36834" y="5919"/>
                  <a:pt x="36470" y="6283"/>
                </a:cubicBezTo>
                <a:lnTo>
                  <a:pt x="33601" y="6283"/>
                </a:lnTo>
                <a:cubicBezTo>
                  <a:pt x="28047" y="6556"/>
                  <a:pt x="25087" y="7330"/>
                  <a:pt x="24723" y="8605"/>
                </a:cubicBezTo>
                <a:cubicBezTo>
                  <a:pt x="27455" y="50493"/>
                  <a:pt x="29003" y="72529"/>
                  <a:pt x="29367" y="74715"/>
                </a:cubicBezTo>
                <a:lnTo>
                  <a:pt x="61466" y="18167"/>
                </a:lnTo>
                <a:lnTo>
                  <a:pt x="61192" y="13113"/>
                </a:lnTo>
                <a:cubicBezTo>
                  <a:pt x="60919" y="9288"/>
                  <a:pt x="60464" y="7239"/>
                  <a:pt x="59827" y="6966"/>
                </a:cubicBezTo>
                <a:cubicBezTo>
                  <a:pt x="59280" y="6602"/>
                  <a:pt x="57368" y="6374"/>
                  <a:pt x="54090" y="6283"/>
                </a:cubicBezTo>
                <a:cubicBezTo>
                  <a:pt x="52360" y="6283"/>
                  <a:pt x="51221" y="6192"/>
                  <a:pt x="50675" y="6010"/>
                </a:cubicBezTo>
                <a:cubicBezTo>
                  <a:pt x="50129" y="5828"/>
                  <a:pt x="49855" y="5418"/>
                  <a:pt x="49855" y="4781"/>
                </a:cubicBezTo>
                <a:cubicBezTo>
                  <a:pt x="49855" y="4599"/>
                  <a:pt x="49946" y="4052"/>
                  <a:pt x="50129" y="3142"/>
                </a:cubicBezTo>
                <a:cubicBezTo>
                  <a:pt x="50220" y="2777"/>
                  <a:pt x="50311" y="2368"/>
                  <a:pt x="50402" y="1912"/>
                </a:cubicBezTo>
                <a:cubicBezTo>
                  <a:pt x="50493" y="1457"/>
                  <a:pt x="50538" y="1138"/>
                  <a:pt x="50538" y="956"/>
                </a:cubicBezTo>
                <a:cubicBezTo>
                  <a:pt x="50538" y="774"/>
                  <a:pt x="50675" y="592"/>
                  <a:pt x="50948" y="410"/>
                </a:cubicBezTo>
                <a:cubicBezTo>
                  <a:pt x="51221" y="228"/>
                  <a:pt x="51403" y="137"/>
                  <a:pt x="51495" y="137"/>
                </a:cubicBezTo>
                <a:cubicBezTo>
                  <a:pt x="51586" y="137"/>
                  <a:pt x="51950" y="91"/>
                  <a:pt x="5258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4825C-31F0-4766-BF4A-85A5E8EA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21" y="1823407"/>
            <a:ext cx="68159" cy="79450"/>
          </a:xfrm>
          <a:custGeom xmlns:a="http://schemas.openxmlformats.org/drawingml/2006/main">
            <a:pathLst>
              <a:path w="68159" h="79450">
                <a:moveTo>
                  <a:pt x="0" y="39702"/>
                </a:moveTo>
                <a:cubicBezTo>
                  <a:pt x="0" y="28593"/>
                  <a:pt x="3733" y="19487"/>
                  <a:pt x="11200" y="12384"/>
                </a:cubicBezTo>
                <a:cubicBezTo>
                  <a:pt x="18667" y="5281"/>
                  <a:pt x="27500" y="1229"/>
                  <a:pt x="37699" y="228"/>
                </a:cubicBezTo>
                <a:cubicBezTo>
                  <a:pt x="37790" y="228"/>
                  <a:pt x="38564" y="228"/>
                  <a:pt x="40021" y="228"/>
                </a:cubicBezTo>
                <a:cubicBezTo>
                  <a:pt x="41478" y="228"/>
                  <a:pt x="43390" y="182"/>
                  <a:pt x="45758" y="91"/>
                </a:cubicBezTo>
                <a:cubicBezTo>
                  <a:pt x="48125" y="0"/>
                  <a:pt x="50402" y="0"/>
                  <a:pt x="52587" y="91"/>
                </a:cubicBezTo>
                <a:lnTo>
                  <a:pt x="66110" y="91"/>
                </a:lnTo>
                <a:cubicBezTo>
                  <a:pt x="67476" y="820"/>
                  <a:pt x="68159" y="1730"/>
                  <a:pt x="68159" y="2823"/>
                </a:cubicBezTo>
                <a:cubicBezTo>
                  <a:pt x="68159" y="3642"/>
                  <a:pt x="67567" y="4507"/>
                  <a:pt x="66383" y="5418"/>
                </a:cubicBezTo>
                <a:lnTo>
                  <a:pt x="52177" y="5555"/>
                </a:lnTo>
                <a:cubicBezTo>
                  <a:pt x="42070" y="5646"/>
                  <a:pt x="35832" y="5919"/>
                  <a:pt x="33465" y="6374"/>
                </a:cubicBezTo>
                <a:cubicBezTo>
                  <a:pt x="29003" y="7467"/>
                  <a:pt x="25042" y="9106"/>
                  <a:pt x="21581" y="11291"/>
                </a:cubicBezTo>
                <a:cubicBezTo>
                  <a:pt x="18121" y="13477"/>
                  <a:pt x="15435" y="15708"/>
                  <a:pt x="13522" y="17984"/>
                </a:cubicBezTo>
                <a:cubicBezTo>
                  <a:pt x="11610" y="20261"/>
                  <a:pt x="9971" y="22765"/>
                  <a:pt x="8605" y="25497"/>
                </a:cubicBezTo>
                <a:cubicBezTo>
                  <a:pt x="7239" y="28229"/>
                  <a:pt x="6420" y="30414"/>
                  <a:pt x="6147" y="32053"/>
                </a:cubicBezTo>
                <a:cubicBezTo>
                  <a:pt x="5873" y="33692"/>
                  <a:pt x="5646" y="35240"/>
                  <a:pt x="5464" y="36697"/>
                </a:cubicBezTo>
                <a:lnTo>
                  <a:pt x="5464" y="36970"/>
                </a:lnTo>
                <a:lnTo>
                  <a:pt x="66110" y="36970"/>
                </a:lnTo>
                <a:cubicBezTo>
                  <a:pt x="67476" y="37699"/>
                  <a:pt x="68159" y="38610"/>
                  <a:pt x="68159" y="39702"/>
                </a:cubicBezTo>
                <a:cubicBezTo>
                  <a:pt x="68159" y="40795"/>
                  <a:pt x="67476" y="41706"/>
                  <a:pt x="66110" y="42434"/>
                </a:cubicBezTo>
                <a:lnTo>
                  <a:pt x="5464" y="42434"/>
                </a:lnTo>
                <a:lnTo>
                  <a:pt x="5464" y="42707"/>
                </a:lnTo>
                <a:cubicBezTo>
                  <a:pt x="5464" y="44619"/>
                  <a:pt x="5919" y="46942"/>
                  <a:pt x="6830" y="49673"/>
                </a:cubicBezTo>
                <a:cubicBezTo>
                  <a:pt x="7740" y="52405"/>
                  <a:pt x="9243" y="55365"/>
                  <a:pt x="11337" y="58552"/>
                </a:cubicBezTo>
                <a:cubicBezTo>
                  <a:pt x="13431" y="61739"/>
                  <a:pt x="16345" y="64653"/>
                  <a:pt x="20079" y="67293"/>
                </a:cubicBezTo>
                <a:cubicBezTo>
                  <a:pt x="23812" y="69934"/>
                  <a:pt x="28229" y="71801"/>
                  <a:pt x="33328" y="72894"/>
                </a:cubicBezTo>
                <a:cubicBezTo>
                  <a:pt x="35787" y="73440"/>
                  <a:pt x="42070" y="73759"/>
                  <a:pt x="52177" y="73850"/>
                </a:cubicBezTo>
                <a:lnTo>
                  <a:pt x="66383" y="73850"/>
                </a:lnTo>
                <a:cubicBezTo>
                  <a:pt x="67567" y="74760"/>
                  <a:pt x="68159" y="75671"/>
                  <a:pt x="68159" y="76582"/>
                </a:cubicBezTo>
                <a:cubicBezTo>
                  <a:pt x="68159" y="77674"/>
                  <a:pt x="67476" y="78585"/>
                  <a:pt x="66110" y="79313"/>
                </a:cubicBezTo>
                <a:lnTo>
                  <a:pt x="52860" y="79313"/>
                </a:lnTo>
                <a:cubicBezTo>
                  <a:pt x="52223" y="79313"/>
                  <a:pt x="51085" y="79313"/>
                  <a:pt x="49446" y="79313"/>
                </a:cubicBezTo>
                <a:cubicBezTo>
                  <a:pt x="47807" y="79313"/>
                  <a:pt x="46486" y="79359"/>
                  <a:pt x="45485" y="79450"/>
                </a:cubicBezTo>
                <a:cubicBezTo>
                  <a:pt x="31370" y="79450"/>
                  <a:pt x="20215" y="75534"/>
                  <a:pt x="12020" y="67703"/>
                </a:cubicBezTo>
                <a:cubicBezTo>
                  <a:pt x="4007" y="60236"/>
                  <a:pt x="0" y="50903"/>
                  <a:pt x="0" y="3970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5342D-0B09-4508-B1A7-B274BAF6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21" y="1823407"/>
            <a:ext cx="68159" cy="79450"/>
          </a:xfrm>
          <a:custGeom xmlns:a="http://schemas.openxmlformats.org/drawingml/2006/main">
            <a:pathLst>
              <a:path w="68159" h="79450" fill="none">
                <a:moveTo>
                  <a:pt x="0" y="39702"/>
                </a:moveTo>
                <a:cubicBezTo>
                  <a:pt x="0" y="28593"/>
                  <a:pt x="3733" y="19487"/>
                  <a:pt x="11200" y="12384"/>
                </a:cubicBezTo>
                <a:cubicBezTo>
                  <a:pt x="18667" y="5281"/>
                  <a:pt x="27500" y="1229"/>
                  <a:pt x="37699" y="228"/>
                </a:cubicBezTo>
                <a:cubicBezTo>
                  <a:pt x="37790" y="228"/>
                  <a:pt x="38564" y="228"/>
                  <a:pt x="40021" y="228"/>
                </a:cubicBezTo>
                <a:cubicBezTo>
                  <a:pt x="41478" y="228"/>
                  <a:pt x="43390" y="182"/>
                  <a:pt x="45758" y="91"/>
                </a:cubicBezTo>
                <a:cubicBezTo>
                  <a:pt x="48125" y="0"/>
                  <a:pt x="50402" y="0"/>
                  <a:pt x="52587" y="91"/>
                </a:cubicBezTo>
                <a:lnTo>
                  <a:pt x="66110" y="91"/>
                </a:lnTo>
                <a:cubicBezTo>
                  <a:pt x="67476" y="820"/>
                  <a:pt x="68159" y="1730"/>
                  <a:pt x="68159" y="2823"/>
                </a:cubicBezTo>
                <a:cubicBezTo>
                  <a:pt x="68159" y="3642"/>
                  <a:pt x="67567" y="4507"/>
                  <a:pt x="66383" y="5418"/>
                </a:cubicBezTo>
                <a:lnTo>
                  <a:pt x="52177" y="5555"/>
                </a:lnTo>
                <a:cubicBezTo>
                  <a:pt x="42070" y="5646"/>
                  <a:pt x="35832" y="5919"/>
                  <a:pt x="33465" y="6374"/>
                </a:cubicBezTo>
                <a:cubicBezTo>
                  <a:pt x="29003" y="7467"/>
                  <a:pt x="25042" y="9106"/>
                  <a:pt x="21581" y="11291"/>
                </a:cubicBezTo>
                <a:cubicBezTo>
                  <a:pt x="18121" y="13477"/>
                  <a:pt x="15435" y="15708"/>
                  <a:pt x="13522" y="17984"/>
                </a:cubicBezTo>
                <a:cubicBezTo>
                  <a:pt x="11610" y="20261"/>
                  <a:pt x="9971" y="22765"/>
                  <a:pt x="8605" y="25497"/>
                </a:cubicBezTo>
                <a:cubicBezTo>
                  <a:pt x="7239" y="28229"/>
                  <a:pt x="6420" y="30414"/>
                  <a:pt x="6147" y="32053"/>
                </a:cubicBezTo>
                <a:cubicBezTo>
                  <a:pt x="5873" y="33692"/>
                  <a:pt x="5646" y="35240"/>
                  <a:pt x="5464" y="36697"/>
                </a:cubicBezTo>
                <a:lnTo>
                  <a:pt x="5464" y="36970"/>
                </a:lnTo>
                <a:lnTo>
                  <a:pt x="66110" y="36970"/>
                </a:lnTo>
                <a:cubicBezTo>
                  <a:pt x="67476" y="37699"/>
                  <a:pt x="68159" y="38610"/>
                  <a:pt x="68159" y="39702"/>
                </a:cubicBezTo>
                <a:cubicBezTo>
                  <a:pt x="68159" y="40795"/>
                  <a:pt x="67476" y="41706"/>
                  <a:pt x="66110" y="42434"/>
                </a:cubicBezTo>
                <a:lnTo>
                  <a:pt x="5464" y="42434"/>
                </a:lnTo>
                <a:lnTo>
                  <a:pt x="5464" y="42707"/>
                </a:lnTo>
                <a:cubicBezTo>
                  <a:pt x="5464" y="44619"/>
                  <a:pt x="5919" y="46942"/>
                  <a:pt x="6830" y="49673"/>
                </a:cubicBezTo>
                <a:cubicBezTo>
                  <a:pt x="7740" y="52405"/>
                  <a:pt x="9243" y="55365"/>
                  <a:pt x="11337" y="58552"/>
                </a:cubicBezTo>
                <a:cubicBezTo>
                  <a:pt x="13431" y="61739"/>
                  <a:pt x="16345" y="64653"/>
                  <a:pt x="20079" y="67293"/>
                </a:cubicBezTo>
                <a:cubicBezTo>
                  <a:pt x="23812" y="69934"/>
                  <a:pt x="28229" y="71801"/>
                  <a:pt x="33328" y="72894"/>
                </a:cubicBezTo>
                <a:cubicBezTo>
                  <a:pt x="35787" y="73440"/>
                  <a:pt x="42070" y="73759"/>
                  <a:pt x="52177" y="73850"/>
                </a:cubicBezTo>
                <a:lnTo>
                  <a:pt x="66383" y="73850"/>
                </a:lnTo>
                <a:cubicBezTo>
                  <a:pt x="67567" y="74760"/>
                  <a:pt x="68159" y="75671"/>
                  <a:pt x="68159" y="76582"/>
                </a:cubicBezTo>
                <a:cubicBezTo>
                  <a:pt x="68159" y="77674"/>
                  <a:pt x="67476" y="78585"/>
                  <a:pt x="66110" y="79313"/>
                </a:cubicBezTo>
                <a:lnTo>
                  <a:pt x="52860" y="79313"/>
                </a:lnTo>
                <a:cubicBezTo>
                  <a:pt x="52223" y="79313"/>
                  <a:pt x="51085" y="79313"/>
                  <a:pt x="49446" y="79313"/>
                </a:cubicBezTo>
                <a:cubicBezTo>
                  <a:pt x="47807" y="79313"/>
                  <a:pt x="46486" y="79359"/>
                  <a:pt x="45485" y="79450"/>
                </a:cubicBezTo>
                <a:cubicBezTo>
                  <a:pt x="31370" y="79450"/>
                  <a:pt x="20215" y="75534"/>
                  <a:pt x="12020" y="67703"/>
                </a:cubicBezTo>
                <a:cubicBezTo>
                  <a:pt x="4007" y="60236"/>
                  <a:pt x="0" y="50903"/>
                  <a:pt x="0" y="397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5427B-404E-4CE2-BBC7-65308F74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05" y="1803966"/>
            <a:ext cx="98618" cy="96160"/>
          </a:xfrm>
          <a:custGeom xmlns:a="http://schemas.openxmlformats.org/drawingml/2006/main">
            <a:pathLst>
              <a:path w="98618" h="96160">
                <a:moveTo>
                  <a:pt x="26908" y="6283"/>
                </a:moveTo>
                <a:cubicBezTo>
                  <a:pt x="24450" y="6283"/>
                  <a:pt x="22993" y="6238"/>
                  <a:pt x="22537" y="6147"/>
                </a:cubicBezTo>
                <a:cubicBezTo>
                  <a:pt x="22082" y="6055"/>
                  <a:pt x="21854" y="5555"/>
                  <a:pt x="21854" y="4644"/>
                </a:cubicBezTo>
                <a:cubicBezTo>
                  <a:pt x="21854" y="2185"/>
                  <a:pt x="22355" y="683"/>
                  <a:pt x="23357" y="137"/>
                </a:cubicBezTo>
                <a:cubicBezTo>
                  <a:pt x="23539" y="46"/>
                  <a:pt x="31461" y="0"/>
                  <a:pt x="47124" y="0"/>
                </a:cubicBezTo>
                <a:cubicBezTo>
                  <a:pt x="62786" y="91"/>
                  <a:pt x="71255" y="228"/>
                  <a:pt x="72529" y="410"/>
                </a:cubicBezTo>
                <a:cubicBezTo>
                  <a:pt x="77629" y="1138"/>
                  <a:pt x="81909" y="2413"/>
                  <a:pt x="85369" y="4234"/>
                </a:cubicBezTo>
                <a:cubicBezTo>
                  <a:pt x="88829" y="6055"/>
                  <a:pt x="91288" y="8150"/>
                  <a:pt x="92745" y="10517"/>
                </a:cubicBezTo>
                <a:cubicBezTo>
                  <a:pt x="94202" y="12885"/>
                  <a:pt x="95158" y="14843"/>
                  <a:pt x="95613" y="16391"/>
                </a:cubicBezTo>
                <a:cubicBezTo>
                  <a:pt x="96068" y="17939"/>
                  <a:pt x="96342" y="19487"/>
                  <a:pt x="96433" y="21035"/>
                </a:cubicBezTo>
                <a:cubicBezTo>
                  <a:pt x="96433" y="25133"/>
                  <a:pt x="95112" y="28957"/>
                  <a:pt x="92472" y="32508"/>
                </a:cubicBezTo>
                <a:cubicBezTo>
                  <a:pt x="89831" y="36060"/>
                  <a:pt x="86780" y="38792"/>
                  <a:pt x="83320" y="40704"/>
                </a:cubicBezTo>
                <a:cubicBezTo>
                  <a:pt x="79860" y="42616"/>
                  <a:pt x="76809" y="44164"/>
                  <a:pt x="74168" y="45348"/>
                </a:cubicBezTo>
                <a:cubicBezTo>
                  <a:pt x="71528" y="46532"/>
                  <a:pt x="69798" y="47124"/>
                  <a:pt x="68978" y="47124"/>
                </a:cubicBezTo>
                <a:lnTo>
                  <a:pt x="69934" y="47807"/>
                </a:lnTo>
                <a:cubicBezTo>
                  <a:pt x="76035" y="51267"/>
                  <a:pt x="79086" y="56275"/>
                  <a:pt x="79086" y="62832"/>
                </a:cubicBezTo>
                <a:cubicBezTo>
                  <a:pt x="79086" y="63833"/>
                  <a:pt x="78858" y="66611"/>
                  <a:pt x="78403" y="71164"/>
                </a:cubicBezTo>
                <a:cubicBezTo>
                  <a:pt x="77948" y="75717"/>
                  <a:pt x="77720" y="79450"/>
                  <a:pt x="77720" y="82364"/>
                </a:cubicBezTo>
                <a:lnTo>
                  <a:pt x="77720" y="83593"/>
                </a:lnTo>
                <a:cubicBezTo>
                  <a:pt x="77720" y="85232"/>
                  <a:pt x="77765" y="86507"/>
                  <a:pt x="77856" y="87418"/>
                </a:cubicBezTo>
                <a:cubicBezTo>
                  <a:pt x="77948" y="88328"/>
                  <a:pt x="78448" y="89148"/>
                  <a:pt x="79359" y="89876"/>
                </a:cubicBezTo>
                <a:cubicBezTo>
                  <a:pt x="80270" y="90605"/>
                  <a:pt x="81453" y="91015"/>
                  <a:pt x="82910" y="91106"/>
                </a:cubicBezTo>
                <a:cubicBezTo>
                  <a:pt x="85460" y="91106"/>
                  <a:pt x="87554" y="90104"/>
                  <a:pt x="89193" y="88101"/>
                </a:cubicBezTo>
                <a:cubicBezTo>
                  <a:pt x="90833" y="86097"/>
                  <a:pt x="92016" y="83957"/>
                  <a:pt x="92745" y="81681"/>
                </a:cubicBezTo>
                <a:cubicBezTo>
                  <a:pt x="93200" y="80406"/>
                  <a:pt x="93564" y="79632"/>
                  <a:pt x="93837" y="79359"/>
                </a:cubicBezTo>
                <a:cubicBezTo>
                  <a:pt x="94111" y="79086"/>
                  <a:pt x="94794" y="78949"/>
                  <a:pt x="95886" y="78949"/>
                </a:cubicBezTo>
                <a:cubicBezTo>
                  <a:pt x="97708" y="78949"/>
                  <a:pt x="98618" y="79496"/>
                  <a:pt x="98618" y="80588"/>
                </a:cubicBezTo>
                <a:cubicBezTo>
                  <a:pt x="98618" y="82227"/>
                  <a:pt x="97525" y="84823"/>
                  <a:pt x="95340" y="88374"/>
                </a:cubicBezTo>
                <a:cubicBezTo>
                  <a:pt x="91880" y="93564"/>
                  <a:pt x="87782" y="96160"/>
                  <a:pt x="83047" y="96160"/>
                </a:cubicBezTo>
                <a:lnTo>
                  <a:pt x="81818" y="96160"/>
                </a:lnTo>
                <a:cubicBezTo>
                  <a:pt x="76263" y="96160"/>
                  <a:pt x="71664" y="95021"/>
                  <a:pt x="68022" y="92745"/>
                </a:cubicBezTo>
                <a:cubicBezTo>
                  <a:pt x="64380" y="90468"/>
                  <a:pt x="62376" y="86917"/>
                  <a:pt x="62012" y="82091"/>
                </a:cubicBezTo>
                <a:cubicBezTo>
                  <a:pt x="62012" y="79632"/>
                  <a:pt x="62695" y="75808"/>
                  <a:pt x="64061" y="70617"/>
                </a:cubicBezTo>
                <a:cubicBezTo>
                  <a:pt x="65427" y="65427"/>
                  <a:pt x="66110" y="62103"/>
                  <a:pt x="66110" y="60646"/>
                </a:cubicBezTo>
                <a:cubicBezTo>
                  <a:pt x="66110" y="56002"/>
                  <a:pt x="64152" y="52633"/>
                  <a:pt x="60236" y="50538"/>
                </a:cubicBezTo>
                <a:cubicBezTo>
                  <a:pt x="58870" y="49901"/>
                  <a:pt x="57732" y="49537"/>
                  <a:pt x="56822" y="49446"/>
                </a:cubicBezTo>
                <a:cubicBezTo>
                  <a:pt x="55911" y="49355"/>
                  <a:pt x="52678" y="49264"/>
                  <a:pt x="47124" y="49172"/>
                </a:cubicBezTo>
                <a:lnTo>
                  <a:pt x="37699" y="49172"/>
                </a:lnTo>
                <a:lnTo>
                  <a:pt x="33328" y="66929"/>
                </a:lnTo>
                <a:cubicBezTo>
                  <a:pt x="30323" y="78949"/>
                  <a:pt x="28821" y="85050"/>
                  <a:pt x="28821" y="85232"/>
                </a:cubicBezTo>
                <a:cubicBezTo>
                  <a:pt x="28821" y="85597"/>
                  <a:pt x="28866" y="85824"/>
                  <a:pt x="28957" y="85915"/>
                </a:cubicBezTo>
                <a:cubicBezTo>
                  <a:pt x="29048" y="86006"/>
                  <a:pt x="29367" y="86188"/>
                  <a:pt x="29913" y="86462"/>
                </a:cubicBezTo>
                <a:cubicBezTo>
                  <a:pt x="30460" y="86735"/>
                  <a:pt x="31234" y="86826"/>
                  <a:pt x="32235" y="86735"/>
                </a:cubicBezTo>
                <a:cubicBezTo>
                  <a:pt x="33237" y="86644"/>
                  <a:pt x="34739" y="86735"/>
                  <a:pt x="36743" y="87008"/>
                </a:cubicBezTo>
                <a:lnTo>
                  <a:pt x="40977" y="87008"/>
                </a:lnTo>
                <a:cubicBezTo>
                  <a:pt x="41523" y="87736"/>
                  <a:pt x="41797" y="88146"/>
                  <a:pt x="41797" y="88237"/>
                </a:cubicBezTo>
                <a:cubicBezTo>
                  <a:pt x="41797" y="88328"/>
                  <a:pt x="41660" y="89148"/>
                  <a:pt x="41387" y="90696"/>
                </a:cubicBezTo>
                <a:cubicBezTo>
                  <a:pt x="41023" y="91880"/>
                  <a:pt x="40567" y="92745"/>
                  <a:pt x="40021" y="93291"/>
                </a:cubicBezTo>
                <a:lnTo>
                  <a:pt x="37972" y="93291"/>
                </a:lnTo>
                <a:cubicBezTo>
                  <a:pt x="34694" y="93109"/>
                  <a:pt x="28729" y="93018"/>
                  <a:pt x="20079" y="93018"/>
                </a:cubicBezTo>
                <a:cubicBezTo>
                  <a:pt x="16983" y="93018"/>
                  <a:pt x="14114" y="93018"/>
                  <a:pt x="11474" y="93018"/>
                </a:cubicBezTo>
                <a:cubicBezTo>
                  <a:pt x="8833" y="93018"/>
                  <a:pt x="6738" y="93018"/>
                  <a:pt x="5190" y="93018"/>
                </a:cubicBezTo>
                <a:cubicBezTo>
                  <a:pt x="3642" y="93018"/>
                  <a:pt x="2686" y="93063"/>
                  <a:pt x="2322" y="93155"/>
                </a:cubicBezTo>
                <a:cubicBezTo>
                  <a:pt x="774" y="93155"/>
                  <a:pt x="0" y="92745"/>
                  <a:pt x="0" y="91925"/>
                </a:cubicBezTo>
                <a:cubicBezTo>
                  <a:pt x="0" y="91743"/>
                  <a:pt x="137" y="91106"/>
                  <a:pt x="410" y="90013"/>
                </a:cubicBezTo>
                <a:cubicBezTo>
                  <a:pt x="865" y="88283"/>
                  <a:pt x="1320" y="87327"/>
                  <a:pt x="1776" y="87145"/>
                </a:cubicBezTo>
                <a:cubicBezTo>
                  <a:pt x="2140" y="87054"/>
                  <a:pt x="2823" y="87008"/>
                  <a:pt x="3825" y="87008"/>
                </a:cubicBezTo>
                <a:lnTo>
                  <a:pt x="4644" y="87008"/>
                </a:lnTo>
                <a:cubicBezTo>
                  <a:pt x="7103" y="87008"/>
                  <a:pt x="9834" y="86871"/>
                  <a:pt x="12839" y="86598"/>
                </a:cubicBezTo>
                <a:cubicBezTo>
                  <a:pt x="14114" y="86325"/>
                  <a:pt x="14979" y="85779"/>
                  <a:pt x="15435" y="84959"/>
                </a:cubicBezTo>
                <a:cubicBezTo>
                  <a:pt x="15708" y="84595"/>
                  <a:pt x="18986" y="71938"/>
                  <a:pt x="25269" y="46987"/>
                </a:cubicBezTo>
                <a:cubicBezTo>
                  <a:pt x="31552" y="22037"/>
                  <a:pt x="34694" y="8878"/>
                  <a:pt x="34694" y="7512"/>
                </a:cubicBezTo>
                <a:cubicBezTo>
                  <a:pt x="34694" y="6875"/>
                  <a:pt x="32099" y="6465"/>
                  <a:pt x="26908" y="6283"/>
                </a:cubicBezTo>
                <a:close/>
                <a:moveTo>
                  <a:pt x="81544" y="17620"/>
                </a:moveTo>
                <a:cubicBezTo>
                  <a:pt x="81544" y="14706"/>
                  <a:pt x="80588" y="12248"/>
                  <a:pt x="78676" y="10244"/>
                </a:cubicBezTo>
                <a:cubicBezTo>
                  <a:pt x="76764" y="8241"/>
                  <a:pt x="72848" y="6966"/>
                  <a:pt x="66929" y="6420"/>
                </a:cubicBezTo>
                <a:cubicBezTo>
                  <a:pt x="66747" y="6420"/>
                  <a:pt x="65700" y="6420"/>
                  <a:pt x="63788" y="6420"/>
                </a:cubicBezTo>
                <a:cubicBezTo>
                  <a:pt x="61875" y="6420"/>
                  <a:pt x="60145" y="6374"/>
                  <a:pt x="58597" y="6283"/>
                </a:cubicBezTo>
                <a:lnTo>
                  <a:pt x="55592" y="6283"/>
                </a:lnTo>
                <a:cubicBezTo>
                  <a:pt x="51312" y="6283"/>
                  <a:pt x="48854" y="6738"/>
                  <a:pt x="48216" y="7649"/>
                </a:cubicBezTo>
                <a:cubicBezTo>
                  <a:pt x="48125" y="7922"/>
                  <a:pt x="46577" y="13978"/>
                  <a:pt x="43572" y="25816"/>
                </a:cubicBezTo>
                <a:cubicBezTo>
                  <a:pt x="40567" y="37653"/>
                  <a:pt x="39065" y="43709"/>
                  <a:pt x="39065" y="43982"/>
                </a:cubicBezTo>
                <a:cubicBezTo>
                  <a:pt x="39065" y="44073"/>
                  <a:pt x="42206" y="44119"/>
                  <a:pt x="48490" y="44119"/>
                </a:cubicBezTo>
                <a:cubicBezTo>
                  <a:pt x="55592" y="44028"/>
                  <a:pt x="60327" y="43709"/>
                  <a:pt x="62695" y="43163"/>
                </a:cubicBezTo>
                <a:cubicBezTo>
                  <a:pt x="68523" y="42252"/>
                  <a:pt x="73076" y="39566"/>
                  <a:pt x="76354" y="35104"/>
                </a:cubicBezTo>
                <a:cubicBezTo>
                  <a:pt x="77811" y="33009"/>
                  <a:pt x="79040" y="30278"/>
                  <a:pt x="80042" y="26908"/>
                </a:cubicBezTo>
                <a:cubicBezTo>
                  <a:pt x="81044" y="23539"/>
                  <a:pt x="81544" y="20443"/>
                  <a:pt x="81544" y="1762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B5F80-CDE6-4891-A176-390B999E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05" y="1803966"/>
            <a:ext cx="98618" cy="96160"/>
          </a:xfrm>
          <a:custGeom xmlns:a="http://schemas.openxmlformats.org/drawingml/2006/main">
            <a:pathLst>
              <a:path w="98618" h="96160" fill="none">
                <a:moveTo>
                  <a:pt x="26908" y="6283"/>
                </a:moveTo>
                <a:cubicBezTo>
                  <a:pt x="24450" y="6283"/>
                  <a:pt x="22993" y="6238"/>
                  <a:pt x="22537" y="6147"/>
                </a:cubicBezTo>
                <a:cubicBezTo>
                  <a:pt x="22082" y="6055"/>
                  <a:pt x="21854" y="5555"/>
                  <a:pt x="21854" y="4644"/>
                </a:cubicBezTo>
                <a:cubicBezTo>
                  <a:pt x="21854" y="2185"/>
                  <a:pt x="22355" y="683"/>
                  <a:pt x="23357" y="137"/>
                </a:cubicBezTo>
                <a:cubicBezTo>
                  <a:pt x="23539" y="46"/>
                  <a:pt x="31461" y="0"/>
                  <a:pt x="47124" y="0"/>
                </a:cubicBezTo>
                <a:cubicBezTo>
                  <a:pt x="62786" y="91"/>
                  <a:pt x="71255" y="228"/>
                  <a:pt x="72529" y="410"/>
                </a:cubicBezTo>
                <a:cubicBezTo>
                  <a:pt x="77629" y="1138"/>
                  <a:pt x="81909" y="2413"/>
                  <a:pt x="85369" y="4234"/>
                </a:cubicBezTo>
                <a:cubicBezTo>
                  <a:pt x="88829" y="6055"/>
                  <a:pt x="91288" y="8150"/>
                  <a:pt x="92745" y="10517"/>
                </a:cubicBezTo>
                <a:cubicBezTo>
                  <a:pt x="94202" y="12885"/>
                  <a:pt x="95158" y="14843"/>
                  <a:pt x="95613" y="16391"/>
                </a:cubicBezTo>
                <a:cubicBezTo>
                  <a:pt x="96068" y="17939"/>
                  <a:pt x="96342" y="19487"/>
                  <a:pt x="96433" y="21035"/>
                </a:cubicBezTo>
                <a:cubicBezTo>
                  <a:pt x="96433" y="25133"/>
                  <a:pt x="95112" y="28957"/>
                  <a:pt x="92472" y="32508"/>
                </a:cubicBezTo>
                <a:cubicBezTo>
                  <a:pt x="89831" y="36060"/>
                  <a:pt x="86780" y="38792"/>
                  <a:pt x="83320" y="40704"/>
                </a:cubicBezTo>
                <a:cubicBezTo>
                  <a:pt x="79860" y="42616"/>
                  <a:pt x="76809" y="44164"/>
                  <a:pt x="74168" y="45348"/>
                </a:cubicBezTo>
                <a:cubicBezTo>
                  <a:pt x="71528" y="46532"/>
                  <a:pt x="69798" y="47124"/>
                  <a:pt x="68978" y="47124"/>
                </a:cubicBezTo>
                <a:lnTo>
                  <a:pt x="69934" y="47807"/>
                </a:lnTo>
                <a:cubicBezTo>
                  <a:pt x="76035" y="51267"/>
                  <a:pt x="79086" y="56275"/>
                  <a:pt x="79086" y="62832"/>
                </a:cubicBezTo>
                <a:cubicBezTo>
                  <a:pt x="79086" y="63833"/>
                  <a:pt x="78858" y="66611"/>
                  <a:pt x="78403" y="71164"/>
                </a:cubicBezTo>
                <a:cubicBezTo>
                  <a:pt x="77948" y="75717"/>
                  <a:pt x="77720" y="79450"/>
                  <a:pt x="77720" y="82364"/>
                </a:cubicBezTo>
                <a:lnTo>
                  <a:pt x="77720" y="83593"/>
                </a:lnTo>
                <a:cubicBezTo>
                  <a:pt x="77720" y="85232"/>
                  <a:pt x="77765" y="86507"/>
                  <a:pt x="77856" y="87418"/>
                </a:cubicBezTo>
                <a:cubicBezTo>
                  <a:pt x="77948" y="88328"/>
                  <a:pt x="78448" y="89148"/>
                  <a:pt x="79359" y="89876"/>
                </a:cubicBezTo>
                <a:cubicBezTo>
                  <a:pt x="80270" y="90605"/>
                  <a:pt x="81453" y="91015"/>
                  <a:pt x="82910" y="91106"/>
                </a:cubicBezTo>
                <a:cubicBezTo>
                  <a:pt x="85460" y="91106"/>
                  <a:pt x="87554" y="90104"/>
                  <a:pt x="89193" y="88101"/>
                </a:cubicBezTo>
                <a:cubicBezTo>
                  <a:pt x="90833" y="86097"/>
                  <a:pt x="92016" y="83957"/>
                  <a:pt x="92745" y="81681"/>
                </a:cubicBezTo>
                <a:cubicBezTo>
                  <a:pt x="93200" y="80406"/>
                  <a:pt x="93564" y="79632"/>
                  <a:pt x="93837" y="79359"/>
                </a:cubicBezTo>
                <a:cubicBezTo>
                  <a:pt x="94111" y="79086"/>
                  <a:pt x="94794" y="78949"/>
                  <a:pt x="95886" y="78949"/>
                </a:cubicBezTo>
                <a:cubicBezTo>
                  <a:pt x="97708" y="78949"/>
                  <a:pt x="98618" y="79496"/>
                  <a:pt x="98618" y="80588"/>
                </a:cubicBezTo>
                <a:cubicBezTo>
                  <a:pt x="98618" y="82227"/>
                  <a:pt x="97525" y="84823"/>
                  <a:pt x="95340" y="88374"/>
                </a:cubicBezTo>
                <a:cubicBezTo>
                  <a:pt x="91880" y="93564"/>
                  <a:pt x="87782" y="96160"/>
                  <a:pt x="83047" y="96160"/>
                </a:cubicBezTo>
                <a:lnTo>
                  <a:pt x="81818" y="96160"/>
                </a:lnTo>
                <a:cubicBezTo>
                  <a:pt x="76263" y="96160"/>
                  <a:pt x="71664" y="95021"/>
                  <a:pt x="68022" y="92745"/>
                </a:cubicBezTo>
                <a:cubicBezTo>
                  <a:pt x="64380" y="90468"/>
                  <a:pt x="62376" y="86917"/>
                  <a:pt x="62012" y="82091"/>
                </a:cubicBezTo>
                <a:cubicBezTo>
                  <a:pt x="62012" y="79632"/>
                  <a:pt x="62695" y="75808"/>
                  <a:pt x="64061" y="70617"/>
                </a:cubicBezTo>
                <a:cubicBezTo>
                  <a:pt x="65427" y="65427"/>
                  <a:pt x="66110" y="62103"/>
                  <a:pt x="66110" y="60646"/>
                </a:cubicBezTo>
                <a:cubicBezTo>
                  <a:pt x="66110" y="56002"/>
                  <a:pt x="64152" y="52633"/>
                  <a:pt x="60236" y="50538"/>
                </a:cubicBezTo>
                <a:cubicBezTo>
                  <a:pt x="58870" y="49901"/>
                  <a:pt x="57732" y="49537"/>
                  <a:pt x="56822" y="49446"/>
                </a:cubicBezTo>
                <a:cubicBezTo>
                  <a:pt x="55911" y="49355"/>
                  <a:pt x="52678" y="49264"/>
                  <a:pt x="47124" y="49172"/>
                </a:cubicBezTo>
                <a:lnTo>
                  <a:pt x="37699" y="49172"/>
                </a:lnTo>
                <a:lnTo>
                  <a:pt x="33328" y="66929"/>
                </a:lnTo>
                <a:cubicBezTo>
                  <a:pt x="30323" y="78949"/>
                  <a:pt x="28821" y="85050"/>
                  <a:pt x="28821" y="85232"/>
                </a:cubicBezTo>
                <a:cubicBezTo>
                  <a:pt x="28821" y="85597"/>
                  <a:pt x="28866" y="85824"/>
                  <a:pt x="28957" y="85915"/>
                </a:cubicBezTo>
                <a:cubicBezTo>
                  <a:pt x="29048" y="86006"/>
                  <a:pt x="29367" y="86188"/>
                  <a:pt x="29913" y="86462"/>
                </a:cubicBezTo>
                <a:cubicBezTo>
                  <a:pt x="30460" y="86735"/>
                  <a:pt x="31234" y="86826"/>
                  <a:pt x="32235" y="86735"/>
                </a:cubicBezTo>
                <a:cubicBezTo>
                  <a:pt x="33237" y="86644"/>
                  <a:pt x="34739" y="86735"/>
                  <a:pt x="36743" y="87008"/>
                </a:cubicBezTo>
                <a:lnTo>
                  <a:pt x="40977" y="87008"/>
                </a:lnTo>
                <a:cubicBezTo>
                  <a:pt x="41523" y="87736"/>
                  <a:pt x="41797" y="88146"/>
                  <a:pt x="41797" y="88237"/>
                </a:cubicBezTo>
                <a:cubicBezTo>
                  <a:pt x="41797" y="88328"/>
                  <a:pt x="41660" y="89148"/>
                  <a:pt x="41387" y="90696"/>
                </a:cubicBezTo>
                <a:cubicBezTo>
                  <a:pt x="41023" y="91880"/>
                  <a:pt x="40567" y="92745"/>
                  <a:pt x="40021" y="93291"/>
                </a:cubicBezTo>
                <a:lnTo>
                  <a:pt x="37972" y="93291"/>
                </a:lnTo>
                <a:cubicBezTo>
                  <a:pt x="34694" y="93109"/>
                  <a:pt x="28729" y="93018"/>
                  <a:pt x="20079" y="93018"/>
                </a:cubicBezTo>
                <a:cubicBezTo>
                  <a:pt x="16983" y="93018"/>
                  <a:pt x="14114" y="93018"/>
                  <a:pt x="11474" y="93018"/>
                </a:cubicBezTo>
                <a:cubicBezTo>
                  <a:pt x="8833" y="93018"/>
                  <a:pt x="6738" y="93018"/>
                  <a:pt x="5190" y="93018"/>
                </a:cubicBezTo>
                <a:cubicBezTo>
                  <a:pt x="3642" y="93018"/>
                  <a:pt x="2686" y="93063"/>
                  <a:pt x="2322" y="93155"/>
                </a:cubicBezTo>
                <a:cubicBezTo>
                  <a:pt x="774" y="93155"/>
                  <a:pt x="0" y="92745"/>
                  <a:pt x="0" y="91925"/>
                </a:cubicBezTo>
                <a:cubicBezTo>
                  <a:pt x="0" y="91743"/>
                  <a:pt x="137" y="91106"/>
                  <a:pt x="410" y="90013"/>
                </a:cubicBezTo>
                <a:cubicBezTo>
                  <a:pt x="865" y="88283"/>
                  <a:pt x="1320" y="87327"/>
                  <a:pt x="1776" y="87145"/>
                </a:cubicBezTo>
                <a:cubicBezTo>
                  <a:pt x="2140" y="87054"/>
                  <a:pt x="2823" y="87008"/>
                  <a:pt x="3825" y="87008"/>
                </a:cubicBezTo>
                <a:lnTo>
                  <a:pt x="4644" y="87008"/>
                </a:lnTo>
                <a:cubicBezTo>
                  <a:pt x="7103" y="87008"/>
                  <a:pt x="9834" y="86871"/>
                  <a:pt x="12839" y="86598"/>
                </a:cubicBezTo>
                <a:cubicBezTo>
                  <a:pt x="14114" y="86325"/>
                  <a:pt x="14979" y="85779"/>
                  <a:pt x="15435" y="84959"/>
                </a:cubicBezTo>
                <a:cubicBezTo>
                  <a:pt x="15708" y="84595"/>
                  <a:pt x="18986" y="71938"/>
                  <a:pt x="25269" y="46987"/>
                </a:cubicBezTo>
                <a:cubicBezTo>
                  <a:pt x="31552" y="22037"/>
                  <a:pt x="34694" y="8878"/>
                  <a:pt x="34694" y="7512"/>
                </a:cubicBezTo>
                <a:cubicBezTo>
                  <a:pt x="34694" y="6875"/>
                  <a:pt x="32099" y="6465"/>
                  <a:pt x="26908" y="6283"/>
                </a:cubicBezTo>
                <a:close/>
                <a:moveTo>
                  <a:pt x="81544" y="17620"/>
                </a:moveTo>
                <a:cubicBezTo>
                  <a:pt x="81544" y="14706"/>
                  <a:pt x="80588" y="12248"/>
                  <a:pt x="78676" y="10244"/>
                </a:cubicBezTo>
                <a:cubicBezTo>
                  <a:pt x="76764" y="8241"/>
                  <a:pt x="72848" y="6966"/>
                  <a:pt x="66929" y="6420"/>
                </a:cubicBezTo>
                <a:cubicBezTo>
                  <a:pt x="66747" y="6420"/>
                  <a:pt x="65700" y="6420"/>
                  <a:pt x="63788" y="6420"/>
                </a:cubicBezTo>
                <a:cubicBezTo>
                  <a:pt x="61875" y="6420"/>
                  <a:pt x="60145" y="6374"/>
                  <a:pt x="58597" y="6283"/>
                </a:cubicBezTo>
                <a:lnTo>
                  <a:pt x="55592" y="6283"/>
                </a:lnTo>
                <a:cubicBezTo>
                  <a:pt x="51312" y="6283"/>
                  <a:pt x="48854" y="6738"/>
                  <a:pt x="48216" y="7649"/>
                </a:cubicBezTo>
                <a:cubicBezTo>
                  <a:pt x="48125" y="7922"/>
                  <a:pt x="46577" y="13978"/>
                  <a:pt x="43572" y="25816"/>
                </a:cubicBezTo>
                <a:cubicBezTo>
                  <a:pt x="40567" y="37653"/>
                  <a:pt x="39065" y="43709"/>
                  <a:pt x="39065" y="43982"/>
                </a:cubicBezTo>
                <a:cubicBezTo>
                  <a:pt x="39065" y="44073"/>
                  <a:pt x="42206" y="44119"/>
                  <a:pt x="48490" y="44119"/>
                </a:cubicBezTo>
                <a:cubicBezTo>
                  <a:pt x="55592" y="44028"/>
                  <a:pt x="60327" y="43709"/>
                  <a:pt x="62695" y="43163"/>
                </a:cubicBezTo>
                <a:cubicBezTo>
                  <a:pt x="68523" y="42252"/>
                  <a:pt x="73076" y="39566"/>
                  <a:pt x="76354" y="35104"/>
                </a:cubicBezTo>
                <a:cubicBezTo>
                  <a:pt x="77811" y="33009"/>
                  <a:pt x="79040" y="30278"/>
                  <a:pt x="80042" y="26908"/>
                </a:cubicBezTo>
                <a:cubicBezTo>
                  <a:pt x="81044" y="23539"/>
                  <a:pt x="81544" y="20443"/>
                  <a:pt x="81544" y="176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DE504-6FDB-4E6B-A05B-0FCC8CE5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4" y="1773826"/>
            <a:ext cx="47319" cy="67985"/>
          </a:xfrm>
          <a:custGeom xmlns:a="http://schemas.openxmlformats.org/drawingml/2006/main">
            <a:pathLst>
              <a:path w="47319" h="67985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014E1-159F-41C8-AC31-1B379E60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4" y="1773826"/>
            <a:ext cx="47319" cy="67985"/>
          </a:xfrm>
          <a:custGeom xmlns:a="http://schemas.openxmlformats.org/drawingml/2006/main">
            <a:pathLst>
              <a:path w="47319" h="67985" fill="none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F58D3-CDD7-42C2-B23B-4A208979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50" y="1806688"/>
            <a:ext cx="30961" cy="59942"/>
          </a:xfrm>
          <a:custGeom xmlns:a="http://schemas.openxmlformats.org/drawingml/2006/main">
            <a:pathLst>
              <a:path w="30961" h="59942">
                <a:moveTo>
                  <a:pt x="11700" y="7920"/>
                </a:moveTo>
                <a:lnTo>
                  <a:pt x="10530" y="8370"/>
                </a:lnTo>
                <a:cubicBezTo>
                  <a:pt x="9690" y="8670"/>
                  <a:pt x="8490" y="8970"/>
                  <a:pt x="6930" y="9270"/>
                </a:cubicBezTo>
                <a:cubicBezTo>
                  <a:pt x="5370" y="9570"/>
                  <a:pt x="3630" y="9780"/>
                  <a:pt x="1710" y="9900"/>
                </a:cubicBezTo>
                <a:lnTo>
                  <a:pt x="0" y="9900"/>
                </a:lnTo>
                <a:lnTo>
                  <a:pt x="0" y="5760"/>
                </a:lnTo>
                <a:lnTo>
                  <a:pt x="1710" y="5760"/>
                </a:lnTo>
                <a:cubicBezTo>
                  <a:pt x="4530" y="5640"/>
                  <a:pt x="7140" y="5190"/>
                  <a:pt x="9540" y="4410"/>
                </a:cubicBezTo>
                <a:cubicBezTo>
                  <a:pt x="11940" y="3630"/>
                  <a:pt x="13620" y="2910"/>
                  <a:pt x="14580" y="2250"/>
                </a:cubicBezTo>
                <a:cubicBezTo>
                  <a:pt x="15540" y="1590"/>
                  <a:pt x="16380" y="930"/>
                  <a:pt x="17100" y="270"/>
                </a:cubicBezTo>
                <a:cubicBezTo>
                  <a:pt x="17220" y="90"/>
                  <a:pt x="17581" y="0"/>
                  <a:pt x="18181" y="0"/>
                </a:cubicBezTo>
                <a:cubicBezTo>
                  <a:pt x="18721" y="0"/>
                  <a:pt x="19231" y="180"/>
                  <a:pt x="19711" y="540"/>
                </a:cubicBezTo>
                <a:lnTo>
                  <a:pt x="19711" y="27451"/>
                </a:lnTo>
                <a:lnTo>
                  <a:pt x="19801" y="54452"/>
                </a:lnTo>
                <a:cubicBezTo>
                  <a:pt x="20221" y="54872"/>
                  <a:pt x="20581" y="55142"/>
                  <a:pt x="20881" y="55262"/>
                </a:cubicBezTo>
                <a:cubicBezTo>
                  <a:pt x="21181" y="55382"/>
                  <a:pt x="21901" y="55502"/>
                  <a:pt x="23041" y="55622"/>
                </a:cubicBezTo>
                <a:cubicBezTo>
                  <a:pt x="24181" y="55742"/>
                  <a:pt x="26041" y="55802"/>
                  <a:pt x="28621" y="55802"/>
                </a:cubicBezTo>
                <a:lnTo>
                  <a:pt x="30961" y="55802"/>
                </a:lnTo>
                <a:lnTo>
                  <a:pt x="30961" y="59942"/>
                </a:lnTo>
                <a:lnTo>
                  <a:pt x="29971" y="59942"/>
                </a:lnTo>
                <a:cubicBezTo>
                  <a:pt x="28711" y="59762"/>
                  <a:pt x="23941" y="59672"/>
                  <a:pt x="15660" y="59672"/>
                </a:cubicBezTo>
                <a:cubicBezTo>
                  <a:pt x="7500" y="59672"/>
                  <a:pt x="2790" y="59762"/>
                  <a:pt x="1530" y="59942"/>
                </a:cubicBezTo>
                <a:lnTo>
                  <a:pt x="450" y="59942"/>
                </a:lnTo>
                <a:lnTo>
                  <a:pt x="450" y="55802"/>
                </a:lnTo>
                <a:lnTo>
                  <a:pt x="2790" y="55802"/>
                </a:lnTo>
                <a:cubicBezTo>
                  <a:pt x="4110" y="55802"/>
                  <a:pt x="5250" y="55802"/>
                  <a:pt x="6210" y="55802"/>
                </a:cubicBezTo>
                <a:cubicBezTo>
                  <a:pt x="7170" y="55802"/>
                  <a:pt x="7920" y="55772"/>
                  <a:pt x="8460" y="55712"/>
                </a:cubicBezTo>
                <a:cubicBezTo>
                  <a:pt x="9000" y="55652"/>
                  <a:pt x="9480" y="55562"/>
                  <a:pt x="9900" y="55442"/>
                </a:cubicBezTo>
                <a:cubicBezTo>
                  <a:pt x="10320" y="55322"/>
                  <a:pt x="10560" y="55262"/>
                  <a:pt x="10620" y="55262"/>
                </a:cubicBezTo>
                <a:cubicBezTo>
                  <a:pt x="10680" y="55262"/>
                  <a:pt x="10860" y="55112"/>
                  <a:pt x="11160" y="54812"/>
                </a:cubicBezTo>
                <a:cubicBezTo>
                  <a:pt x="11460" y="54512"/>
                  <a:pt x="11640" y="54392"/>
                  <a:pt x="11700" y="54452"/>
                </a:cubicBezTo>
                <a:lnTo>
                  <a:pt x="11700" y="79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4D11A-ACEE-4B27-AF46-E5E16A11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50" y="1806688"/>
            <a:ext cx="30961" cy="59942"/>
          </a:xfrm>
          <a:custGeom xmlns:a="http://schemas.openxmlformats.org/drawingml/2006/main">
            <a:pathLst>
              <a:path w="30961" h="59942" fill="none">
                <a:moveTo>
                  <a:pt x="11700" y="7920"/>
                </a:moveTo>
                <a:lnTo>
                  <a:pt x="10530" y="8370"/>
                </a:lnTo>
                <a:cubicBezTo>
                  <a:pt x="9690" y="8670"/>
                  <a:pt x="8490" y="8970"/>
                  <a:pt x="6930" y="9270"/>
                </a:cubicBezTo>
                <a:cubicBezTo>
                  <a:pt x="5370" y="9570"/>
                  <a:pt x="3630" y="9780"/>
                  <a:pt x="1710" y="9900"/>
                </a:cubicBezTo>
                <a:lnTo>
                  <a:pt x="0" y="9900"/>
                </a:lnTo>
                <a:lnTo>
                  <a:pt x="0" y="5760"/>
                </a:lnTo>
                <a:lnTo>
                  <a:pt x="1710" y="5760"/>
                </a:lnTo>
                <a:cubicBezTo>
                  <a:pt x="4530" y="5640"/>
                  <a:pt x="7140" y="5190"/>
                  <a:pt x="9540" y="4410"/>
                </a:cubicBezTo>
                <a:cubicBezTo>
                  <a:pt x="11940" y="3630"/>
                  <a:pt x="13620" y="2910"/>
                  <a:pt x="14580" y="2250"/>
                </a:cubicBezTo>
                <a:cubicBezTo>
                  <a:pt x="15540" y="1590"/>
                  <a:pt x="16380" y="930"/>
                  <a:pt x="17100" y="270"/>
                </a:cubicBezTo>
                <a:cubicBezTo>
                  <a:pt x="17220" y="90"/>
                  <a:pt x="17581" y="0"/>
                  <a:pt x="18181" y="0"/>
                </a:cubicBezTo>
                <a:cubicBezTo>
                  <a:pt x="18721" y="0"/>
                  <a:pt x="19231" y="180"/>
                  <a:pt x="19711" y="540"/>
                </a:cubicBezTo>
                <a:lnTo>
                  <a:pt x="19711" y="27451"/>
                </a:lnTo>
                <a:lnTo>
                  <a:pt x="19801" y="54452"/>
                </a:lnTo>
                <a:cubicBezTo>
                  <a:pt x="20221" y="54872"/>
                  <a:pt x="20581" y="55142"/>
                  <a:pt x="20881" y="55262"/>
                </a:cubicBezTo>
                <a:cubicBezTo>
                  <a:pt x="21181" y="55382"/>
                  <a:pt x="21901" y="55502"/>
                  <a:pt x="23041" y="55622"/>
                </a:cubicBezTo>
                <a:cubicBezTo>
                  <a:pt x="24181" y="55742"/>
                  <a:pt x="26041" y="55802"/>
                  <a:pt x="28621" y="55802"/>
                </a:cubicBezTo>
                <a:lnTo>
                  <a:pt x="30961" y="55802"/>
                </a:lnTo>
                <a:lnTo>
                  <a:pt x="30961" y="59942"/>
                </a:lnTo>
                <a:lnTo>
                  <a:pt x="29971" y="59942"/>
                </a:lnTo>
                <a:cubicBezTo>
                  <a:pt x="28711" y="59762"/>
                  <a:pt x="23941" y="59672"/>
                  <a:pt x="15660" y="59672"/>
                </a:cubicBezTo>
                <a:cubicBezTo>
                  <a:pt x="7500" y="59672"/>
                  <a:pt x="2790" y="59762"/>
                  <a:pt x="1530" y="59942"/>
                </a:cubicBezTo>
                <a:lnTo>
                  <a:pt x="450" y="59942"/>
                </a:lnTo>
                <a:lnTo>
                  <a:pt x="450" y="55802"/>
                </a:lnTo>
                <a:lnTo>
                  <a:pt x="2790" y="55802"/>
                </a:lnTo>
                <a:cubicBezTo>
                  <a:pt x="4110" y="55802"/>
                  <a:pt x="5250" y="55802"/>
                  <a:pt x="6210" y="55802"/>
                </a:cubicBezTo>
                <a:cubicBezTo>
                  <a:pt x="7170" y="55802"/>
                  <a:pt x="7920" y="55772"/>
                  <a:pt x="8460" y="55712"/>
                </a:cubicBezTo>
                <a:cubicBezTo>
                  <a:pt x="9000" y="55652"/>
                  <a:pt x="9480" y="55562"/>
                  <a:pt x="9900" y="55442"/>
                </a:cubicBezTo>
                <a:cubicBezTo>
                  <a:pt x="10320" y="55322"/>
                  <a:pt x="10560" y="55262"/>
                  <a:pt x="10620" y="55262"/>
                </a:cubicBezTo>
                <a:cubicBezTo>
                  <a:pt x="10680" y="55262"/>
                  <a:pt x="10860" y="55112"/>
                  <a:pt x="11160" y="54812"/>
                </a:cubicBezTo>
                <a:cubicBezTo>
                  <a:pt x="11460" y="54512"/>
                  <a:pt x="11640" y="54392"/>
                  <a:pt x="11700" y="54452"/>
                </a:cubicBezTo>
                <a:lnTo>
                  <a:pt x="11700" y="79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" cap="flat">
            <a:solidFill>
              <a:srgbClr val="FFFFFF">
                <a:alpha val="1730"/>
              </a:srgbClr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3FCFA-7AC5-4ADE-8C3F-5650FACA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6" y="1793430"/>
            <a:ext cx="46643" cy="46546"/>
          </a:xfrm>
          <a:custGeom xmlns:a="http://schemas.openxmlformats.org/drawingml/2006/main">
            <a:pathLst>
              <a:path w="46643" h="46546">
                <a:moveTo>
                  <a:pt x="46643" y="44615"/>
                </a:moveTo>
                <a:cubicBezTo>
                  <a:pt x="46643" y="45903"/>
                  <a:pt x="45967" y="46546"/>
                  <a:pt x="44615" y="46546"/>
                </a:cubicBezTo>
                <a:cubicBezTo>
                  <a:pt x="44293" y="46546"/>
                  <a:pt x="43585" y="46031"/>
                  <a:pt x="42490" y="45001"/>
                </a:cubicBezTo>
                <a:cubicBezTo>
                  <a:pt x="41396" y="43971"/>
                  <a:pt x="38370" y="40978"/>
                  <a:pt x="33413" y="36020"/>
                </a:cubicBezTo>
                <a:lnTo>
                  <a:pt x="23370" y="25977"/>
                </a:lnTo>
                <a:lnTo>
                  <a:pt x="13230" y="36117"/>
                </a:lnTo>
                <a:cubicBezTo>
                  <a:pt x="6406" y="42812"/>
                  <a:pt x="2897" y="46225"/>
                  <a:pt x="2704" y="46353"/>
                </a:cubicBezTo>
                <a:cubicBezTo>
                  <a:pt x="2446" y="46482"/>
                  <a:pt x="2221" y="46546"/>
                  <a:pt x="2028" y="46546"/>
                </a:cubicBezTo>
                <a:cubicBezTo>
                  <a:pt x="1513" y="46546"/>
                  <a:pt x="1062" y="46353"/>
                  <a:pt x="676" y="45967"/>
                </a:cubicBezTo>
                <a:cubicBezTo>
                  <a:pt x="290" y="45581"/>
                  <a:pt x="64" y="45130"/>
                  <a:pt x="0" y="44615"/>
                </a:cubicBezTo>
                <a:cubicBezTo>
                  <a:pt x="0" y="44164"/>
                  <a:pt x="451" y="43456"/>
                  <a:pt x="1352" y="42490"/>
                </a:cubicBezTo>
                <a:cubicBezTo>
                  <a:pt x="2253" y="41525"/>
                  <a:pt x="5279" y="38467"/>
                  <a:pt x="10429" y="33316"/>
                </a:cubicBezTo>
                <a:lnTo>
                  <a:pt x="20473" y="23273"/>
                </a:lnTo>
                <a:lnTo>
                  <a:pt x="10429" y="13230"/>
                </a:lnTo>
                <a:cubicBezTo>
                  <a:pt x="5215" y="8015"/>
                  <a:pt x="2189" y="4957"/>
                  <a:pt x="1352" y="4056"/>
                </a:cubicBezTo>
                <a:cubicBezTo>
                  <a:pt x="515" y="3155"/>
                  <a:pt x="64" y="2446"/>
                  <a:pt x="0" y="1931"/>
                </a:cubicBezTo>
                <a:cubicBezTo>
                  <a:pt x="0" y="1352"/>
                  <a:pt x="193" y="901"/>
                  <a:pt x="579" y="579"/>
                </a:cubicBezTo>
                <a:cubicBezTo>
                  <a:pt x="966" y="258"/>
                  <a:pt x="1449" y="97"/>
                  <a:pt x="2028" y="97"/>
                </a:cubicBezTo>
                <a:cubicBezTo>
                  <a:pt x="2350" y="97"/>
                  <a:pt x="2575" y="129"/>
                  <a:pt x="2704" y="193"/>
                </a:cubicBezTo>
                <a:cubicBezTo>
                  <a:pt x="2897" y="322"/>
                  <a:pt x="6406" y="3734"/>
                  <a:pt x="13230" y="10429"/>
                </a:cubicBezTo>
                <a:lnTo>
                  <a:pt x="23370" y="20569"/>
                </a:lnTo>
                <a:lnTo>
                  <a:pt x="33413" y="10526"/>
                </a:lnTo>
                <a:cubicBezTo>
                  <a:pt x="38370" y="5569"/>
                  <a:pt x="41396" y="2575"/>
                  <a:pt x="42490" y="1545"/>
                </a:cubicBezTo>
                <a:cubicBezTo>
                  <a:pt x="43585" y="515"/>
                  <a:pt x="44293" y="0"/>
                  <a:pt x="44615" y="0"/>
                </a:cubicBezTo>
                <a:cubicBezTo>
                  <a:pt x="45967" y="0"/>
                  <a:pt x="46643" y="644"/>
                  <a:pt x="46643" y="1931"/>
                </a:cubicBezTo>
                <a:cubicBezTo>
                  <a:pt x="46643" y="2382"/>
                  <a:pt x="46321" y="2961"/>
                  <a:pt x="45677" y="3670"/>
                </a:cubicBezTo>
                <a:cubicBezTo>
                  <a:pt x="45033" y="4378"/>
                  <a:pt x="41879" y="7532"/>
                  <a:pt x="36213" y="13133"/>
                </a:cubicBezTo>
                <a:lnTo>
                  <a:pt x="26170" y="23273"/>
                </a:lnTo>
                <a:lnTo>
                  <a:pt x="36213" y="33413"/>
                </a:lnTo>
                <a:cubicBezTo>
                  <a:pt x="41621" y="38821"/>
                  <a:pt x="44712" y="41943"/>
                  <a:pt x="45484" y="42780"/>
                </a:cubicBezTo>
                <a:cubicBezTo>
                  <a:pt x="46257" y="43617"/>
                  <a:pt x="46643" y="44229"/>
                  <a:pt x="46643" y="446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4B401-5DDA-4B6F-BBF0-90E05072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6" y="1793430"/>
            <a:ext cx="46643" cy="46546"/>
          </a:xfrm>
          <a:custGeom xmlns:a="http://schemas.openxmlformats.org/drawingml/2006/main">
            <a:pathLst>
              <a:path w="46643" h="46546" fill="none">
                <a:moveTo>
                  <a:pt x="46643" y="44615"/>
                </a:moveTo>
                <a:cubicBezTo>
                  <a:pt x="46643" y="45903"/>
                  <a:pt x="45967" y="46546"/>
                  <a:pt x="44615" y="46546"/>
                </a:cubicBezTo>
                <a:cubicBezTo>
                  <a:pt x="44293" y="46546"/>
                  <a:pt x="43585" y="46031"/>
                  <a:pt x="42490" y="45001"/>
                </a:cubicBezTo>
                <a:cubicBezTo>
                  <a:pt x="41396" y="43971"/>
                  <a:pt x="38370" y="40978"/>
                  <a:pt x="33413" y="36020"/>
                </a:cubicBezTo>
                <a:lnTo>
                  <a:pt x="23370" y="25977"/>
                </a:lnTo>
                <a:lnTo>
                  <a:pt x="13230" y="36117"/>
                </a:lnTo>
                <a:cubicBezTo>
                  <a:pt x="6406" y="42812"/>
                  <a:pt x="2897" y="46225"/>
                  <a:pt x="2704" y="46353"/>
                </a:cubicBezTo>
                <a:cubicBezTo>
                  <a:pt x="2446" y="46482"/>
                  <a:pt x="2221" y="46546"/>
                  <a:pt x="2028" y="46546"/>
                </a:cubicBezTo>
                <a:cubicBezTo>
                  <a:pt x="1513" y="46546"/>
                  <a:pt x="1062" y="46353"/>
                  <a:pt x="676" y="45967"/>
                </a:cubicBezTo>
                <a:cubicBezTo>
                  <a:pt x="290" y="45581"/>
                  <a:pt x="64" y="45130"/>
                  <a:pt x="0" y="44615"/>
                </a:cubicBezTo>
                <a:cubicBezTo>
                  <a:pt x="0" y="44164"/>
                  <a:pt x="451" y="43456"/>
                  <a:pt x="1352" y="42490"/>
                </a:cubicBezTo>
                <a:cubicBezTo>
                  <a:pt x="2253" y="41525"/>
                  <a:pt x="5279" y="38467"/>
                  <a:pt x="10429" y="33316"/>
                </a:cubicBezTo>
                <a:lnTo>
                  <a:pt x="20473" y="23273"/>
                </a:lnTo>
                <a:lnTo>
                  <a:pt x="10429" y="13230"/>
                </a:lnTo>
                <a:cubicBezTo>
                  <a:pt x="5215" y="8015"/>
                  <a:pt x="2189" y="4957"/>
                  <a:pt x="1352" y="4056"/>
                </a:cubicBezTo>
                <a:cubicBezTo>
                  <a:pt x="515" y="3155"/>
                  <a:pt x="64" y="2446"/>
                  <a:pt x="0" y="1931"/>
                </a:cubicBezTo>
                <a:cubicBezTo>
                  <a:pt x="0" y="1352"/>
                  <a:pt x="193" y="901"/>
                  <a:pt x="579" y="579"/>
                </a:cubicBezTo>
                <a:cubicBezTo>
                  <a:pt x="966" y="258"/>
                  <a:pt x="1449" y="97"/>
                  <a:pt x="2028" y="97"/>
                </a:cubicBezTo>
                <a:cubicBezTo>
                  <a:pt x="2350" y="97"/>
                  <a:pt x="2575" y="129"/>
                  <a:pt x="2704" y="193"/>
                </a:cubicBezTo>
                <a:cubicBezTo>
                  <a:pt x="2897" y="322"/>
                  <a:pt x="6406" y="3734"/>
                  <a:pt x="13230" y="10429"/>
                </a:cubicBezTo>
                <a:lnTo>
                  <a:pt x="23370" y="20569"/>
                </a:lnTo>
                <a:lnTo>
                  <a:pt x="33413" y="10526"/>
                </a:lnTo>
                <a:cubicBezTo>
                  <a:pt x="38370" y="5569"/>
                  <a:pt x="41396" y="2575"/>
                  <a:pt x="42490" y="1545"/>
                </a:cubicBezTo>
                <a:cubicBezTo>
                  <a:pt x="43585" y="515"/>
                  <a:pt x="44293" y="0"/>
                  <a:pt x="44615" y="0"/>
                </a:cubicBezTo>
                <a:cubicBezTo>
                  <a:pt x="45967" y="0"/>
                  <a:pt x="46643" y="644"/>
                  <a:pt x="46643" y="1931"/>
                </a:cubicBezTo>
                <a:cubicBezTo>
                  <a:pt x="46643" y="2382"/>
                  <a:pt x="46321" y="2961"/>
                  <a:pt x="45677" y="3670"/>
                </a:cubicBezTo>
                <a:cubicBezTo>
                  <a:pt x="45033" y="4378"/>
                  <a:pt x="41879" y="7532"/>
                  <a:pt x="36213" y="13133"/>
                </a:cubicBezTo>
                <a:lnTo>
                  <a:pt x="26170" y="23273"/>
                </a:lnTo>
                <a:lnTo>
                  <a:pt x="36213" y="33413"/>
                </a:lnTo>
                <a:cubicBezTo>
                  <a:pt x="41621" y="38821"/>
                  <a:pt x="44712" y="41943"/>
                  <a:pt x="45484" y="42780"/>
                </a:cubicBezTo>
                <a:cubicBezTo>
                  <a:pt x="46257" y="43617"/>
                  <a:pt x="46643" y="44229"/>
                  <a:pt x="46643" y="446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926EF-9DA9-4479-BAC4-F288D640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8" y="1773826"/>
            <a:ext cx="47319" cy="67985"/>
          </a:xfrm>
          <a:custGeom xmlns:a="http://schemas.openxmlformats.org/drawingml/2006/main">
            <a:pathLst>
              <a:path w="47319" h="67985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99A74-B6DF-44D6-9DA7-7E17B611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8" y="1773826"/>
            <a:ext cx="47319" cy="67985"/>
          </a:xfrm>
          <a:custGeom xmlns:a="http://schemas.openxmlformats.org/drawingml/2006/main">
            <a:pathLst>
              <a:path w="47319" h="67985" fill="none">
                <a:moveTo>
                  <a:pt x="32158" y="1062"/>
                </a:moveTo>
                <a:cubicBezTo>
                  <a:pt x="32222" y="1062"/>
                  <a:pt x="34540" y="901"/>
                  <a:pt x="39111" y="579"/>
                </a:cubicBezTo>
                <a:cubicBezTo>
                  <a:pt x="43682" y="258"/>
                  <a:pt x="46031" y="64"/>
                  <a:pt x="46160" y="0"/>
                </a:cubicBezTo>
                <a:cubicBezTo>
                  <a:pt x="46933" y="0"/>
                  <a:pt x="47319" y="258"/>
                  <a:pt x="47319" y="773"/>
                </a:cubicBezTo>
                <a:cubicBezTo>
                  <a:pt x="47319" y="1223"/>
                  <a:pt x="44969" y="10945"/>
                  <a:pt x="40269" y="29936"/>
                </a:cubicBezTo>
                <a:cubicBezTo>
                  <a:pt x="35570" y="48928"/>
                  <a:pt x="33155" y="58618"/>
                  <a:pt x="33027" y="59004"/>
                </a:cubicBezTo>
                <a:cubicBezTo>
                  <a:pt x="32898" y="59390"/>
                  <a:pt x="32866" y="59873"/>
                  <a:pt x="32930" y="60452"/>
                </a:cubicBezTo>
                <a:cubicBezTo>
                  <a:pt x="32930" y="63156"/>
                  <a:pt x="33831" y="64508"/>
                  <a:pt x="35634" y="64508"/>
                </a:cubicBezTo>
                <a:cubicBezTo>
                  <a:pt x="36213" y="64444"/>
                  <a:pt x="36857" y="64154"/>
                  <a:pt x="37565" y="63639"/>
                </a:cubicBezTo>
                <a:cubicBezTo>
                  <a:pt x="38917" y="62352"/>
                  <a:pt x="40237" y="59261"/>
                  <a:pt x="41525" y="54369"/>
                </a:cubicBezTo>
                <a:cubicBezTo>
                  <a:pt x="41911" y="53081"/>
                  <a:pt x="42233" y="52405"/>
                  <a:pt x="42490" y="52341"/>
                </a:cubicBezTo>
                <a:cubicBezTo>
                  <a:pt x="42619" y="52276"/>
                  <a:pt x="42941" y="52244"/>
                  <a:pt x="43456" y="52244"/>
                </a:cubicBezTo>
                <a:lnTo>
                  <a:pt x="43842" y="52244"/>
                </a:lnTo>
                <a:lnTo>
                  <a:pt x="44229" y="52244"/>
                </a:lnTo>
                <a:cubicBezTo>
                  <a:pt x="45194" y="52244"/>
                  <a:pt x="45677" y="52502"/>
                  <a:pt x="45677" y="53017"/>
                </a:cubicBezTo>
                <a:cubicBezTo>
                  <a:pt x="45677" y="53338"/>
                  <a:pt x="45581" y="53853"/>
                  <a:pt x="45388" y="54562"/>
                </a:cubicBezTo>
                <a:cubicBezTo>
                  <a:pt x="44551" y="57781"/>
                  <a:pt x="43585" y="60388"/>
                  <a:pt x="42490" y="62384"/>
                </a:cubicBezTo>
                <a:cubicBezTo>
                  <a:pt x="41396" y="64380"/>
                  <a:pt x="40495" y="65667"/>
                  <a:pt x="39787" y="66247"/>
                </a:cubicBezTo>
                <a:cubicBezTo>
                  <a:pt x="39078" y="66826"/>
                  <a:pt x="38177" y="67341"/>
                  <a:pt x="37083" y="67792"/>
                </a:cubicBezTo>
                <a:cubicBezTo>
                  <a:pt x="36568" y="67920"/>
                  <a:pt x="35795" y="67985"/>
                  <a:pt x="34765" y="67985"/>
                </a:cubicBezTo>
                <a:cubicBezTo>
                  <a:pt x="32576" y="67985"/>
                  <a:pt x="30741" y="67502"/>
                  <a:pt x="29260" y="66536"/>
                </a:cubicBezTo>
                <a:cubicBezTo>
                  <a:pt x="27780" y="65571"/>
                  <a:pt x="26814" y="64573"/>
                  <a:pt x="26363" y="63543"/>
                </a:cubicBezTo>
                <a:lnTo>
                  <a:pt x="25784" y="62094"/>
                </a:lnTo>
                <a:cubicBezTo>
                  <a:pt x="25720" y="62030"/>
                  <a:pt x="25591" y="62062"/>
                  <a:pt x="25398" y="62191"/>
                </a:cubicBezTo>
                <a:cubicBezTo>
                  <a:pt x="25269" y="62319"/>
                  <a:pt x="25140" y="62448"/>
                  <a:pt x="25011" y="62577"/>
                </a:cubicBezTo>
                <a:cubicBezTo>
                  <a:pt x="21213" y="66182"/>
                  <a:pt x="17350" y="67985"/>
                  <a:pt x="13423" y="67985"/>
                </a:cubicBezTo>
                <a:cubicBezTo>
                  <a:pt x="9882" y="67985"/>
                  <a:pt x="6760" y="66697"/>
                  <a:pt x="4056" y="64122"/>
                </a:cubicBezTo>
                <a:cubicBezTo>
                  <a:pt x="1352" y="61547"/>
                  <a:pt x="0" y="57459"/>
                  <a:pt x="0" y="51858"/>
                </a:cubicBezTo>
                <a:cubicBezTo>
                  <a:pt x="0" y="48767"/>
                  <a:pt x="644" y="45613"/>
                  <a:pt x="1931" y="42394"/>
                </a:cubicBezTo>
                <a:cubicBezTo>
                  <a:pt x="3219" y="39175"/>
                  <a:pt x="4764" y="36407"/>
                  <a:pt x="6567" y="34089"/>
                </a:cubicBezTo>
                <a:cubicBezTo>
                  <a:pt x="9593" y="30419"/>
                  <a:pt x="12618" y="27876"/>
                  <a:pt x="15644" y="26460"/>
                </a:cubicBezTo>
                <a:cubicBezTo>
                  <a:pt x="18670" y="25044"/>
                  <a:pt x="21406" y="24335"/>
                  <a:pt x="23853" y="24335"/>
                </a:cubicBezTo>
                <a:cubicBezTo>
                  <a:pt x="27458" y="24335"/>
                  <a:pt x="30162" y="25687"/>
                  <a:pt x="31964" y="28391"/>
                </a:cubicBezTo>
                <a:cubicBezTo>
                  <a:pt x="32286" y="28778"/>
                  <a:pt x="32447" y="28906"/>
                  <a:pt x="32447" y="28778"/>
                </a:cubicBezTo>
                <a:cubicBezTo>
                  <a:pt x="32512" y="28520"/>
                  <a:pt x="33381" y="25011"/>
                  <a:pt x="35055" y="18252"/>
                </a:cubicBezTo>
                <a:cubicBezTo>
                  <a:pt x="36729" y="11492"/>
                  <a:pt x="37630" y="7919"/>
                  <a:pt x="37759" y="7532"/>
                </a:cubicBezTo>
                <a:cubicBezTo>
                  <a:pt x="37759" y="6695"/>
                  <a:pt x="37533" y="6180"/>
                  <a:pt x="37083" y="5987"/>
                </a:cubicBezTo>
                <a:cubicBezTo>
                  <a:pt x="36632" y="5794"/>
                  <a:pt x="35377" y="5633"/>
                  <a:pt x="33316" y="5504"/>
                </a:cubicBezTo>
                <a:lnTo>
                  <a:pt x="31288" y="5504"/>
                </a:lnTo>
                <a:cubicBezTo>
                  <a:pt x="30902" y="5118"/>
                  <a:pt x="30709" y="4861"/>
                  <a:pt x="30709" y="4732"/>
                </a:cubicBezTo>
                <a:cubicBezTo>
                  <a:pt x="30709" y="4603"/>
                  <a:pt x="30773" y="3992"/>
                  <a:pt x="30902" y="2897"/>
                </a:cubicBezTo>
                <a:cubicBezTo>
                  <a:pt x="31224" y="1674"/>
                  <a:pt x="31643" y="1062"/>
                  <a:pt x="32158" y="1062"/>
                </a:cubicBezTo>
                <a:close/>
                <a:moveTo>
                  <a:pt x="30806" y="35538"/>
                </a:moveTo>
                <a:cubicBezTo>
                  <a:pt x="29325" y="30452"/>
                  <a:pt x="26911" y="27909"/>
                  <a:pt x="23563" y="27909"/>
                </a:cubicBezTo>
                <a:cubicBezTo>
                  <a:pt x="21310" y="27909"/>
                  <a:pt x="19153" y="28906"/>
                  <a:pt x="17093" y="30902"/>
                </a:cubicBezTo>
                <a:cubicBezTo>
                  <a:pt x="15033" y="32898"/>
                  <a:pt x="13423" y="35505"/>
                  <a:pt x="12264" y="38724"/>
                </a:cubicBezTo>
                <a:cubicBezTo>
                  <a:pt x="10397" y="43810"/>
                  <a:pt x="9078" y="49089"/>
                  <a:pt x="8305" y="54562"/>
                </a:cubicBezTo>
                <a:cubicBezTo>
                  <a:pt x="8305" y="54755"/>
                  <a:pt x="8305" y="55109"/>
                  <a:pt x="8305" y="55624"/>
                </a:cubicBezTo>
                <a:cubicBezTo>
                  <a:pt x="8305" y="56139"/>
                  <a:pt x="8273" y="56525"/>
                  <a:pt x="8208" y="56783"/>
                </a:cubicBezTo>
                <a:cubicBezTo>
                  <a:pt x="8208" y="59680"/>
                  <a:pt x="8788" y="61676"/>
                  <a:pt x="9947" y="62770"/>
                </a:cubicBezTo>
                <a:cubicBezTo>
                  <a:pt x="11105" y="63864"/>
                  <a:pt x="12490" y="64444"/>
                  <a:pt x="14099" y="64508"/>
                </a:cubicBezTo>
                <a:cubicBezTo>
                  <a:pt x="17576" y="64508"/>
                  <a:pt x="21149" y="62191"/>
                  <a:pt x="24818" y="57555"/>
                </a:cubicBezTo>
                <a:lnTo>
                  <a:pt x="25591" y="56493"/>
                </a:lnTo>
                <a:lnTo>
                  <a:pt x="30806" y="355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A350E-F4C3-48BF-89E1-5AD16844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4" y="1806688"/>
            <a:ext cx="35911" cy="59942"/>
          </a:xfrm>
          <a:custGeom xmlns:a="http://schemas.openxmlformats.org/drawingml/2006/main">
            <a:pathLst>
              <a:path w="35911" h="59942">
                <a:moveTo>
                  <a:pt x="5310" y="21331"/>
                </a:moveTo>
                <a:cubicBezTo>
                  <a:pt x="3690" y="21331"/>
                  <a:pt x="2400" y="20791"/>
                  <a:pt x="1440" y="19711"/>
                </a:cubicBezTo>
                <a:cubicBezTo>
                  <a:pt x="480" y="18631"/>
                  <a:pt x="0" y="17310"/>
                  <a:pt x="0" y="15750"/>
                </a:cubicBezTo>
                <a:cubicBezTo>
                  <a:pt x="0" y="11490"/>
                  <a:pt x="1590" y="7800"/>
                  <a:pt x="4770" y="4680"/>
                </a:cubicBezTo>
                <a:cubicBezTo>
                  <a:pt x="7950" y="1560"/>
                  <a:pt x="11910" y="0"/>
                  <a:pt x="16650" y="0"/>
                </a:cubicBezTo>
                <a:cubicBezTo>
                  <a:pt x="22111" y="0"/>
                  <a:pt x="26671" y="1680"/>
                  <a:pt x="30331" y="5040"/>
                </a:cubicBezTo>
                <a:cubicBezTo>
                  <a:pt x="33991" y="8400"/>
                  <a:pt x="35851" y="12750"/>
                  <a:pt x="35911" y="18091"/>
                </a:cubicBezTo>
                <a:cubicBezTo>
                  <a:pt x="35911" y="20671"/>
                  <a:pt x="35311" y="23131"/>
                  <a:pt x="34111" y="25471"/>
                </a:cubicBezTo>
                <a:cubicBezTo>
                  <a:pt x="32911" y="27811"/>
                  <a:pt x="31471" y="29851"/>
                  <a:pt x="29791" y="31591"/>
                </a:cubicBezTo>
                <a:cubicBezTo>
                  <a:pt x="28111" y="33331"/>
                  <a:pt x="25711" y="35551"/>
                  <a:pt x="22591" y="38251"/>
                </a:cubicBezTo>
                <a:cubicBezTo>
                  <a:pt x="20431" y="40111"/>
                  <a:pt x="17431" y="42871"/>
                  <a:pt x="13590" y="46531"/>
                </a:cubicBezTo>
                <a:lnTo>
                  <a:pt x="8280" y="51571"/>
                </a:lnTo>
                <a:lnTo>
                  <a:pt x="15120" y="51661"/>
                </a:lnTo>
                <a:cubicBezTo>
                  <a:pt x="24541" y="51661"/>
                  <a:pt x="29551" y="51511"/>
                  <a:pt x="30151" y="51211"/>
                </a:cubicBezTo>
                <a:cubicBezTo>
                  <a:pt x="30571" y="51091"/>
                  <a:pt x="31291" y="48421"/>
                  <a:pt x="32311" y="43201"/>
                </a:cubicBezTo>
                <a:lnTo>
                  <a:pt x="32311" y="42931"/>
                </a:lnTo>
                <a:lnTo>
                  <a:pt x="35911" y="42931"/>
                </a:lnTo>
                <a:lnTo>
                  <a:pt x="35911" y="43201"/>
                </a:lnTo>
                <a:cubicBezTo>
                  <a:pt x="35851" y="43381"/>
                  <a:pt x="35461" y="46111"/>
                  <a:pt x="34741" y="51391"/>
                </a:cubicBezTo>
                <a:cubicBezTo>
                  <a:pt x="34021" y="56672"/>
                  <a:pt x="33571" y="59432"/>
                  <a:pt x="33391" y="59672"/>
                </a:cubicBezTo>
                <a:lnTo>
                  <a:pt x="33391" y="59942"/>
                </a:lnTo>
                <a:lnTo>
                  <a:pt x="0" y="59942"/>
                </a:lnTo>
                <a:lnTo>
                  <a:pt x="0" y="58232"/>
                </a:lnTo>
                <a:lnTo>
                  <a:pt x="0" y="57152"/>
                </a:lnTo>
                <a:cubicBezTo>
                  <a:pt x="0" y="56732"/>
                  <a:pt x="180" y="56282"/>
                  <a:pt x="540" y="55802"/>
                </a:cubicBezTo>
                <a:cubicBezTo>
                  <a:pt x="900" y="55322"/>
                  <a:pt x="1800" y="54272"/>
                  <a:pt x="3240" y="52652"/>
                </a:cubicBezTo>
                <a:cubicBezTo>
                  <a:pt x="4980" y="50731"/>
                  <a:pt x="6480" y="49051"/>
                  <a:pt x="7740" y="47611"/>
                </a:cubicBezTo>
                <a:cubicBezTo>
                  <a:pt x="8280" y="47011"/>
                  <a:pt x="9300" y="45901"/>
                  <a:pt x="10800" y="44281"/>
                </a:cubicBezTo>
                <a:cubicBezTo>
                  <a:pt x="12300" y="42661"/>
                  <a:pt x="13320" y="41551"/>
                  <a:pt x="13860" y="40951"/>
                </a:cubicBezTo>
                <a:cubicBezTo>
                  <a:pt x="14400" y="40351"/>
                  <a:pt x="15270" y="39361"/>
                  <a:pt x="16470" y="37981"/>
                </a:cubicBezTo>
                <a:cubicBezTo>
                  <a:pt x="17671" y="36601"/>
                  <a:pt x="18511" y="35581"/>
                  <a:pt x="18991" y="34921"/>
                </a:cubicBezTo>
                <a:cubicBezTo>
                  <a:pt x="19471" y="34261"/>
                  <a:pt x="20161" y="33361"/>
                  <a:pt x="21061" y="32221"/>
                </a:cubicBezTo>
                <a:cubicBezTo>
                  <a:pt x="21961" y="31081"/>
                  <a:pt x="22591" y="30121"/>
                  <a:pt x="22951" y="29341"/>
                </a:cubicBezTo>
                <a:cubicBezTo>
                  <a:pt x="23311" y="28561"/>
                  <a:pt x="23761" y="27691"/>
                  <a:pt x="24301" y="26731"/>
                </a:cubicBezTo>
                <a:cubicBezTo>
                  <a:pt x="24841" y="25771"/>
                  <a:pt x="25231" y="24811"/>
                  <a:pt x="25471" y="23851"/>
                </a:cubicBezTo>
                <a:cubicBezTo>
                  <a:pt x="25711" y="22891"/>
                  <a:pt x="25921" y="21991"/>
                  <a:pt x="26101" y="21151"/>
                </a:cubicBezTo>
                <a:cubicBezTo>
                  <a:pt x="26281" y="20311"/>
                  <a:pt x="26371" y="19321"/>
                  <a:pt x="26371" y="18181"/>
                </a:cubicBezTo>
                <a:cubicBezTo>
                  <a:pt x="26371" y="14400"/>
                  <a:pt x="25351" y="11130"/>
                  <a:pt x="23311" y="8370"/>
                </a:cubicBezTo>
                <a:cubicBezTo>
                  <a:pt x="21271" y="5610"/>
                  <a:pt x="18361" y="4230"/>
                  <a:pt x="14580" y="4230"/>
                </a:cubicBezTo>
                <a:cubicBezTo>
                  <a:pt x="12600" y="4230"/>
                  <a:pt x="10860" y="4740"/>
                  <a:pt x="9360" y="5760"/>
                </a:cubicBezTo>
                <a:cubicBezTo>
                  <a:pt x="7860" y="6780"/>
                  <a:pt x="6810" y="7770"/>
                  <a:pt x="6210" y="8730"/>
                </a:cubicBezTo>
                <a:cubicBezTo>
                  <a:pt x="5610" y="9690"/>
                  <a:pt x="5310" y="10260"/>
                  <a:pt x="5310" y="10440"/>
                </a:cubicBezTo>
                <a:cubicBezTo>
                  <a:pt x="5310" y="10500"/>
                  <a:pt x="5460" y="10530"/>
                  <a:pt x="5760" y="10530"/>
                </a:cubicBezTo>
                <a:cubicBezTo>
                  <a:pt x="6840" y="10530"/>
                  <a:pt x="7950" y="10950"/>
                  <a:pt x="9090" y="11790"/>
                </a:cubicBezTo>
                <a:cubicBezTo>
                  <a:pt x="10230" y="12630"/>
                  <a:pt x="10800" y="14010"/>
                  <a:pt x="10800" y="15930"/>
                </a:cubicBezTo>
                <a:cubicBezTo>
                  <a:pt x="10800" y="17430"/>
                  <a:pt x="10320" y="18691"/>
                  <a:pt x="9360" y="19711"/>
                </a:cubicBezTo>
                <a:cubicBezTo>
                  <a:pt x="8400" y="20731"/>
                  <a:pt x="7050" y="21271"/>
                  <a:pt x="5310" y="213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F973E-24C3-43E9-B021-22518A2F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4" y="1806688"/>
            <a:ext cx="35911" cy="59942"/>
          </a:xfrm>
          <a:custGeom xmlns:a="http://schemas.openxmlformats.org/drawingml/2006/main">
            <a:pathLst>
              <a:path w="35911" h="59942" fill="none">
                <a:moveTo>
                  <a:pt x="5310" y="21331"/>
                </a:moveTo>
                <a:cubicBezTo>
                  <a:pt x="3690" y="21331"/>
                  <a:pt x="2400" y="20791"/>
                  <a:pt x="1440" y="19711"/>
                </a:cubicBezTo>
                <a:cubicBezTo>
                  <a:pt x="480" y="18631"/>
                  <a:pt x="0" y="17310"/>
                  <a:pt x="0" y="15750"/>
                </a:cubicBezTo>
                <a:cubicBezTo>
                  <a:pt x="0" y="11490"/>
                  <a:pt x="1590" y="7800"/>
                  <a:pt x="4770" y="4680"/>
                </a:cubicBezTo>
                <a:cubicBezTo>
                  <a:pt x="7950" y="1560"/>
                  <a:pt x="11910" y="0"/>
                  <a:pt x="16650" y="0"/>
                </a:cubicBezTo>
                <a:cubicBezTo>
                  <a:pt x="22111" y="0"/>
                  <a:pt x="26671" y="1680"/>
                  <a:pt x="30331" y="5040"/>
                </a:cubicBezTo>
                <a:cubicBezTo>
                  <a:pt x="33991" y="8400"/>
                  <a:pt x="35851" y="12750"/>
                  <a:pt x="35911" y="18091"/>
                </a:cubicBezTo>
                <a:cubicBezTo>
                  <a:pt x="35911" y="20671"/>
                  <a:pt x="35311" y="23131"/>
                  <a:pt x="34111" y="25471"/>
                </a:cubicBezTo>
                <a:cubicBezTo>
                  <a:pt x="32911" y="27811"/>
                  <a:pt x="31471" y="29851"/>
                  <a:pt x="29791" y="31591"/>
                </a:cubicBezTo>
                <a:cubicBezTo>
                  <a:pt x="28111" y="33331"/>
                  <a:pt x="25711" y="35551"/>
                  <a:pt x="22591" y="38251"/>
                </a:cubicBezTo>
                <a:cubicBezTo>
                  <a:pt x="20431" y="40111"/>
                  <a:pt x="17431" y="42871"/>
                  <a:pt x="13590" y="46531"/>
                </a:cubicBezTo>
                <a:lnTo>
                  <a:pt x="8280" y="51571"/>
                </a:lnTo>
                <a:lnTo>
                  <a:pt x="15120" y="51661"/>
                </a:lnTo>
                <a:cubicBezTo>
                  <a:pt x="24541" y="51661"/>
                  <a:pt x="29551" y="51511"/>
                  <a:pt x="30151" y="51211"/>
                </a:cubicBezTo>
                <a:cubicBezTo>
                  <a:pt x="30571" y="51091"/>
                  <a:pt x="31291" y="48421"/>
                  <a:pt x="32311" y="43201"/>
                </a:cubicBezTo>
                <a:lnTo>
                  <a:pt x="32311" y="42931"/>
                </a:lnTo>
                <a:lnTo>
                  <a:pt x="35911" y="42931"/>
                </a:lnTo>
                <a:lnTo>
                  <a:pt x="35911" y="43201"/>
                </a:lnTo>
                <a:cubicBezTo>
                  <a:pt x="35851" y="43381"/>
                  <a:pt x="35461" y="46111"/>
                  <a:pt x="34741" y="51391"/>
                </a:cubicBezTo>
                <a:cubicBezTo>
                  <a:pt x="34021" y="56672"/>
                  <a:pt x="33571" y="59432"/>
                  <a:pt x="33391" y="59672"/>
                </a:cubicBezTo>
                <a:lnTo>
                  <a:pt x="33391" y="59942"/>
                </a:lnTo>
                <a:lnTo>
                  <a:pt x="0" y="59942"/>
                </a:lnTo>
                <a:lnTo>
                  <a:pt x="0" y="58232"/>
                </a:lnTo>
                <a:lnTo>
                  <a:pt x="0" y="57152"/>
                </a:lnTo>
                <a:cubicBezTo>
                  <a:pt x="0" y="56732"/>
                  <a:pt x="180" y="56282"/>
                  <a:pt x="540" y="55802"/>
                </a:cubicBezTo>
                <a:cubicBezTo>
                  <a:pt x="900" y="55322"/>
                  <a:pt x="1800" y="54272"/>
                  <a:pt x="3240" y="52652"/>
                </a:cubicBezTo>
                <a:cubicBezTo>
                  <a:pt x="4980" y="50731"/>
                  <a:pt x="6480" y="49051"/>
                  <a:pt x="7740" y="47611"/>
                </a:cubicBezTo>
                <a:cubicBezTo>
                  <a:pt x="8280" y="47011"/>
                  <a:pt x="9300" y="45901"/>
                  <a:pt x="10800" y="44281"/>
                </a:cubicBezTo>
                <a:cubicBezTo>
                  <a:pt x="12300" y="42661"/>
                  <a:pt x="13320" y="41551"/>
                  <a:pt x="13860" y="40951"/>
                </a:cubicBezTo>
                <a:cubicBezTo>
                  <a:pt x="14400" y="40351"/>
                  <a:pt x="15270" y="39361"/>
                  <a:pt x="16470" y="37981"/>
                </a:cubicBezTo>
                <a:cubicBezTo>
                  <a:pt x="17671" y="36601"/>
                  <a:pt x="18511" y="35581"/>
                  <a:pt x="18991" y="34921"/>
                </a:cubicBezTo>
                <a:cubicBezTo>
                  <a:pt x="19471" y="34261"/>
                  <a:pt x="20161" y="33361"/>
                  <a:pt x="21061" y="32221"/>
                </a:cubicBezTo>
                <a:cubicBezTo>
                  <a:pt x="21961" y="31081"/>
                  <a:pt x="22591" y="30121"/>
                  <a:pt x="22951" y="29341"/>
                </a:cubicBezTo>
                <a:cubicBezTo>
                  <a:pt x="23311" y="28561"/>
                  <a:pt x="23761" y="27691"/>
                  <a:pt x="24301" y="26731"/>
                </a:cubicBezTo>
                <a:cubicBezTo>
                  <a:pt x="24841" y="25771"/>
                  <a:pt x="25231" y="24811"/>
                  <a:pt x="25471" y="23851"/>
                </a:cubicBezTo>
                <a:cubicBezTo>
                  <a:pt x="25711" y="22891"/>
                  <a:pt x="25921" y="21991"/>
                  <a:pt x="26101" y="21151"/>
                </a:cubicBezTo>
                <a:cubicBezTo>
                  <a:pt x="26281" y="20311"/>
                  <a:pt x="26371" y="19321"/>
                  <a:pt x="26371" y="18181"/>
                </a:cubicBezTo>
                <a:cubicBezTo>
                  <a:pt x="26371" y="14400"/>
                  <a:pt x="25351" y="11130"/>
                  <a:pt x="23311" y="8370"/>
                </a:cubicBezTo>
                <a:cubicBezTo>
                  <a:pt x="21271" y="5610"/>
                  <a:pt x="18361" y="4230"/>
                  <a:pt x="14580" y="4230"/>
                </a:cubicBezTo>
                <a:cubicBezTo>
                  <a:pt x="12600" y="4230"/>
                  <a:pt x="10860" y="4740"/>
                  <a:pt x="9360" y="5760"/>
                </a:cubicBezTo>
                <a:cubicBezTo>
                  <a:pt x="7860" y="6780"/>
                  <a:pt x="6810" y="7770"/>
                  <a:pt x="6210" y="8730"/>
                </a:cubicBezTo>
                <a:cubicBezTo>
                  <a:pt x="5610" y="9690"/>
                  <a:pt x="5310" y="10260"/>
                  <a:pt x="5310" y="10440"/>
                </a:cubicBezTo>
                <a:cubicBezTo>
                  <a:pt x="5310" y="10500"/>
                  <a:pt x="5460" y="10530"/>
                  <a:pt x="5760" y="10530"/>
                </a:cubicBezTo>
                <a:cubicBezTo>
                  <a:pt x="6840" y="10530"/>
                  <a:pt x="7950" y="10950"/>
                  <a:pt x="9090" y="11790"/>
                </a:cubicBezTo>
                <a:cubicBezTo>
                  <a:pt x="10230" y="12630"/>
                  <a:pt x="10800" y="14010"/>
                  <a:pt x="10800" y="15930"/>
                </a:cubicBezTo>
                <a:cubicBezTo>
                  <a:pt x="10800" y="17430"/>
                  <a:pt x="10320" y="18691"/>
                  <a:pt x="9360" y="19711"/>
                </a:cubicBezTo>
                <a:cubicBezTo>
                  <a:pt x="8400" y="20731"/>
                  <a:pt x="7050" y="21271"/>
                  <a:pt x="5310" y="21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0" cap="flat">
            <a:solidFill>
              <a:srgbClr val="FFFFFF">
                <a:alpha val="1730"/>
              </a:srgbClr>
            </a:solidFill>
            <a:miter/>
          </a:ln>
        </p:spPr>
      </p:sp>
      <p:sp>
        <p:nvSpPr>
          <p:cNvPr id="207" name="Text PretrainedWeights">
            <a:extLst xmlns:a="http://schemas.openxmlformats.org/drawingml/2006/main">
              <a:ext uri="{FF2B5EF4-FFF2-40B4-BE49-F238E27FC236}">
                <a16:creationId xmlns:a16="http://schemas.microsoft.com/office/drawing/2014/main" id="{E81A2F6F-F59C-4471-B87B-D6C24F6C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5" y="1376173"/>
            <a:ext cx="1018650" cy="122921"/>
          </a:xfrm>
          <a:custGeom xmlns:a="http://schemas.openxmlformats.org/drawingml/2006/main">
            <a:pathLst>
              <a:path w="1018650" h="122921">
                <a:moveTo>
                  <a:pt x="25455" y="51833"/>
                </a:moveTo>
                <a:lnTo>
                  <a:pt x="25455" y="77924"/>
                </a:lnTo>
                <a:cubicBezTo>
                  <a:pt x="25455" y="83561"/>
                  <a:pt x="26070" y="87062"/>
                  <a:pt x="27301" y="88428"/>
                </a:cubicBezTo>
                <a:cubicBezTo>
                  <a:pt x="28972" y="90365"/>
                  <a:pt x="31500" y="91334"/>
                  <a:pt x="34885" y="91334"/>
                </a:cubicBezTo>
                <a:lnTo>
                  <a:pt x="38314" y="91334"/>
                </a:lnTo>
                <a:lnTo>
                  <a:pt x="38314" y="93774"/>
                </a:lnTo>
                <a:lnTo>
                  <a:pt x="0" y="93774"/>
                </a:lnTo>
                <a:lnTo>
                  <a:pt x="0" y="91334"/>
                </a:lnTo>
                <a:lnTo>
                  <a:pt x="3363" y="91334"/>
                </a:lnTo>
                <a:cubicBezTo>
                  <a:pt x="7144" y="91334"/>
                  <a:pt x="9848" y="90103"/>
                  <a:pt x="11474" y="87641"/>
                </a:cubicBezTo>
                <a:cubicBezTo>
                  <a:pt x="12354" y="86278"/>
                  <a:pt x="12793" y="83047"/>
                  <a:pt x="12793" y="77947"/>
                </a:cubicBezTo>
                <a:lnTo>
                  <a:pt x="12793" y="20179"/>
                </a:lnTo>
                <a:cubicBezTo>
                  <a:pt x="12793" y="14552"/>
                  <a:pt x="12200" y="11057"/>
                  <a:pt x="11013" y="9694"/>
                </a:cubicBezTo>
                <a:cubicBezTo>
                  <a:pt x="9298" y="7760"/>
                  <a:pt x="6748" y="6792"/>
                  <a:pt x="3363" y="6792"/>
                </a:cubicBezTo>
                <a:lnTo>
                  <a:pt x="0" y="6792"/>
                </a:lnTo>
                <a:lnTo>
                  <a:pt x="0" y="4352"/>
                </a:lnTo>
                <a:lnTo>
                  <a:pt x="32775" y="4352"/>
                </a:lnTo>
                <a:cubicBezTo>
                  <a:pt x="40776" y="4352"/>
                  <a:pt x="47085" y="5176"/>
                  <a:pt x="51701" y="6823"/>
                </a:cubicBezTo>
                <a:cubicBezTo>
                  <a:pt x="56317" y="8469"/>
                  <a:pt x="60208" y="11246"/>
                  <a:pt x="63373" y="15153"/>
                </a:cubicBezTo>
                <a:cubicBezTo>
                  <a:pt x="66538" y="19060"/>
                  <a:pt x="68121" y="23692"/>
                  <a:pt x="68121" y="29049"/>
                </a:cubicBezTo>
                <a:cubicBezTo>
                  <a:pt x="68121" y="36337"/>
                  <a:pt x="65714" y="42264"/>
                  <a:pt x="60900" y="46831"/>
                </a:cubicBezTo>
                <a:cubicBezTo>
                  <a:pt x="56086" y="51396"/>
                  <a:pt x="49283" y="53679"/>
                  <a:pt x="40490" y="53679"/>
                </a:cubicBezTo>
                <a:cubicBezTo>
                  <a:pt x="38336" y="53679"/>
                  <a:pt x="36006" y="53525"/>
                  <a:pt x="33500" y="53218"/>
                </a:cubicBezTo>
                <a:cubicBezTo>
                  <a:pt x="30994" y="52910"/>
                  <a:pt x="28312" y="52448"/>
                  <a:pt x="25455" y="51833"/>
                </a:cubicBezTo>
                <a:moveTo>
                  <a:pt x="25455" y="48008"/>
                </a:moveTo>
                <a:cubicBezTo>
                  <a:pt x="27785" y="48447"/>
                  <a:pt x="29851" y="48777"/>
                  <a:pt x="31654" y="48997"/>
                </a:cubicBezTo>
                <a:cubicBezTo>
                  <a:pt x="33456" y="49217"/>
                  <a:pt x="34995" y="49327"/>
                  <a:pt x="36270" y="49327"/>
                </a:cubicBezTo>
                <a:cubicBezTo>
                  <a:pt x="40842" y="49327"/>
                  <a:pt x="44788" y="47557"/>
                  <a:pt x="48107" y="44018"/>
                </a:cubicBezTo>
                <a:cubicBezTo>
                  <a:pt x="51426" y="40479"/>
                  <a:pt x="53086" y="35896"/>
                  <a:pt x="53086" y="30269"/>
                </a:cubicBezTo>
                <a:cubicBezTo>
                  <a:pt x="53086" y="26400"/>
                  <a:pt x="52294" y="22806"/>
                  <a:pt x="50712" y="19487"/>
                </a:cubicBezTo>
                <a:cubicBezTo>
                  <a:pt x="49129" y="16167"/>
                  <a:pt x="46887" y="13684"/>
                  <a:pt x="43985" y="12035"/>
                </a:cubicBezTo>
                <a:cubicBezTo>
                  <a:pt x="41084" y="10386"/>
                  <a:pt x="37786" y="9562"/>
                  <a:pt x="34093" y="9562"/>
                </a:cubicBezTo>
                <a:cubicBezTo>
                  <a:pt x="31851" y="9562"/>
                  <a:pt x="28972" y="9980"/>
                  <a:pt x="25455" y="10815"/>
                </a:cubicBezTo>
                <a:lnTo>
                  <a:pt x="25455" y="48008"/>
                </a:lnTo>
                <a:close/>
                <a:moveTo>
                  <a:pt x="94742" y="31654"/>
                </a:moveTo>
                <a:lnTo>
                  <a:pt x="94742" y="45238"/>
                </a:lnTo>
                <a:cubicBezTo>
                  <a:pt x="99798" y="36182"/>
                  <a:pt x="104985" y="31654"/>
                  <a:pt x="110305" y="31654"/>
                </a:cubicBezTo>
                <a:cubicBezTo>
                  <a:pt x="112723" y="31654"/>
                  <a:pt x="114723" y="32390"/>
                  <a:pt x="116306" y="33863"/>
                </a:cubicBezTo>
                <a:cubicBezTo>
                  <a:pt x="117889" y="35335"/>
                  <a:pt x="118680" y="37039"/>
                  <a:pt x="118680" y="38973"/>
                </a:cubicBezTo>
                <a:cubicBezTo>
                  <a:pt x="118680" y="40688"/>
                  <a:pt x="118109" y="42139"/>
                  <a:pt x="116965" y="43326"/>
                </a:cubicBezTo>
                <a:cubicBezTo>
                  <a:pt x="115822" y="44513"/>
                  <a:pt x="114460" y="45106"/>
                  <a:pt x="112877" y="45106"/>
                </a:cubicBezTo>
                <a:cubicBezTo>
                  <a:pt x="111338" y="45106"/>
                  <a:pt x="109613" y="44348"/>
                  <a:pt x="107700" y="42831"/>
                </a:cubicBezTo>
                <a:cubicBezTo>
                  <a:pt x="105788" y="41314"/>
                  <a:pt x="104370" y="40556"/>
                  <a:pt x="103447" y="40556"/>
                </a:cubicBezTo>
                <a:cubicBezTo>
                  <a:pt x="102655" y="40556"/>
                  <a:pt x="101798" y="40994"/>
                  <a:pt x="100875" y="41871"/>
                </a:cubicBezTo>
                <a:cubicBezTo>
                  <a:pt x="98897" y="43669"/>
                  <a:pt x="96852" y="46629"/>
                  <a:pt x="94742" y="50751"/>
                </a:cubicBezTo>
                <a:lnTo>
                  <a:pt x="94742" y="79626"/>
                </a:lnTo>
                <a:cubicBezTo>
                  <a:pt x="94742" y="82958"/>
                  <a:pt x="95160" y="85479"/>
                  <a:pt x="95995" y="87189"/>
                </a:cubicBezTo>
                <a:cubicBezTo>
                  <a:pt x="96567" y="88374"/>
                  <a:pt x="97578" y="89361"/>
                  <a:pt x="99028" y="90151"/>
                </a:cubicBezTo>
                <a:cubicBezTo>
                  <a:pt x="100479" y="90939"/>
                  <a:pt x="102567" y="91334"/>
                  <a:pt x="105293" y="91334"/>
                </a:cubicBezTo>
                <a:lnTo>
                  <a:pt x="105293" y="93774"/>
                </a:lnTo>
                <a:lnTo>
                  <a:pt x="74365" y="93774"/>
                </a:lnTo>
                <a:lnTo>
                  <a:pt x="74365" y="91334"/>
                </a:lnTo>
                <a:cubicBezTo>
                  <a:pt x="77443" y="91334"/>
                  <a:pt x="79729" y="90851"/>
                  <a:pt x="81223" y="89887"/>
                </a:cubicBezTo>
                <a:cubicBezTo>
                  <a:pt x="82322" y="89185"/>
                  <a:pt x="83092" y="88066"/>
                  <a:pt x="83531" y="86530"/>
                </a:cubicBezTo>
                <a:cubicBezTo>
                  <a:pt x="83751" y="85784"/>
                  <a:pt x="83861" y="83657"/>
                  <a:pt x="83861" y="80148"/>
                </a:cubicBezTo>
                <a:lnTo>
                  <a:pt x="83861" y="56789"/>
                </a:lnTo>
                <a:cubicBezTo>
                  <a:pt x="83861" y="49770"/>
                  <a:pt x="83718" y="45592"/>
                  <a:pt x="83432" y="44255"/>
                </a:cubicBezTo>
                <a:cubicBezTo>
                  <a:pt x="83147" y="42917"/>
                  <a:pt x="82619" y="41941"/>
                  <a:pt x="81850" y="41327"/>
                </a:cubicBezTo>
                <a:cubicBezTo>
                  <a:pt x="81080" y="40713"/>
                  <a:pt x="80124" y="40406"/>
                  <a:pt x="78981" y="40406"/>
                </a:cubicBezTo>
                <a:cubicBezTo>
                  <a:pt x="77618" y="40406"/>
                  <a:pt x="76080" y="40735"/>
                  <a:pt x="74365" y="41393"/>
                </a:cubicBezTo>
                <a:lnTo>
                  <a:pt x="73706" y="39023"/>
                </a:lnTo>
                <a:lnTo>
                  <a:pt x="91972" y="31654"/>
                </a:lnTo>
                <a:lnTo>
                  <a:pt x="94742" y="31654"/>
                </a:lnTo>
                <a:close/>
                <a:moveTo>
                  <a:pt x="132198" y="56185"/>
                </a:moveTo>
                <a:cubicBezTo>
                  <a:pt x="132154" y="65133"/>
                  <a:pt x="134330" y="72151"/>
                  <a:pt x="138726" y="77240"/>
                </a:cubicBezTo>
                <a:cubicBezTo>
                  <a:pt x="143122" y="82327"/>
                  <a:pt x="148288" y="84871"/>
                  <a:pt x="154223" y="84871"/>
                </a:cubicBezTo>
                <a:cubicBezTo>
                  <a:pt x="158180" y="84871"/>
                  <a:pt x="161620" y="83783"/>
                  <a:pt x="164544" y="81607"/>
                </a:cubicBezTo>
                <a:cubicBezTo>
                  <a:pt x="167467" y="79431"/>
                  <a:pt x="169918" y="75705"/>
                  <a:pt x="171896" y="70429"/>
                </a:cubicBezTo>
                <a:lnTo>
                  <a:pt x="173941" y="71748"/>
                </a:lnTo>
                <a:cubicBezTo>
                  <a:pt x="173017" y="77771"/>
                  <a:pt x="170336" y="83255"/>
                  <a:pt x="165895" y="88201"/>
                </a:cubicBezTo>
                <a:cubicBezTo>
                  <a:pt x="161455" y="93147"/>
                  <a:pt x="155894" y="95620"/>
                  <a:pt x="149211" y="95620"/>
                </a:cubicBezTo>
                <a:cubicBezTo>
                  <a:pt x="141957" y="95620"/>
                  <a:pt x="135748" y="92802"/>
                  <a:pt x="130582" y="87165"/>
                </a:cubicBezTo>
                <a:cubicBezTo>
                  <a:pt x="125416" y="81526"/>
                  <a:pt x="122833" y="73947"/>
                  <a:pt x="122833" y="64426"/>
                </a:cubicBezTo>
                <a:cubicBezTo>
                  <a:pt x="122833" y="54117"/>
                  <a:pt x="125482" y="46078"/>
                  <a:pt x="130780" y="40309"/>
                </a:cubicBezTo>
                <a:cubicBezTo>
                  <a:pt x="136077" y="34539"/>
                  <a:pt x="142727" y="31654"/>
                  <a:pt x="150728" y="31654"/>
                </a:cubicBezTo>
                <a:cubicBezTo>
                  <a:pt x="157498" y="31654"/>
                  <a:pt x="163060" y="33879"/>
                  <a:pt x="167412" y="38330"/>
                </a:cubicBezTo>
                <a:cubicBezTo>
                  <a:pt x="171765" y="42780"/>
                  <a:pt x="173941" y="48732"/>
                  <a:pt x="173941" y="56185"/>
                </a:cubicBezTo>
                <a:lnTo>
                  <a:pt x="132198" y="56185"/>
                </a:lnTo>
                <a:moveTo>
                  <a:pt x="132198" y="52360"/>
                </a:moveTo>
                <a:lnTo>
                  <a:pt x="160158" y="52360"/>
                </a:lnTo>
                <a:cubicBezTo>
                  <a:pt x="159938" y="48491"/>
                  <a:pt x="159477" y="45766"/>
                  <a:pt x="158773" y="44183"/>
                </a:cubicBezTo>
                <a:cubicBezTo>
                  <a:pt x="157674" y="41721"/>
                  <a:pt x="156037" y="39787"/>
                  <a:pt x="153860" y="38380"/>
                </a:cubicBezTo>
                <a:cubicBezTo>
                  <a:pt x="151684" y="36973"/>
                  <a:pt x="149409" y="36270"/>
                  <a:pt x="147035" y="36270"/>
                </a:cubicBezTo>
                <a:cubicBezTo>
                  <a:pt x="143386" y="36270"/>
                  <a:pt x="140122" y="37687"/>
                  <a:pt x="137242" y="40523"/>
                </a:cubicBezTo>
                <a:cubicBezTo>
                  <a:pt x="134363" y="43359"/>
                  <a:pt x="132681" y="47304"/>
                  <a:pt x="132198" y="52360"/>
                </a:cubicBezTo>
                <a:close/>
                <a:moveTo>
                  <a:pt x="199548" y="13453"/>
                </a:moveTo>
                <a:lnTo>
                  <a:pt x="199548" y="33368"/>
                </a:lnTo>
                <a:lnTo>
                  <a:pt x="213660" y="33368"/>
                </a:lnTo>
                <a:lnTo>
                  <a:pt x="213660" y="37984"/>
                </a:lnTo>
                <a:lnTo>
                  <a:pt x="199548" y="37984"/>
                </a:lnTo>
                <a:lnTo>
                  <a:pt x="199548" y="77102"/>
                </a:lnTo>
                <a:cubicBezTo>
                  <a:pt x="199548" y="81011"/>
                  <a:pt x="200108" y="83646"/>
                  <a:pt x="201230" y="85007"/>
                </a:cubicBezTo>
                <a:cubicBezTo>
                  <a:pt x="202351" y="86367"/>
                  <a:pt x="203790" y="87047"/>
                  <a:pt x="205549" y="87047"/>
                </a:cubicBezTo>
                <a:cubicBezTo>
                  <a:pt x="207000" y="87047"/>
                  <a:pt x="208407" y="86597"/>
                  <a:pt x="209769" y="85695"/>
                </a:cubicBezTo>
                <a:cubicBezTo>
                  <a:pt x="211132" y="84794"/>
                  <a:pt x="212187" y="83464"/>
                  <a:pt x="212935" y="81706"/>
                </a:cubicBezTo>
                <a:lnTo>
                  <a:pt x="215507" y="81706"/>
                </a:lnTo>
                <a:cubicBezTo>
                  <a:pt x="213968" y="86026"/>
                  <a:pt x="211792" y="89294"/>
                  <a:pt x="208978" y="91509"/>
                </a:cubicBezTo>
                <a:cubicBezTo>
                  <a:pt x="206164" y="93722"/>
                  <a:pt x="203263" y="94829"/>
                  <a:pt x="200273" y="94829"/>
                </a:cubicBezTo>
                <a:cubicBezTo>
                  <a:pt x="198251" y="94829"/>
                  <a:pt x="196273" y="94267"/>
                  <a:pt x="194338" y="93145"/>
                </a:cubicBezTo>
                <a:cubicBezTo>
                  <a:pt x="192404" y="92023"/>
                  <a:pt x="190975" y="90417"/>
                  <a:pt x="190052" y="88327"/>
                </a:cubicBezTo>
                <a:cubicBezTo>
                  <a:pt x="189129" y="86236"/>
                  <a:pt x="188667" y="83012"/>
                  <a:pt x="188667" y="78654"/>
                </a:cubicBezTo>
                <a:lnTo>
                  <a:pt x="188667" y="37984"/>
                </a:lnTo>
                <a:lnTo>
                  <a:pt x="179105" y="37984"/>
                </a:lnTo>
                <a:lnTo>
                  <a:pt x="179105" y="35808"/>
                </a:lnTo>
                <a:cubicBezTo>
                  <a:pt x="181523" y="34838"/>
                  <a:pt x="183996" y="33196"/>
                  <a:pt x="186524" y="30881"/>
                </a:cubicBezTo>
                <a:cubicBezTo>
                  <a:pt x="189052" y="28566"/>
                  <a:pt x="191305" y="25821"/>
                  <a:pt x="193283" y="22646"/>
                </a:cubicBezTo>
                <a:cubicBezTo>
                  <a:pt x="194294" y="20971"/>
                  <a:pt x="195701" y="17907"/>
                  <a:pt x="197504" y="13453"/>
                </a:cubicBezTo>
                <a:lnTo>
                  <a:pt x="199548" y="13453"/>
                </a:lnTo>
                <a:close/>
                <a:moveTo>
                  <a:pt x="237225" y="31654"/>
                </a:moveTo>
                <a:lnTo>
                  <a:pt x="237225" y="45238"/>
                </a:lnTo>
                <a:cubicBezTo>
                  <a:pt x="242281" y="36182"/>
                  <a:pt x="247469" y="31654"/>
                  <a:pt x="252788" y="31654"/>
                </a:cubicBezTo>
                <a:cubicBezTo>
                  <a:pt x="255206" y="31654"/>
                  <a:pt x="257206" y="32390"/>
                  <a:pt x="258789" y="33863"/>
                </a:cubicBezTo>
                <a:cubicBezTo>
                  <a:pt x="260372" y="35335"/>
                  <a:pt x="261163" y="37039"/>
                  <a:pt x="261163" y="38973"/>
                </a:cubicBezTo>
                <a:cubicBezTo>
                  <a:pt x="261163" y="40688"/>
                  <a:pt x="260592" y="42139"/>
                  <a:pt x="259448" y="43326"/>
                </a:cubicBezTo>
                <a:cubicBezTo>
                  <a:pt x="258305" y="44513"/>
                  <a:pt x="256943" y="45106"/>
                  <a:pt x="255360" y="45106"/>
                </a:cubicBezTo>
                <a:cubicBezTo>
                  <a:pt x="253821" y="45106"/>
                  <a:pt x="252096" y="44348"/>
                  <a:pt x="250183" y="42831"/>
                </a:cubicBezTo>
                <a:cubicBezTo>
                  <a:pt x="248271" y="41314"/>
                  <a:pt x="246853" y="40556"/>
                  <a:pt x="245930" y="40556"/>
                </a:cubicBezTo>
                <a:cubicBezTo>
                  <a:pt x="245138" y="40556"/>
                  <a:pt x="244281" y="40994"/>
                  <a:pt x="243358" y="41871"/>
                </a:cubicBezTo>
                <a:cubicBezTo>
                  <a:pt x="241380" y="43669"/>
                  <a:pt x="239335" y="46629"/>
                  <a:pt x="237225" y="50751"/>
                </a:cubicBezTo>
                <a:lnTo>
                  <a:pt x="237225" y="79626"/>
                </a:lnTo>
                <a:cubicBezTo>
                  <a:pt x="237225" y="82958"/>
                  <a:pt x="237643" y="85479"/>
                  <a:pt x="238478" y="87189"/>
                </a:cubicBezTo>
                <a:cubicBezTo>
                  <a:pt x="239050" y="88374"/>
                  <a:pt x="240061" y="89361"/>
                  <a:pt x="241511" y="90151"/>
                </a:cubicBezTo>
                <a:cubicBezTo>
                  <a:pt x="242962" y="90939"/>
                  <a:pt x="245051" y="91334"/>
                  <a:pt x="247776" y="91334"/>
                </a:cubicBezTo>
                <a:lnTo>
                  <a:pt x="247776" y="93774"/>
                </a:lnTo>
                <a:lnTo>
                  <a:pt x="216848" y="93774"/>
                </a:lnTo>
                <a:lnTo>
                  <a:pt x="216848" y="91334"/>
                </a:lnTo>
                <a:cubicBezTo>
                  <a:pt x="219926" y="91334"/>
                  <a:pt x="222212" y="90851"/>
                  <a:pt x="223706" y="89887"/>
                </a:cubicBezTo>
                <a:cubicBezTo>
                  <a:pt x="224805" y="89185"/>
                  <a:pt x="225575" y="88066"/>
                  <a:pt x="226014" y="86530"/>
                </a:cubicBezTo>
                <a:cubicBezTo>
                  <a:pt x="226234" y="85784"/>
                  <a:pt x="226344" y="83657"/>
                  <a:pt x="226344" y="80148"/>
                </a:cubicBezTo>
                <a:lnTo>
                  <a:pt x="226344" y="56789"/>
                </a:lnTo>
                <a:cubicBezTo>
                  <a:pt x="226344" y="49770"/>
                  <a:pt x="226201" y="45592"/>
                  <a:pt x="225916" y="44255"/>
                </a:cubicBezTo>
                <a:cubicBezTo>
                  <a:pt x="225630" y="42917"/>
                  <a:pt x="225102" y="41941"/>
                  <a:pt x="224333" y="41327"/>
                </a:cubicBezTo>
                <a:cubicBezTo>
                  <a:pt x="223563" y="40713"/>
                  <a:pt x="222607" y="40406"/>
                  <a:pt x="221464" y="40406"/>
                </a:cubicBezTo>
                <a:cubicBezTo>
                  <a:pt x="220101" y="40406"/>
                  <a:pt x="218563" y="40735"/>
                  <a:pt x="216848" y="41393"/>
                </a:cubicBezTo>
                <a:lnTo>
                  <a:pt x="216189" y="39023"/>
                </a:lnTo>
                <a:lnTo>
                  <a:pt x="234455" y="31654"/>
                </a:lnTo>
                <a:lnTo>
                  <a:pt x="237225" y="31654"/>
                </a:lnTo>
                <a:close/>
                <a:moveTo>
                  <a:pt x="298751" y="85069"/>
                </a:moveTo>
                <a:cubicBezTo>
                  <a:pt x="292552" y="89861"/>
                  <a:pt x="288661" y="92631"/>
                  <a:pt x="287078" y="93378"/>
                </a:cubicBezTo>
                <a:cubicBezTo>
                  <a:pt x="284704" y="94521"/>
                  <a:pt x="282176" y="95092"/>
                  <a:pt x="279495" y="95092"/>
                </a:cubicBezTo>
                <a:cubicBezTo>
                  <a:pt x="275318" y="95092"/>
                  <a:pt x="271878" y="93664"/>
                  <a:pt x="269174" y="90806"/>
                </a:cubicBezTo>
                <a:cubicBezTo>
                  <a:pt x="266471" y="87948"/>
                  <a:pt x="265119" y="84190"/>
                  <a:pt x="265119" y="79530"/>
                </a:cubicBezTo>
                <a:cubicBezTo>
                  <a:pt x="265119" y="76584"/>
                  <a:pt x="265778" y="74034"/>
                  <a:pt x="267097" y="71880"/>
                </a:cubicBezTo>
                <a:cubicBezTo>
                  <a:pt x="268899" y="68890"/>
                  <a:pt x="272032" y="66077"/>
                  <a:pt x="276494" y="63439"/>
                </a:cubicBezTo>
                <a:cubicBezTo>
                  <a:pt x="280956" y="60801"/>
                  <a:pt x="288375" y="57592"/>
                  <a:pt x="298751" y="53811"/>
                </a:cubicBezTo>
                <a:lnTo>
                  <a:pt x="298751" y="51437"/>
                </a:lnTo>
                <a:cubicBezTo>
                  <a:pt x="298751" y="45414"/>
                  <a:pt x="297794" y="41281"/>
                  <a:pt x="295882" y="39039"/>
                </a:cubicBezTo>
                <a:cubicBezTo>
                  <a:pt x="293970" y="36797"/>
                  <a:pt x="291189" y="35676"/>
                  <a:pt x="287540" y="35676"/>
                </a:cubicBezTo>
                <a:cubicBezTo>
                  <a:pt x="284770" y="35676"/>
                  <a:pt x="282572" y="36421"/>
                  <a:pt x="280945" y="37910"/>
                </a:cubicBezTo>
                <a:cubicBezTo>
                  <a:pt x="279275" y="39399"/>
                  <a:pt x="278439" y="41108"/>
                  <a:pt x="278439" y="43035"/>
                </a:cubicBezTo>
                <a:lnTo>
                  <a:pt x="278571" y="46846"/>
                </a:lnTo>
                <a:cubicBezTo>
                  <a:pt x="278571" y="48860"/>
                  <a:pt x="278055" y="50414"/>
                  <a:pt x="277022" y="51509"/>
                </a:cubicBezTo>
                <a:cubicBezTo>
                  <a:pt x="275989" y="52604"/>
                  <a:pt x="274637" y="53152"/>
                  <a:pt x="272966" y="53152"/>
                </a:cubicBezTo>
                <a:cubicBezTo>
                  <a:pt x="271339" y="53152"/>
                  <a:pt x="270010" y="52582"/>
                  <a:pt x="268976" y="51443"/>
                </a:cubicBezTo>
                <a:cubicBezTo>
                  <a:pt x="267943" y="50303"/>
                  <a:pt x="267427" y="48746"/>
                  <a:pt x="267427" y="46773"/>
                </a:cubicBezTo>
                <a:cubicBezTo>
                  <a:pt x="267427" y="43005"/>
                  <a:pt x="269361" y="39543"/>
                  <a:pt x="273230" y="36387"/>
                </a:cubicBezTo>
                <a:cubicBezTo>
                  <a:pt x="277099" y="33231"/>
                  <a:pt x="282528" y="31654"/>
                  <a:pt x="289518" y="31654"/>
                </a:cubicBezTo>
                <a:cubicBezTo>
                  <a:pt x="294882" y="31654"/>
                  <a:pt x="299278" y="32553"/>
                  <a:pt x="302707" y="34353"/>
                </a:cubicBezTo>
                <a:cubicBezTo>
                  <a:pt x="305301" y="35715"/>
                  <a:pt x="307213" y="37845"/>
                  <a:pt x="308444" y="40744"/>
                </a:cubicBezTo>
                <a:cubicBezTo>
                  <a:pt x="309236" y="42631"/>
                  <a:pt x="309631" y="46495"/>
                  <a:pt x="309631" y="52335"/>
                </a:cubicBezTo>
                <a:lnTo>
                  <a:pt x="309631" y="72820"/>
                </a:lnTo>
                <a:cubicBezTo>
                  <a:pt x="309631" y="78572"/>
                  <a:pt x="309741" y="82096"/>
                  <a:pt x="309961" y="83391"/>
                </a:cubicBezTo>
                <a:cubicBezTo>
                  <a:pt x="310181" y="84687"/>
                  <a:pt x="310544" y="85555"/>
                  <a:pt x="311049" y="85994"/>
                </a:cubicBezTo>
                <a:cubicBezTo>
                  <a:pt x="311555" y="86432"/>
                  <a:pt x="312137" y="86652"/>
                  <a:pt x="312797" y="86652"/>
                </a:cubicBezTo>
                <a:cubicBezTo>
                  <a:pt x="313500" y="86652"/>
                  <a:pt x="314116" y="86498"/>
                  <a:pt x="314643" y="86190"/>
                </a:cubicBezTo>
                <a:cubicBezTo>
                  <a:pt x="315566" y="85618"/>
                  <a:pt x="317347" y="84014"/>
                  <a:pt x="319985" y="81376"/>
                </a:cubicBezTo>
                <a:lnTo>
                  <a:pt x="319985" y="85069"/>
                </a:lnTo>
                <a:cubicBezTo>
                  <a:pt x="315061" y="91663"/>
                  <a:pt x="310357" y="94961"/>
                  <a:pt x="305873" y="94961"/>
                </a:cubicBezTo>
                <a:cubicBezTo>
                  <a:pt x="303718" y="94961"/>
                  <a:pt x="302004" y="94213"/>
                  <a:pt x="300729" y="92718"/>
                </a:cubicBezTo>
                <a:cubicBezTo>
                  <a:pt x="299454" y="91224"/>
                  <a:pt x="298794" y="88674"/>
                  <a:pt x="298751" y="85069"/>
                </a:cubicBezTo>
                <a:moveTo>
                  <a:pt x="298751" y="80745"/>
                </a:moveTo>
                <a:lnTo>
                  <a:pt x="298751" y="57834"/>
                </a:lnTo>
                <a:cubicBezTo>
                  <a:pt x="292112" y="60459"/>
                  <a:pt x="287826" y="62319"/>
                  <a:pt x="285891" y="63414"/>
                </a:cubicBezTo>
                <a:cubicBezTo>
                  <a:pt x="282418" y="65340"/>
                  <a:pt x="279934" y="67354"/>
                  <a:pt x="278439" y="69454"/>
                </a:cubicBezTo>
                <a:cubicBezTo>
                  <a:pt x="276945" y="71555"/>
                  <a:pt x="276197" y="73853"/>
                  <a:pt x="276197" y="76348"/>
                </a:cubicBezTo>
                <a:cubicBezTo>
                  <a:pt x="276197" y="79499"/>
                  <a:pt x="277143" y="82114"/>
                  <a:pt x="279033" y="84193"/>
                </a:cubicBezTo>
                <a:cubicBezTo>
                  <a:pt x="280923" y="86272"/>
                  <a:pt x="283100" y="87311"/>
                  <a:pt x="285562" y="87311"/>
                </a:cubicBezTo>
                <a:cubicBezTo>
                  <a:pt x="288903" y="87311"/>
                  <a:pt x="293299" y="85122"/>
                  <a:pt x="298751" y="80745"/>
                </a:cubicBezTo>
                <a:close/>
                <a:moveTo>
                  <a:pt x="339855" y="0"/>
                </a:moveTo>
                <a:cubicBezTo>
                  <a:pt x="341701" y="0"/>
                  <a:pt x="343273" y="652"/>
                  <a:pt x="344570" y="1956"/>
                </a:cubicBezTo>
                <a:cubicBezTo>
                  <a:pt x="345867" y="3258"/>
                  <a:pt x="346515" y="4837"/>
                  <a:pt x="346515" y="6693"/>
                </a:cubicBezTo>
                <a:cubicBezTo>
                  <a:pt x="346515" y="8549"/>
                  <a:pt x="345867" y="10140"/>
                  <a:pt x="344570" y="11466"/>
                </a:cubicBezTo>
                <a:cubicBezTo>
                  <a:pt x="343273" y="12791"/>
                  <a:pt x="341701" y="13453"/>
                  <a:pt x="339855" y="13453"/>
                </a:cubicBezTo>
                <a:cubicBezTo>
                  <a:pt x="338008" y="13453"/>
                  <a:pt x="336426" y="12791"/>
                  <a:pt x="335107" y="11466"/>
                </a:cubicBezTo>
                <a:cubicBezTo>
                  <a:pt x="333788" y="10140"/>
                  <a:pt x="333128" y="8549"/>
                  <a:pt x="333128" y="6693"/>
                </a:cubicBezTo>
                <a:cubicBezTo>
                  <a:pt x="333128" y="4837"/>
                  <a:pt x="333777" y="3258"/>
                  <a:pt x="335074" y="1956"/>
                </a:cubicBezTo>
                <a:cubicBezTo>
                  <a:pt x="336371" y="652"/>
                  <a:pt x="337964" y="0"/>
                  <a:pt x="339855" y="0"/>
                </a:cubicBezTo>
                <a:moveTo>
                  <a:pt x="345328" y="31654"/>
                </a:moveTo>
                <a:lnTo>
                  <a:pt x="345328" y="80082"/>
                </a:lnTo>
                <a:cubicBezTo>
                  <a:pt x="345328" y="83854"/>
                  <a:pt x="345603" y="86366"/>
                  <a:pt x="346153" y="87616"/>
                </a:cubicBezTo>
                <a:cubicBezTo>
                  <a:pt x="346702" y="88866"/>
                  <a:pt x="347515" y="89798"/>
                  <a:pt x="348592" y="90412"/>
                </a:cubicBezTo>
                <a:cubicBezTo>
                  <a:pt x="349670" y="91027"/>
                  <a:pt x="351637" y="91334"/>
                  <a:pt x="354495" y="91334"/>
                </a:cubicBezTo>
                <a:lnTo>
                  <a:pt x="354495" y="93774"/>
                </a:lnTo>
                <a:lnTo>
                  <a:pt x="325149" y="93774"/>
                </a:lnTo>
                <a:lnTo>
                  <a:pt x="325149" y="91334"/>
                </a:lnTo>
                <a:cubicBezTo>
                  <a:pt x="328095" y="91334"/>
                  <a:pt x="330073" y="91049"/>
                  <a:pt x="331084" y="90478"/>
                </a:cubicBezTo>
                <a:cubicBezTo>
                  <a:pt x="332095" y="89908"/>
                  <a:pt x="332898" y="88965"/>
                  <a:pt x="333491" y="87649"/>
                </a:cubicBezTo>
                <a:cubicBezTo>
                  <a:pt x="334085" y="86333"/>
                  <a:pt x="334381" y="83810"/>
                  <a:pt x="334381" y="80082"/>
                </a:cubicBezTo>
                <a:lnTo>
                  <a:pt x="334381" y="56855"/>
                </a:lnTo>
                <a:cubicBezTo>
                  <a:pt x="334381" y="50318"/>
                  <a:pt x="334184" y="46085"/>
                  <a:pt x="333788" y="44156"/>
                </a:cubicBezTo>
                <a:cubicBezTo>
                  <a:pt x="333480" y="42752"/>
                  <a:pt x="332997" y="41776"/>
                  <a:pt x="332337" y="41228"/>
                </a:cubicBezTo>
                <a:cubicBezTo>
                  <a:pt x="331678" y="40680"/>
                  <a:pt x="330776" y="40406"/>
                  <a:pt x="329633" y="40406"/>
                </a:cubicBezTo>
                <a:cubicBezTo>
                  <a:pt x="328402" y="40406"/>
                  <a:pt x="326908" y="40735"/>
                  <a:pt x="325149" y="41393"/>
                </a:cubicBezTo>
                <a:lnTo>
                  <a:pt x="324226" y="39023"/>
                </a:lnTo>
                <a:lnTo>
                  <a:pt x="342427" y="31654"/>
                </a:lnTo>
                <a:lnTo>
                  <a:pt x="345328" y="31654"/>
                </a:lnTo>
                <a:close/>
                <a:moveTo>
                  <a:pt x="379642" y="44447"/>
                </a:moveTo>
                <a:cubicBezTo>
                  <a:pt x="386720" y="35918"/>
                  <a:pt x="393469" y="31654"/>
                  <a:pt x="399887" y="31654"/>
                </a:cubicBezTo>
                <a:cubicBezTo>
                  <a:pt x="403184" y="31654"/>
                  <a:pt x="406020" y="32476"/>
                  <a:pt x="408394" y="34122"/>
                </a:cubicBezTo>
                <a:cubicBezTo>
                  <a:pt x="410768" y="35767"/>
                  <a:pt x="412659" y="38475"/>
                  <a:pt x="414065" y="42248"/>
                </a:cubicBezTo>
                <a:cubicBezTo>
                  <a:pt x="415033" y="44879"/>
                  <a:pt x="415516" y="48915"/>
                  <a:pt x="415516" y="54355"/>
                </a:cubicBezTo>
                <a:lnTo>
                  <a:pt x="415516" y="80082"/>
                </a:lnTo>
                <a:cubicBezTo>
                  <a:pt x="415516" y="83898"/>
                  <a:pt x="415824" y="86487"/>
                  <a:pt x="416439" y="87847"/>
                </a:cubicBezTo>
                <a:cubicBezTo>
                  <a:pt x="416923" y="88943"/>
                  <a:pt x="417703" y="89798"/>
                  <a:pt x="418780" y="90412"/>
                </a:cubicBezTo>
                <a:cubicBezTo>
                  <a:pt x="419858" y="91027"/>
                  <a:pt x="421847" y="91334"/>
                  <a:pt x="424748" y="91334"/>
                </a:cubicBezTo>
                <a:lnTo>
                  <a:pt x="424748" y="93774"/>
                </a:lnTo>
                <a:lnTo>
                  <a:pt x="394875" y="93774"/>
                </a:lnTo>
                <a:lnTo>
                  <a:pt x="394875" y="91334"/>
                </a:lnTo>
                <a:lnTo>
                  <a:pt x="396128" y="91334"/>
                </a:lnTo>
                <a:cubicBezTo>
                  <a:pt x="398942" y="91334"/>
                  <a:pt x="400909" y="90907"/>
                  <a:pt x="402030" y="90054"/>
                </a:cubicBezTo>
                <a:cubicBezTo>
                  <a:pt x="403151" y="89201"/>
                  <a:pt x="403932" y="87944"/>
                  <a:pt x="404371" y="86283"/>
                </a:cubicBezTo>
                <a:cubicBezTo>
                  <a:pt x="404547" y="85626"/>
                  <a:pt x="404635" y="83570"/>
                  <a:pt x="404635" y="80115"/>
                </a:cubicBezTo>
                <a:lnTo>
                  <a:pt x="404635" y="55511"/>
                </a:lnTo>
                <a:cubicBezTo>
                  <a:pt x="404635" y="50045"/>
                  <a:pt x="403921" y="46076"/>
                  <a:pt x="402492" y="43604"/>
                </a:cubicBezTo>
                <a:cubicBezTo>
                  <a:pt x="401063" y="41132"/>
                  <a:pt x="398656" y="39897"/>
                  <a:pt x="395271" y="39897"/>
                </a:cubicBezTo>
                <a:cubicBezTo>
                  <a:pt x="390039" y="39897"/>
                  <a:pt x="384830" y="42740"/>
                  <a:pt x="379642" y="48426"/>
                </a:cubicBezTo>
                <a:lnTo>
                  <a:pt x="379642" y="80115"/>
                </a:lnTo>
                <a:cubicBezTo>
                  <a:pt x="379642" y="84183"/>
                  <a:pt x="379884" y="86698"/>
                  <a:pt x="380368" y="87659"/>
                </a:cubicBezTo>
                <a:cubicBezTo>
                  <a:pt x="380983" y="88927"/>
                  <a:pt x="381829" y="89857"/>
                  <a:pt x="382906" y="90447"/>
                </a:cubicBezTo>
                <a:cubicBezTo>
                  <a:pt x="383984" y="91038"/>
                  <a:pt x="386171" y="91334"/>
                  <a:pt x="389468" y="91334"/>
                </a:cubicBezTo>
                <a:lnTo>
                  <a:pt x="389468" y="93774"/>
                </a:lnTo>
                <a:lnTo>
                  <a:pt x="359595" y="93774"/>
                </a:lnTo>
                <a:lnTo>
                  <a:pt x="359595" y="91334"/>
                </a:lnTo>
                <a:lnTo>
                  <a:pt x="360914" y="91334"/>
                </a:lnTo>
                <a:cubicBezTo>
                  <a:pt x="363991" y="91334"/>
                  <a:pt x="366068" y="90555"/>
                  <a:pt x="367146" y="88999"/>
                </a:cubicBezTo>
                <a:cubicBezTo>
                  <a:pt x="368223" y="87441"/>
                  <a:pt x="368761" y="84468"/>
                  <a:pt x="368761" y="80082"/>
                </a:cubicBezTo>
                <a:lnTo>
                  <a:pt x="368761" y="57710"/>
                </a:lnTo>
                <a:cubicBezTo>
                  <a:pt x="368761" y="50473"/>
                  <a:pt x="368596" y="46065"/>
                  <a:pt x="368267" y="44486"/>
                </a:cubicBezTo>
                <a:cubicBezTo>
                  <a:pt x="367937" y="42906"/>
                  <a:pt x="367431" y="41831"/>
                  <a:pt x="366750" y="41261"/>
                </a:cubicBezTo>
                <a:cubicBezTo>
                  <a:pt x="366068" y="40691"/>
                  <a:pt x="365156" y="40406"/>
                  <a:pt x="364013" y="40406"/>
                </a:cubicBezTo>
                <a:cubicBezTo>
                  <a:pt x="362782" y="40406"/>
                  <a:pt x="361309" y="40735"/>
                  <a:pt x="359595" y="41393"/>
                </a:cubicBezTo>
                <a:lnTo>
                  <a:pt x="358606" y="39023"/>
                </a:lnTo>
                <a:lnTo>
                  <a:pt x="376807" y="31654"/>
                </a:lnTo>
                <a:lnTo>
                  <a:pt x="379642" y="31654"/>
                </a:lnTo>
                <a:lnTo>
                  <a:pt x="379642" y="44447"/>
                </a:lnTo>
                <a:close/>
                <a:moveTo>
                  <a:pt x="439718" y="56185"/>
                </a:moveTo>
                <a:cubicBezTo>
                  <a:pt x="439674" y="65133"/>
                  <a:pt x="441850" y="72151"/>
                  <a:pt x="446247" y="77240"/>
                </a:cubicBezTo>
                <a:cubicBezTo>
                  <a:pt x="450643" y="82327"/>
                  <a:pt x="455809" y="84871"/>
                  <a:pt x="461744" y="84871"/>
                </a:cubicBezTo>
                <a:cubicBezTo>
                  <a:pt x="465700" y="84871"/>
                  <a:pt x="469140" y="83783"/>
                  <a:pt x="472064" y="81607"/>
                </a:cubicBezTo>
                <a:cubicBezTo>
                  <a:pt x="474988" y="79431"/>
                  <a:pt x="477439" y="75705"/>
                  <a:pt x="479417" y="70429"/>
                </a:cubicBezTo>
                <a:lnTo>
                  <a:pt x="481461" y="71748"/>
                </a:lnTo>
                <a:cubicBezTo>
                  <a:pt x="480538" y="77771"/>
                  <a:pt x="477856" y="83255"/>
                  <a:pt x="473416" y="88201"/>
                </a:cubicBezTo>
                <a:cubicBezTo>
                  <a:pt x="468976" y="93147"/>
                  <a:pt x="463414" y="95620"/>
                  <a:pt x="456732" y="95620"/>
                </a:cubicBezTo>
                <a:cubicBezTo>
                  <a:pt x="449478" y="95620"/>
                  <a:pt x="443268" y="92802"/>
                  <a:pt x="438102" y="87165"/>
                </a:cubicBezTo>
                <a:cubicBezTo>
                  <a:pt x="432937" y="81526"/>
                  <a:pt x="430354" y="73947"/>
                  <a:pt x="430354" y="64426"/>
                </a:cubicBezTo>
                <a:cubicBezTo>
                  <a:pt x="430354" y="54117"/>
                  <a:pt x="433003" y="46078"/>
                  <a:pt x="438300" y="40309"/>
                </a:cubicBezTo>
                <a:cubicBezTo>
                  <a:pt x="443598" y="34539"/>
                  <a:pt x="450247" y="31654"/>
                  <a:pt x="458249" y="31654"/>
                </a:cubicBezTo>
                <a:cubicBezTo>
                  <a:pt x="465019" y="31654"/>
                  <a:pt x="470580" y="33879"/>
                  <a:pt x="474933" y="38330"/>
                </a:cubicBezTo>
                <a:cubicBezTo>
                  <a:pt x="479285" y="42780"/>
                  <a:pt x="481461" y="48732"/>
                  <a:pt x="481461" y="56185"/>
                </a:cubicBezTo>
                <a:lnTo>
                  <a:pt x="439718" y="56185"/>
                </a:lnTo>
                <a:moveTo>
                  <a:pt x="439718" y="52360"/>
                </a:moveTo>
                <a:lnTo>
                  <a:pt x="467679" y="52360"/>
                </a:lnTo>
                <a:cubicBezTo>
                  <a:pt x="467459" y="48491"/>
                  <a:pt x="466997" y="45766"/>
                  <a:pt x="466294" y="44183"/>
                </a:cubicBezTo>
                <a:cubicBezTo>
                  <a:pt x="465195" y="41721"/>
                  <a:pt x="463557" y="39787"/>
                  <a:pt x="461381" y="38380"/>
                </a:cubicBezTo>
                <a:cubicBezTo>
                  <a:pt x="459205" y="36973"/>
                  <a:pt x="456930" y="36270"/>
                  <a:pt x="454556" y="36270"/>
                </a:cubicBezTo>
                <a:cubicBezTo>
                  <a:pt x="450907" y="36270"/>
                  <a:pt x="447642" y="37687"/>
                  <a:pt x="444763" y="40523"/>
                </a:cubicBezTo>
                <a:cubicBezTo>
                  <a:pt x="441883" y="43359"/>
                  <a:pt x="440202" y="47304"/>
                  <a:pt x="439718" y="52360"/>
                </a:cubicBezTo>
                <a:close/>
                <a:moveTo>
                  <a:pt x="532193" y="86981"/>
                </a:moveTo>
                <a:cubicBezTo>
                  <a:pt x="529248" y="90059"/>
                  <a:pt x="526368" y="92268"/>
                  <a:pt x="523555" y="93609"/>
                </a:cubicBezTo>
                <a:cubicBezTo>
                  <a:pt x="520741" y="94950"/>
                  <a:pt x="517708" y="95620"/>
                  <a:pt x="514454" y="95620"/>
                </a:cubicBezTo>
                <a:cubicBezTo>
                  <a:pt x="507860" y="95620"/>
                  <a:pt x="502101" y="92868"/>
                  <a:pt x="497177" y="87363"/>
                </a:cubicBezTo>
                <a:cubicBezTo>
                  <a:pt x="492253" y="81856"/>
                  <a:pt x="489791" y="74781"/>
                  <a:pt x="489791" y="66137"/>
                </a:cubicBezTo>
                <a:cubicBezTo>
                  <a:pt x="489791" y="57494"/>
                  <a:pt x="492517" y="49586"/>
                  <a:pt x="497968" y="42413"/>
                </a:cubicBezTo>
                <a:cubicBezTo>
                  <a:pt x="503419" y="35240"/>
                  <a:pt x="510432" y="31654"/>
                  <a:pt x="519004" y="31654"/>
                </a:cubicBezTo>
                <a:cubicBezTo>
                  <a:pt x="524324" y="31654"/>
                  <a:pt x="528720" y="33346"/>
                  <a:pt x="532193" y="36731"/>
                </a:cubicBezTo>
                <a:lnTo>
                  <a:pt x="532193" y="25562"/>
                </a:lnTo>
                <a:cubicBezTo>
                  <a:pt x="532193" y="18631"/>
                  <a:pt x="532029" y="14370"/>
                  <a:pt x="531699" y="12781"/>
                </a:cubicBezTo>
                <a:cubicBezTo>
                  <a:pt x="531369" y="11191"/>
                  <a:pt x="530853" y="10110"/>
                  <a:pt x="530149" y="9537"/>
                </a:cubicBezTo>
                <a:cubicBezTo>
                  <a:pt x="529446" y="8963"/>
                  <a:pt x="528566" y="8676"/>
                  <a:pt x="527511" y="8676"/>
                </a:cubicBezTo>
                <a:cubicBezTo>
                  <a:pt x="526368" y="8676"/>
                  <a:pt x="524852" y="9029"/>
                  <a:pt x="522961" y="9735"/>
                </a:cubicBezTo>
                <a:lnTo>
                  <a:pt x="522104" y="7417"/>
                </a:lnTo>
                <a:lnTo>
                  <a:pt x="540107" y="0"/>
                </a:lnTo>
                <a:lnTo>
                  <a:pt x="543074" y="0"/>
                </a:lnTo>
                <a:lnTo>
                  <a:pt x="543074" y="69836"/>
                </a:lnTo>
                <a:cubicBezTo>
                  <a:pt x="543074" y="76914"/>
                  <a:pt x="543239" y="81233"/>
                  <a:pt x="543569" y="82794"/>
                </a:cubicBezTo>
                <a:cubicBezTo>
                  <a:pt x="543899" y="84354"/>
                  <a:pt x="544426" y="85443"/>
                  <a:pt x="545152" y="86058"/>
                </a:cubicBezTo>
                <a:cubicBezTo>
                  <a:pt x="545877" y="86674"/>
                  <a:pt x="546723" y="86981"/>
                  <a:pt x="547690" y="86981"/>
                </a:cubicBezTo>
                <a:cubicBezTo>
                  <a:pt x="548877" y="86981"/>
                  <a:pt x="550460" y="86608"/>
                  <a:pt x="552438" y="85860"/>
                </a:cubicBezTo>
                <a:lnTo>
                  <a:pt x="553164" y="88168"/>
                </a:lnTo>
                <a:lnTo>
                  <a:pt x="535227" y="95620"/>
                </a:lnTo>
                <a:lnTo>
                  <a:pt x="532193" y="95620"/>
                </a:lnTo>
                <a:lnTo>
                  <a:pt x="532193" y="86981"/>
                </a:lnTo>
                <a:moveTo>
                  <a:pt x="532193" y="82380"/>
                </a:moveTo>
                <a:lnTo>
                  <a:pt x="532193" y="51332"/>
                </a:lnTo>
                <a:cubicBezTo>
                  <a:pt x="531930" y="48349"/>
                  <a:pt x="531138" y="45630"/>
                  <a:pt x="529819" y="43175"/>
                </a:cubicBezTo>
                <a:cubicBezTo>
                  <a:pt x="528500" y="40719"/>
                  <a:pt x="526753" y="38866"/>
                  <a:pt x="524577" y="37617"/>
                </a:cubicBezTo>
                <a:cubicBezTo>
                  <a:pt x="522401" y="36367"/>
                  <a:pt x="520279" y="35742"/>
                  <a:pt x="518213" y="35742"/>
                </a:cubicBezTo>
                <a:cubicBezTo>
                  <a:pt x="514344" y="35742"/>
                  <a:pt x="510893" y="37475"/>
                  <a:pt x="507860" y="40939"/>
                </a:cubicBezTo>
                <a:cubicBezTo>
                  <a:pt x="503859" y="45499"/>
                  <a:pt x="501859" y="52164"/>
                  <a:pt x="501859" y="60935"/>
                </a:cubicBezTo>
                <a:cubicBezTo>
                  <a:pt x="501859" y="69794"/>
                  <a:pt x="503793" y="76581"/>
                  <a:pt x="507662" y="81296"/>
                </a:cubicBezTo>
                <a:cubicBezTo>
                  <a:pt x="511531" y="86009"/>
                  <a:pt x="515839" y="88366"/>
                  <a:pt x="520587" y="88366"/>
                </a:cubicBezTo>
                <a:cubicBezTo>
                  <a:pt x="524588" y="88366"/>
                  <a:pt x="528457" y="86371"/>
                  <a:pt x="532193" y="82380"/>
                </a:cubicBezTo>
                <a:close/>
                <a:moveTo>
                  <a:pt x="710490" y="4352"/>
                </a:moveTo>
                <a:lnTo>
                  <a:pt x="710490" y="6792"/>
                </a:lnTo>
                <a:cubicBezTo>
                  <a:pt x="708160" y="6792"/>
                  <a:pt x="706269" y="7210"/>
                  <a:pt x="704818" y="8045"/>
                </a:cubicBezTo>
                <a:cubicBezTo>
                  <a:pt x="703368" y="8879"/>
                  <a:pt x="701983" y="10439"/>
                  <a:pt x="700664" y="12723"/>
                </a:cubicBezTo>
                <a:cubicBezTo>
                  <a:pt x="699785" y="14261"/>
                  <a:pt x="698400" y="17929"/>
                  <a:pt x="696509" y="23728"/>
                </a:cubicBezTo>
                <a:lnTo>
                  <a:pt x="671582" y="95752"/>
                </a:lnTo>
                <a:lnTo>
                  <a:pt x="668944" y="95752"/>
                </a:lnTo>
                <a:lnTo>
                  <a:pt x="648567" y="38619"/>
                </a:lnTo>
                <a:lnTo>
                  <a:pt x="628322" y="95752"/>
                </a:lnTo>
                <a:lnTo>
                  <a:pt x="625948" y="95752"/>
                </a:lnTo>
                <a:lnTo>
                  <a:pt x="599373" y="21554"/>
                </a:lnTo>
                <a:cubicBezTo>
                  <a:pt x="597394" y="16018"/>
                  <a:pt x="596141" y="12745"/>
                  <a:pt x="595614" y="11734"/>
                </a:cubicBezTo>
                <a:cubicBezTo>
                  <a:pt x="594734" y="10065"/>
                  <a:pt x="593536" y="8824"/>
                  <a:pt x="592020" y="8012"/>
                </a:cubicBezTo>
                <a:cubicBezTo>
                  <a:pt x="590503" y="7199"/>
                  <a:pt x="588448" y="6792"/>
                  <a:pt x="585854" y="6792"/>
                </a:cubicBezTo>
                <a:lnTo>
                  <a:pt x="585854" y="4352"/>
                </a:lnTo>
                <a:lnTo>
                  <a:pt x="618958" y="4352"/>
                </a:lnTo>
                <a:lnTo>
                  <a:pt x="618958" y="6792"/>
                </a:lnTo>
                <a:lnTo>
                  <a:pt x="617376" y="6792"/>
                </a:lnTo>
                <a:cubicBezTo>
                  <a:pt x="615046" y="6792"/>
                  <a:pt x="613265" y="7320"/>
                  <a:pt x="612034" y="8375"/>
                </a:cubicBezTo>
                <a:cubicBezTo>
                  <a:pt x="610803" y="9429"/>
                  <a:pt x="610188" y="10702"/>
                  <a:pt x="610188" y="12196"/>
                </a:cubicBezTo>
                <a:cubicBezTo>
                  <a:pt x="610188" y="13733"/>
                  <a:pt x="611155" y="17269"/>
                  <a:pt x="613089" y="22805"/>
                </a:cubicBezTo>
                <a:lnTo>
                  <a:pt x="630696" y="72952"/>
                </a:lnTo>
                <a:lnTo>
                  <a:pt x="645534" y="30316"/>
                </a:lnTo>
                <a:lnTo>
                  <a:pt x="642896" y="22805"/>
                </a:lnTo>
                <a:lnTo>
                  <a:pt x="640786" y="16808"/>
                </a:lnTo>
                <a:cubicBezTo>
                  <a:pt x="639863" y="14611"/>
                  <a:pt x="638830" y="12678"/>
                  <a:pt x="637687" y="11009"/>
                </a:cubicBezTo>
                <a:cubicBezTo>
                  <a:pt x="637115" y="10175"/>
                  <a:pt x="636412" y="9472"/>
                  <a:pt x="635576" y="8901"/>
                </a:cubicBezTo>
                <a:cubicBezTo>
                  <a:pt x="634477" y="8111"/>
                  <a:pt x="633378" y="7540"/>
                  <a:pt x="632279" y="7188"/>
                </a:cubicBezTo>
                <a:cubicBezTo>
                  <a:pt x="631444" y="6924"/>
                  <a:pt x="630125" y="6792"/>
                  <a:pt x="628322" y="6792"/>
                </a:cubicBezTo>
                <a:lnTo>
                  <a:pt x="628322" y="4352"/>
                </a:lnTo>
                <a:lnTo>
                  <a:pt x="663141" y="4352"/>
                </a:lnTo>
                <a:lnTo>
                  <a:pt x="663141" y="6792"/>
                </a:lnTo>
                <a:lnTo>
                  <a:pt x="660767" y="6792"/>
                </a:lnTo>
                <a:cubicBezTo>
                  <a:pt x="658305" y="6792"/>
                  <a:pt x="656503" y="7320"/>
                  <a:pt x="655360" y="8375"/>
                </a:cubicBezTo>
                <a:cubicBezTo>
                  <a:pt x="654217" y="9429"/>
                  <a:pt x="653645" y="10856"/>
                  <a:pt x="653645" y="12657"/>
                </a:cubicBezTo>
                <a:cubicBezTo>
                  <a:pt x="653645" y="14898"/>
                  <a:pt x="654634" y="18808"/>
                  <a:pt x="656613" y="24387"/>
                </a:cubicBezTo>
                <a:lnTo>
                  <a:pt x="673758" y="72952"/>
                </a:lnTo>
                <a:lnTo>
                  <a:pt x="690772" y="23728"/>
                </a:lnTo>
                <a:cubicBezTo>
                  <a:pt x="692707" y="18280"/>
                  <a:pt x="693674" y="14502"/>
                  <a:pt x="693674" y="12394"/>
                </a:cubicBezTo>
                <a:cubicBezTo>
                  <a:pt x="693674" y="11384"/>
                  <a:pt x="693355" y="10439"/>
                  <a:pt x="692718" y="9560"/>
                </a:cubicBezTo>
                <a:cubicBezTo>
                  <a:pt x="692080" y="8681"/>
                  <a:pt x="691278" y="8066"/>
                  <a:pt x="690311" y="7716"/>
                </a:cubicBezTo>
                <a:cubicBezTo>
                  <a:pt x="688640" y="7100"/>
                  <a:pt x="686464" y="6792"/>
                  <a:pt x="683782" y="6792"/>
                </a:cubicBezTo>
                <a:lnTo>
                  <a:pt x="683782" y="4352"/>
                </a:lnTo>
                <a:lnTo>
                  <a:pt x="710490" y="4352"/>
                </a:lnTo>
                <a:close/>
                <a:moveTo>
                  <a:pt x="715106" y="56185"/>
                </a:moveTo>
                <a:cubicBezTo>
                  <a:pt x="715062" y="65133"/>
                  <a:pt x="717238" y="72151"/>
                  <a:pt x="721634" y="77240"/>
                </a:cubicBezTo>
                <a:cubicBezTo>
                  <a:pt x="726031" y="82327"/>
                  <a:pt x="731196" y="84871"/>
                  <a:pt x="737131" y="84871"/>
                </a:cubicBezTo>
                <a:cubicBezTo>
                  <a:pt x="741088" y="84871"/>
                  <a:pt x="744528" y="83783"/>
                  <a:pt x="747452" y="81607"/>
                </a:cubicBezTo>
                <a:cubicBezTo>
                  <a:pt x="750375" y="79431"/>
                  <a:pt x="752826" y="75705"/>
                  <a:pt x="754804" y="70429"/>
                </a:cubicBezTo>
                <a:lnTo>
                  <a:pt x="756849" y="71748"/>
                </a:lnTo>
                <a:cubicBezTo>
                  <a:pt x="755926" y="77771"/>
                  <a:pt x="753244" y="83255"/>
                  <a:pt x="748803" y="88201"/>
                </a:cubicBezTo>
                <a:cubicBezTo>
                  <a:pt x="744363" y="93147"/>
                  <a:pt x="738802" y="95620"/>
                  <a:pt x="732119" y="95620"/>
                </a:cubicBezTo>
                <a:cubicBezTo>
                  <a:pt x="724865" y="95620"/>
                  <a:pt x="718656" y="92802"/>
                  <a:pt x="713490" y="87165"/>
                </a:cubicBezTo>
                <a:cubicBezTo>
                  <a:pt x="708324" y="81526"/>
                  <a:pt x="705741" y="73947"/>
                  <a:pt x="705741" y="64426"/>
                </a:cubicBezTo>
                <a:cubicBezTo>
                  <a:pt x="705741" y="54117"/>
                  <a:pt x="708390" y="46078"/>
                  <a:pt x="713688" y="40309"/>
                </a:cubicBezTo>
                <a:cubicBezTo>
                  <a:pt x="718985" y="34539"/>
                  <a:pt x="725635" y="31654"/>
                  <a:pt x="733636" y="31654"/>
                </a:cubicBezTo>
                <a:cubicBezTo>
                  <a:pt x="740407" y="31654"/>
                  <a:pt x="745968" y="33879"/>
                  <a:pt x="750320" y="38330"/>
                </a:cubicBezTo>
                <a:cubicBezTo>
                  <a:pt x="754673" y="42780"/>
                  <a:pt x="756849" y="48732"/>
                  <a:pt x="756849" y="56185"/>
                </a:cubicBezTo>
                <a:lnTo>
                  <a:pt x="715106" y="56185"/>
                </a:lnTo>
                <a:moveTo>
                  <a:pt x="715106" y="52360"/>
                </a:moveTo>
                <a:lnTo>
                  <a:pt x="743066" y="52360"/>
                </a:lnTo>
                <a:cubicBezTo>
                  <a:pt x="742846" y="48491"/>
                  <a:pt x="742385" y="45766"/>
                  <a:pt x="741681" y="44183"/>
                </a:cubicBezTo>
                <a:cubicBezTo>
                  <a:pt x="740582" y="41721"/>
                  <a:pt x="738945" y="39787"/>
                  <a:pt x="736769" y="38380"/>
                </a:cubicBezTo>
                <a:cubicBezTo>
                  <a:pt x="734592" y="36973"/>
                  <a:pt x="732317" y="36270"/>
                  <a:pt x="729943" y="36270"/>
                </a:cubicBezTo>
                <a:cubicBezTo>
                  <a:pt x="726294" y="36270"/>
                  <a:pt x="723030" y="37687"/>
                  <a:pt x="720150" y="40523"/>
                </a:cubicBezTo>
                <a:cubicBezTo>
                  <a:pt x="717271" y="43359"/>
                  <a:pt x="715589" y="47304"/>
                  <a:pt x="715106" y="52360"/>
                </a:cubicBezTo>
                <a:close/>
                <a:moveTo>
                  <a:pt x="780280" y="0"/>
                </a:moveTo>
                <a:cubicBezTo>
                  <a:pt x="782126" y="0"/>
                  <a:pt x="783698" y="652"/>
                  <a:pt x="784995" y="1956"/>
                </a:cubicBezTo>
                <a:cubicBezTo>
                  <a:pt x="786292" y="3258"/>
                  <a:pt x="786940" y="4837"/>
                  <a:pt x="786940" y="6693"/>
                </a:cubicBezTo>
                <a:cubicBezTo>
                  <a:pt x="786940" y="8549"/>
                  <a:pt x="786292" y="10140"/>
                  <a:pt x="784995" y="11466"/>
                </a:cubicBezTo>
                <a:cubicBezTo>
                  <a:pt x="783698" y="12791"/>
                  <a:pt x="782126" y="13453"/>
                  <a:pt x="780280" y="13453"/>
                </a:cubicBezTo>
                <a:cubicBezTo>
                  <a:pt x="778433" y="13453"/>
                  <a:pt x="776851" y="12791"/>
                  <a:pt x="775532" y="11466"/>
                </a:cubicBezTo>
                <a:cubicBezTo>
                  <a:pt x="774213" y="10140"/>
                  <a:pt x="773553" y="8549"/>
                  <a:pt x="773553" y="6693"/>
                </a:cubicBezTo>
                <a:cubicBezTo>
                  <a:pt x="773553" y="4837"/>
                  <a:pt x="774202" y="3258"/>
                  <a:pt x="775499" y="1956"/>
                </a:cubicBezTo>
                <a:cubicBezTo>
                  <a:pt x="776796" y="652"/>
                  <a:pt x="778389" y="0"/>
                  <a:pt x="780280" y="0"/>
                </a:cubicBezTo>
                <a:moveTo>
                  <a:pt x="785753" y="31654"/>
                </a:moveTo>
                <a:lnTo>
                  <a:pt x="785753" y="80082"/>
                </a:lnTo>
                <a:cubicBezTo>
                  <a:pt x="785753" y="83854"/>
                  <a:pt x="786028" y="86366"/>
                  <a:pt x="786578" y="87616"/>
                </a:cubicBezTo>
                <a:cubicBezTo>
                  <a:pt x="787127" y="88866"/>
                  <a:pt x="787940" y="89798"/>
                  <a:pt x="789018" y="90412"/>
                </a:cubicBezTo>
                <a:cubicBezTo>
                  <a:pt x="790095" y="91027"/>
                  <a:pt x="792062" y="91334"/>
                  <a:pt x="794920" y="91334"/>
                </a:cubicBezTo>
                <a:lnTo>
                  <a:pt x="794920" y="93774"/>
                </a:lnTo>
                <a:lnTo>
                  <a:pt x="765574" y="93774"/>
                </a:lnTo>
                <a:lnTo>
                  <a:pt x="765574" y="91334"/>
                </a:lnTo>
                <a:cubicBezTo>
                  <a:pt x="768520" y="91334"/>
                  <a:pt x="770498" y="91049"/>
                  <a:pt x="771509" y="90478"/>
                </a:cubicBezTo>
                <a:cubicBezTo>
                  <a:pt x="772520" y="89908"/>
                  <a:pt x="773323" y="88965"/>
                  <a:pt x="773916" y="87649"/>
                </a:cubicBezTo>
                <a:cubicBezTo>
                  <a:pt x="774510" y="86333"/>
                  <a:pt x="774806" y="83810"/>
                  <a:pt x="774806" y="80082"/>
                </a:cubicBezTo>
                <a:lnTo>
                  <a:pt x="774806" y="56855"/>
                </a:lnTo>
                <a:cubicBezTo>
                  <a:pt x="774806" y="50318"/>
                  <a:pt x="774609" y="46085"/>
                  <a:pt x="774213" y="44156"/>
                </a:cubicBezTo>
                <a:cubicBezTo>
                  <a:pt x="773905" y="42752"/>
                  <a:pt x="773422" y="41776"/>
                  <a:pt x="772762" y="41228"/>
                </a:cubicBezTo>
                <a:cubicBezTo>
                  <a:pt x="772103" y="40680"/>
                  <a:pt x="771201" y="40406"/>
                  <a:pt x="770058" y="40406"/>
                </a:cubicBezTo>
                <a:cubicBezTo>
                  <a:pt x="768827" y="40406"/>
                  <a:pt x="767333" y="40735"/>
                  <a:pt x="765574" y="41393"/>
                </a:cubicBezTo>
                <a:lnTo>
                  <a:pt x="764651" y="39023"/>
                </a:lnTo>
                <a:lnTo>
                  <a:pt x="782852" y="31654"/>
                </a:lnTo>
                <a:lnTo>
                  <a:pt x="785753" y="31654"/>
                </a:lnTo>
                <a:close/>
                <a:moveTo>
                  <a:pt x="818616" y="71762"/>
                </a:moveTo>
                <a:cubicBezTo>
                  <a:pt x="814923" y="69963"/>
                  <a:pt x="812088" y="67449"/>
                  <a:pt x="810110" y="64222"/>
                </a:cubicBezTo>
                <a:cubicBezTo>
                  <a:pt x="808131" y="60995"/>
                  <a:pt x="807142" y="57427"/>
                  <a:pt x="807142" y="53518"/>
                </a:cubicBezTo>
                <a:cubicBezTo>
                  <a:pt x="807142" y="47548"/>
                  <a:pt x="809395" y="42411"/>
                  <a:pt x="813901" y="38108"/>
                </a:cubicBezTo>
                <a:cubicBezTo>
                  <a:pt x="818408" y="33805"/>
                  <a:pt x="824178" y="31654"/>
                  <a:pt x="831212" y="31654"/>
                </a:cubicBezTo>
                <a:cubicBezTo>
                  <a:pt x="836971" y="31654"/>
                  <a:pt x="841961" y="33060"/>
                  <a:pt x="846181" y="35874"/>
                </a:cubicBezTo>
                <a:lnTo>
                  <a:pt x="858975" y="35874"/>
                </a:lnTo>
                <a:cubicBezTo>
                  <a:pt x="860865" y="35874"/>
                  <a:pt x="861964" y="35928"/>
                  <a:pt x="862272" y="36037"/>
                </a:cubicBezTo>
                <a:cubicBezTo>
                  <a:pt x="862580" y="36145"/>
                  <a:pt x="862799" y="36330"/>
                  <a:pt x="862931" y="36591"/>
                </a:cubicBezTo>
                <a:cubicBezTo>
                  <a:pt x="863195" y="36983"/>
                  <a:pt x="863327" y="37679"/>
                  <a:pt x="863327" y="38679"/>
                </a:cubicBezTo>
                <a:cubicBezTo>
                  <a:pt x="863327" y="39808"/>
                  <a:pt x="863217" y="40590"/>
                  <a:pt x="862997" y="41026"/>
                </a:cubicBezTo>
                <a:cubicBezTo>
                  <a:pt x="862865" y="41243"/>
                  <a:pt x="862635" y="41417"/>
                  <a:pt x="862305" y="41547"/>
                </a:cubicBezTo>
                <a:cubicBezTo>
                  <a:pt x="861975" y="41678"/>
                  <a:pt x="860865" y="41743"/>
                  <a:pt x="858975" y="41743"/>
                </a:cubicBezTo>
                <a:lnTo>
                  <a:pt x="851127" y="41743"/>
                </a:lnTo>
                <a:cubicBezTo>
                  <a:pt x="853589" y="44915"/>
                  <a:pt x="854820" y="48968"/>
                  <a:pt x="854820" y="53902"/>
                </a:cubicBezTo>
                <a:cubicBezTo>
                  <a:pt x="854820" y="59540"/>
                  <a:pt x="852666" y="64364"/>
                  <a:pt x="848358" y="68372"/>
                </a:cubicBezTo>
                <a:cubicBezTo>
                  <a:pt x="844049" y="72381"/>
                  <a:pt x="838268" y="74386"/>
                  <a:pt x="831014" y="74386"/>
                </a:cubicBezTo>
                <a:cubicBezTo>
                  <a:pt x="828025" y="74386"/>
                  <a:pt x="824969" y="73937"/>
                  <a:pt x="821848" y="73040"/>
                </a:cubicBezTo>
                <a:cubicBezTo>
                  <a:pt x="819913" y="74709"/>
                  <a:pt x="818605" y="76170"/>
                  <a:pt x="817924" y="77423"/>
                </a:cubicBezTo>
                <a:cubicBezTo>
                  <a:pt x="817243" y="78675"/>
                  <a:pt x="816902" y="79740"/>
                  <a:pt x="816902" y="80618"/>
                </a:cubicBezTo>
                <a:cubicBezTo>
                  <a:pt x="816902" y="81365"/>
                  <a:pt x="817265" y="82090"/>
                  <a:pt x="817990" y="82794"/>
                </a:cubicBezTo>
                <a:cubicBezTo>
                  <a:pt x="818715" y="83496"/>
                  <a:pt x="820133" y="84001"/>
                  <a:pt x="822243" y="84308"/>
                </a:cubicBezTo>
                <a:cubicBezTo>
                  <a:pt x="823474" y="84484"/>
                  <a:pt x="826552" y="84638"/>
                  <a:pt x="831476" y="84770"/>
                </a:cubicBezTo>
                <a:cubicBezTo>
                  <a:pt x="840532" y="84989"/>
                  <a:pt x="846401" y="85296"/>
                  <a:pt x="849083" y="85691"/>
                </a:cubicBezTo>
                <a:cubicBezTo>
                  <a:pt x="853172" y="86263"/>
                  <a:pt x="856436" y="87779"/>
                  <a:pt x="858876" y="90239"/>
                </a:cubicBezTo>
                <a:cubicBezTo>
                  <a:pt x="861316" y="92699"/>
                  <a:pt x="862536" y="95729"/>
                  <a:pt x="862536" y="99332"/>
                </a:cubicBezTo>
                <a:cubicBezTo>
                  <a:pt x="862536" y="104295"/>
                  <a:pt x="860206" y="108952"/>
                  <a:pt x="855546" y="113302"/>
                </a:cubicBezTo>
                <a:cubicBezTo>
                  <a:pt x="848687" y="119715"/>
                  <a:pt x="839741" y="122921"/>
                  <a:pt x="828706" y="122921"/>
                </a:cubicBezTo>
                <a:cubicBezTo>
                  <a:pt x="820221" y="122921"/>
                  <a:pt x="813055" y="121012"/>
                  <a:pt x="807208" y="117192"/>
                </a:cubicBezTo>
                <a:cubicBezTo>
                  <a:pt x="803911" y="114997"/>
                  <a:pt x="802262" y="112714"/>
                  <a:pt x="802262" y="110342"/>
                </a:cubicBezTo>
                <a:cubicBezTo>
                  <a:pt x="802262" y="109290"/>
                  <a:pt x="802504" y="108237"/>
                  <a:pt x="802987" y="107183"/>
                </a:cubicBezTo>
                <a:cubicBezTo>
                  <a:pt x="803735" y="105558"/>
                  <a:pt x="805274" y="103296"/>
                  <a:pt x="807604" y="100399"/>
                </a:cubicBezTo>
                <a:cubicBezTo>
                  <a:pt x="807911" y="100005"/>
                  <a:pt x="810153" y="97634"/>
                  <a:pt x="814330" y="93287"/>
                </a:cubicBezTo>
                <a:cubicBezTo>
                  <a:pt x="812044" y="91923"/>
                  <a:pt x="810428" y="90702"/>
                  <a:pt x="809483" y="89623"/>
                </a:cubicBezTo>
                <a:cubicBezTo>
                  <a:pt x="808538" y="88545"/>
                  <a:pt x="808065" y="87323"/>
                  <a:pt x="808065" y="85959"/>
                </a:cubicBezTo>
                <a:cubicBezTo>
                  <a:pt x="808065" y="84418"/>
                  <a:pt x="808692" y="82612"/>
                  <a:pt x="809945" y="80543"/>
                </a:cubicBezTo>
                <a:cubicBezTo>
                  <a:pt x="811198" y="78474"/>
                  <a:pt x="814088" y="75547"/>
                  <a:pt x="818616" y="71762"/>
                </a:cubicBezTo>
                <a:moveTo>
                  <a:pt x="830091" y="34951"/>
                </a:moveTo>
                <a:cubicBezTo>
                  <a:pt x="826838" y="34951"/>
                  <a:pt x="824112" y="36241"/>
                  <a:pt x="821914" y="38821"/>
                </a:cubicBezTo>
                <a:cubicBezTo>
                  <a:pt x="819715" y="41400"/>
                  <a:pt x="818616" y="45356"/>
                  <a:pt x="818616" y="50691"/>
                </a:cubicBezTo>
                <a:cubicBezTo>
                  <a:pt x="818616" y="57600"/>
                  <a:pt x="820111" y="62956"/>
                  <a:pt x="823101" y="66759"/>
                </a:cubicBezTo>
                <a:cubicBezTo>
                  <a:pt x="825387" y="69645"/>
                  <a:pt x="828288" y="71089"/>
                  <a:pt x="831805" y="71089"/>
                </a:cubicBezTo>
                <a:cubicBezTo>
                  <a:pt x="835147" y="71089"/>
                  <a:pt x="837894" y="69842"/>
                  <a:pt x="840048" y="67350"/>
                </a:cubicBezTo>
                <a:cubicBezTo>
                  <a:pt x="842203" y="64858"/>
                  <a:pt x="843280" y="60945"/>
                  <a:pt x="843280" y="55610"/>
                </a:cubicBezTo>
                <a:cubicBezTo>
                  <a:pt x="843280" y="48658"/>
                  <a:pt x="841763" y="43214"/>
                  <a:pt x="838730" y="39278"/>
                </a:cubicBezTo>
                <a:cubicBezTo>
                  <a:pt x="836487" y="36393"/>
                  <a:pt x="833608" y="34951"/>
                  <a:pt x="830091" y="34951"/>
                </a:cubicBezTo>
                <a:moveTo>
                  <a:pt x="817957" y="93813"/>
                </a:moveTo>
                <a:cubicBezTo>
                  <a:pt x="815891" y="96051"/>
                  <a:pt x="814330" y="98135"/>
                  <a:pt x="813275" y="100065"/>
                </a:cubicBezTo>
                <a:cubicBezTo>
                  <a:pt x="812220" y="101997"/>
                  <a:pt x="811692" y="103775"/>
                  <a:pt x="811692" y="105398"/>
                </a:cubicBezTo>
                <a:cubicBezTo>
                  <a:pt x="811692" y="107505"/>
                  <a:pt x="812967" y="109348"/>
                  <a:pt x="815517" y="110927"/>
                </a:cubicBezTo>
                <a:cubicBezTo>
                  <a:pt x="819913" y="113648"/>
                  <a:pt x="826266" y="115008"/>
                  <a:pt x="834575" y="115008"/>
                </a:cubicBezTo>
                <a:cubicBezTo>
                  <a:pt x="842488" y="115008"/>
                  <a:pt x="848325" y="113614"/>
                  <a:pt x="852083" y="110827"/>
                </a:cubicBezTo>
                <a:cubicBezTo>
                  <a:pt x="855842" y="108040"/>
                  <a:pt x="857722" y="105068"/>
                  <a:pt x="857722" y="101910"/>
                </a:cubicBezTo>
                <a:cubicBezTo>
                  <a:pt x="857722" y="99628"/>
                  <a:pt x="856601" y="98004"/>
                  <a:pt x="854359" y="97038"/>
                </a:cubicBezTo>
                <a:cubicBezTo>
                  <a:pt x="852072" y="96072"/>
                  <a:pt x="847544" y="95502"/>
                  <a:pt x="840774" y="95327"/>
                </a:cubicBezTo>
                <a:cubicBezTo>
                  <a:pt x="830882" y="95064"/>
                  <a:pt x="823277" y="94559"/>
                  <a:pt x="817957" y="93813"/>
                </a:cubicBezTo>
                <a:close/>
                <a:moveTo>
                  <a:pt x="887727" y="0"/>
                </a:moveTo>
                <a:lnTo>
                  <a:pt x="887727" y="44249"/>
                </a:lnTo>
                <a:cubicBezTo>
                  <a:pt x="892607" y="38885"/>
                  <a:pt x="896475" y="35445"/>
                  <a:pt x="899333" y="33929"/>
                </a:cubicBezTo>
                <a:cubicBezTo>
                  <a:pt x="902191" y="32412"/>
                  <a:pt x="905048" y="31654"/>
                  <a:pt x="907906" y="31654"/>
                </a:cubicBezTo>
                <a:cubicBezTo>
                  <a:pt x="911335" y="31654"/>
                  <a:pt x="914281" y="32597"/>
                  <a:pt x="916742" y="34483"/>
                </a:cubicBezTo>
                <a:cubicBezTo>
                  <a:pt x="919204" y="36369"/>
                  <a:pt x="921029" y="39330"/>
                  <a:pt x="922216" y="43365"/>
                </a:cubicBezTo>
                <a:cubicBezTo>
                  <a:pt x="923051" y="46173"/>
                  <a:pt x="923469" y="51306"/>
                  <a:pt x="923469" y="58763"/>
                </a:cubicBezTo>
                <a:lnTo>
                  <a:pt x="923469" y="80082"/>
                </a:lnTo>
                <a:cubicBezTo>
                  <a:pt x="923469" y="83898"/>
                  <a:pt x="923777" y="86509"/>
                  <a:pt x="924392" y="87913"/>
                </a:cubicBezTo>
                <a:cubicBezTo>
                  <a:pt x="924832" y="88965"/>
                  <a:pt x="925579" y="89798"/>
                  <a:pt x="926634" y="90412"/>
                </a:cubicBezTo>
                <a:cubicBezTo>
                  <a:pt x="927689" y="91027"/>
                  <a:pt x="929624" y="91334"/>
                  <a:pt x="932437" y="91334"/>
                </a:cubicBezTo>
                <a:lnTo>
                  <a:pt x="932437" y="93774"/>
                </a:lnTo>
                <a:lnTo>
                  <a:pt x="902762" y="93774"/>
                </a:lnTo>
                <a:lnTo>
                  <a:pt x="902762" y="91334"/>
                </a:lnTo>
                <a:lnTo>
                  <a:pt x="904147" y="91334"/>
                </a:lnTo>
                <a:cubicBezTo>
                  <a:pt x="906961" y="91334"/>
                  <a:pt x="908917" y="90905"/>
                  <a:pt x="910016" y="90048"/>
                </a:cubicBezTo>
                <a:cubicBezTo>
                  <a:pt x="911115" y="89190"/>
                  <a:pt x="911885" y="87926"/>
                  <a:pt x="912324" y="86256"/>
                </a:cubicBezTo>
                <a:cubicBezTo>
                  <a:pt x="912456" y="85552"/>
                  <a:pt x="912522" y="83486"/>
                  <a:pt x="912522" y="80057"/>
                </a:cubicBezTo>
                <a:lnTo>
                  <a:pt x="912522" y="58691"/>
                </a:lnTo>
                <a:cubicBezTo>
                  <a:pt x="912522" y="52096"/>
                  <a:pt x="912181" y="47766"/>
                  <a:pt x="911500" y="45700"/>
                </a:cubicBezTo>
                <a:cubicBezTo>
                  <a:pt x="910818" y="43634"/>
                  <a:pt x="909730" y="42084"/>
                  <a:pt x="908236" y="41051"/>
                </a:cubicBezTo>
                <a:cubicBezTo>
                  <a:pt x="906741" y="40018"/>
                  <a:pt x="904938" y="39501"/>
                  <a:pt x="902828" y="39501"/>
                </a:cubicBezTo>
                <a:cubicBezTo>
                  <a:pt x="900674" y="39501"/>
                  <a:pt x="898432" y="40072"/>
                  <a:pt x="896102" y="41216"/>
                </a:cubicBezTo>
                <a:cubicBezTo>
                  <a:pt x="893772" y="42359"/>
                  <a:pt x="890980" y="44667"/>
                  <a:pt x="887727" y="48140"/>
                </a:cubicBezTo>
                <a:lnTo>
                  <a:pt x="887727" y="80057"/>
                </a:lnTo>
                <a:cubicBezTo>
                  <a:pt x="887727" y="84190"/>
                  <a:pt x="887958" y="86761"/>
                  <a:pt x="888419" y="87773"/>
                </a:cubicBezTo>
                <a:cubicBezTo>
                  <a:pt x="888881" y="88784"/>
                  <a:pt x="889738" y="89630"/>
                  <a:pt x="890991" y="90311"/>
                </a:cubicBezTo>
                <a:cubicBezTo>
                  <a:pt x="892244" y="90993"/>
                  <a:pt x="894409" y="91334"/>
                  <a:pt x="897487" y="91334"/>
                </a:cubicBezTo>
                <a:lnTo>
                  <a:pt x="897487" y="93774"/>
                </a:lnTo>
                <a:lnTo>
                  <a:pt x="867548" y="93774"/>
                </a:lnTo>
                <a:lnTo>
                  <a:pt x="867548" y="91334"/>
                </a:lnTo>
                <a:cubicBezTo>
                  <a:pt x="870229" y="91334"/>
                  <a:pt x="872340" y="90916"/>
                  <a:pt x="873878" y="90081"/>
                </a:cubicBezTo>
                <a:cubicBezTo>
                  <a:pt x="874758" y="89642"/>
                  <a:pt x="875461" y="88808"/>
                  <a:pt x="875989" y="87579"/>
                </a:cubicBezTo>
                <a:cubicBezTo>
                  <a:pt x="876516" y="86348"/>
                  <a:pt x="876780" y="83843"/>
                  <a:pt x="876780" y="80065"/>
                </a:cubicBezTo>
                <a:lnTo>
                  <a:pt x="876780" y="25436"/>
                </a:lnTo>
                <a:cubicBezTo>
                  <a:pt x="876780" y="18539"/>
                  <a:pt x="876615" y="14300"/>
                  <a:pt x="876285" y="12719"/>
                </a:cubicBezTo>
                <a:cubicBezTo>
                  <a:pt x="875956" y="11136"/>
                  <a:pt x="875450" y="10060"/>
                  <a:pt x="874769" y="9490"/>
                </a:cubicBezTo>
                <a:cubicBezTo>
                  <a:pt x="874087" y="8918"/>
                  <a:pt x="873175" y="8633"/>
                  <a:pt x="872032" y="8633"/>
                </a:cubicBezTo>
                <a:cubicBezTo>
                  <a:pt x="871109" y="8633"/>
                  <a:pt x="869614" y="8984"/>
                  <a:pt x="867548" y="9688"/>
                </a:cubicBezTo>
                <a:lnTo>
                  <a:pt x="866624" y="7380"/>
                </a:lnTo>
                <a:lnTo>
                  <a:pt x="884693" y="0"/>
                </a:lnTo>
                <a:lnTo>
                  <a:pt x="887727" y="0"/>
                </a:lnTo>
                <a:close/>
                <a:moveTo>
                  <a:pt x="955057" y="13453"/>
                </a:moveTo>
                <a:lnTo>
                  <a:pt x="955057" y="33368"/>
                </a:lnTo>
                <a:lnTo>
                  <a:pt x="969169" y="33368"/>
                </a:lnTo>
                <a:lnTo>
                  <a:pt x="969169" y="37984"/>
                </a:lnTo>
                <a:lnTo>
                  <a:pt x="955057" y="37984"/>
                </a:lnTo>
                <a:lnTo>
                  <a:pt x="955057" y="77102"/>
                </a:lnTo>
                <a:cubicBezTo>
                  <a:pt x="955057" y="81011"/>
                  <a:pt x="955617" y="83646"/>
                  <a:pt x="956738" y="85007"/>
                </a:cubicBezTo>
                <a:cubicBezTo>
                  <a:pt x="957859" y="86367"/>
                  <a:pt x="959299" y="87047"/>
                  <a:pt x="961058" y="87047"/>
                </a:cubicBezTo>
                <a:cubicBezTo>
                  <a:pt x="962508" y="87047"/>
                  <a:pt x="963915" y="86597"/>
                  <a:pt x="965278" y="85695"/>
                </a:cubicBezTo>
                <a:cubicBezTo>
                  <a:pt x="966641" y="84794"/>
                  <a:pt x="967696" y="83464"/>
                  <a:pt x="968443" y="81706"/>
                </a:cubicBezTo>
                <a:lnTo>
                  <a:pt x="971015" y="81706"/>
                </a:lnTo>
                <a:cubicBezTo>
                  <a:pt x="969477" y="86026"/>
                  <a:pt x="967300" y="89294"/>
                  <a:pt x="964487" y="91509"/>
                </a:cubicBezTo>
                <a:cubicBezTo>
                  <a:pt x="961673" y="93722"/>
                  <a:pt x="958772" y="94829"/>
                  <a:pt x="955782" y="94829"/>
                </a:cubicBezTo>
                <a:cubicBezTo>
                  <a:pt x="953760" y="94829"/>
                  <a:pt x="951781" y="94267"/>
                  <a:pt x="949847" y="93145"/>
                </a:cubicBezTo>
                <a:cubicBezTo>
                  <a:pt x="947913" y="92023"/>
                  <a:pt x="946484" y="90417"/>
                  <a:pt x="945561" y="88327"/>
                </a:cubicBezTo>
                <a:cubicBezTo>
                  <a:pt x="944637" y="86236"/>
                  <a:pt x="944176" y="83012"/>
                  <a:pt x="944176" y="78654"/>
                </a:cubicBezTo>
                <a:lnTo>
                  <a:pt x="944176" y="37984"/>
                </a:lnTo>
                <a:lnTo>
                  <a:pt x="934614" y="37984"/>
                </a:lnTo>
                <a:lnTo>
                  <a:pt x="934614" y="35808"/>
                </a:lnTo>
                <a:cubicBezTo>
                  <a:pt x="937032" y="34838"/>
                  <a:pt x="939505" y="33196"/>
                  <a:pt x="942033" y="30881"/>
                </a:cubicBezTo>
                <a:cubicBezTo>
                  <a:pt x="944560" y="28566"/>
                  <a:pt x="946814" y="25821"/>
                  <a:pt x="948792" y="22646"/>
                </a:cubicBezTo>
                <a:cubicBezTo>
                  <a:pt x="949803" y="20971"/>
                  <a:pt x="951210" y="17907"/>
                  <a:pt x="953012" y="13453"/>
                </a:cubicBezTo>
                <a:lnTo>
                  <a:pt x="955057" y="13453"/>
                </a:lnTo>
                <a:close/>
                <a:moveTo>
                  <a:pt x="1014100" y="31654"/>
                </a:moveTo>
                <a:lnTo>
                  <a:pt x="1014100" y="52096"/>
                </a:lnTo>
                <a:lnTo>
                  <a:pt x="1011924" y="52096"/>
                </a:lnTo>
                <a:cubicBezTo>
                  <a:pt x="1010253" y="45685"/>
                  <a:pt x="1008110" y="41323"/>
                  <a:pt x="1005494" y="39013"/>
                </a:cubicBezTo>
                <a:cubicBezTo>
                  <a:pt x="1002878" y="36700"/>
                  <a:pt x="999548" y="35544"/>
                  <a:pt x="995503" y="35544"/>
                </a:cubicBezTo>
                <a:cubicBezTo>
                  <a:pt x="992426" y="35544"/>
                  <a:pt x="989942" y="36357"/>
                  <a:pt x="988052" y="37982"/>
                </a:cubicBezTo>
                <a:cubicBezTo>
                  <a:pt x="986161" y="39606"/>
                  <a:pt x="985216" y="41407"/>
                  <a:pt x="985216" y="43383"/>
                </a:cubicBezTo>
                <a:cubicBezTo>
                  <a:pt x="985216" y="45843"/>
                  <a:pt x="985919" y="47950"/>
                  <a:pt x="987326" y="49706"/>
                </a:cubicBezTo>
                <a:cubicBezTo>
                  <a:pt x="988689" y="51507"/>
                  <a:pt x="991459" y="53417"/>
                  <a:pt x="995635" y="55437"/>
                </a:cubicBezTo>
                <a:lnTo>
                  <a:pt x="1005263" y="60115"/>
                </a:lnTo>
                <a:cubicBezTo>
                  <a:pt x="1014188" y="64462"/>
                  <a:pt x="1018650" y="70193"/>
                  <a:pt x="1018650" y="77308"/>
                </a:cubicBezTo>
                <a:cubicBezTo>
                  <a:pt x="1018650" y="82797"/>
                  <a:pt x="1016573" y="87221"/>
                  <a:pt x="1012418" y="90581"/>
                </a:cubicBezTo>
                <a:cubicBezTo>
                  <a:pt x="1008264" y="93941"/>
                  <a:pt x="1003615" y="95620"/>
                  <a:pt x="998471" y="95620"/>
                </a:cubicBezTo>
                <a:cubicBezTo>
                  <a:pt x="994778" y="95620"/>
                  <a:pt x="990558" y="94961"/>
                  <a:pt x="985810" y="93642"/>
                </a:cubicBezTo>
                <a:cubicBezTo>
                  <a:pt x="984359" y="93202"/>
                  <a:pt x="983172" y="92982"/>
                  <a:pt x="982249" y="92982"/>
                </a:cubicBezTo>
                <a:cubicBezTo>
                  <a:pt x="981237" y="92982"/>
                  <a:pt x="980446" y="93554"/>
                  <a:pt x="979875" y="94697"/>
                </a:cubicBezTo>
                <a:lnTo>
                  <a:pt x="977698" y="94697"/>
                </a:lnTo>
                <a:lnTo>
                  <a:pt x="977698" y="73067"/>
                </a:lnTo>
                <a:lnTo>
                  <a:pt x="979875" y="73067"/>
                </a:lnTo>
                <a:cubicBezTo>
                  <a:pt x="981106" y="79244"/>
                  <a:pt x="983458" y="83898"/>
                  <a:pt x="986931" y="87031"/>
                </a:cubicBezTo>
                <a:cubicBezTo>
                  <a:pt x="990404" y="90163"/>
                  <a:pt x="994294" y="91729"/>
                  <a:pt x="998603" y="91729"/>
                </a:cubicBezTo>
                <a:cubicBezTo>
                  <a:pt x="1001636" y="91729"/>
                  <a:pt x="1004109" y="90840"/>
                  <a:pt x="1006022" y="89063"/>
                </a:cubicBezTo>
                <a:cubicBezTo>
                  <a:pt x="1007934" y="87284"/>
                  <a:pt x="1008890" y="85142"/>
                  <a:pt x="1008890" y="82639"/>
                </a:cubicBezTo>
                <a:cubicBezTo>
                  <a:pt x="1008890" y="79608"/>
                  <a:pt x="1007824" y="77061"/>
                  <a:pt x="1005692" y="74998"/>
                </a:cubicBezTo>
                <a:cubicBezTo>
                  <a:pt x="1003560" y="72934"/>
                  <a:pt x="999306" y="70322"/>
                  <a:pt x="992932" y="67161"/>
                </a:cubicBezTo>
                <a:cubicBezTo>
                  <a:pt x="986557" y="63998"/>
                  <a:pt x="982380" y="61143"/>
                  <a:pt x="980402" y="58596"/>
                </a:cubicBezTo>
                <a:cubicBezTo>
                  <a:pt x="978424" y="56093"/>
                  <a:pt x="977435" y="52931"/>
                  <a:pt x="977435" y="49110"/>
                </a:cubicBezTo>
                <a:cubicBezTo>
                  <a:pt x="977435" y="44148"/>
                  <a:pt x="979138" y="39998"/>
                  <a:pt x="982545" y="36661"/>
                </a:cubicBezTo>
                <a:cubicBezTo>
                  <a:pt x="985952" y="33323"/>
                  <a:pt x="990360" y="31654"/>
                  <a:pt x="995767" y="31654"/>
                </a:cubicBezTo>
                <a:cubicBezTo>
                  <a:pt x="998141" y="31654"/>
                  <a:pt x="1001021" y="32159"/>
                  <a:pt x="1004406" y="33170"/>
                </a:cubicBezTo>
                <a:cubicBezTo>
                  <a:pt x="1006648" y="33830"/>
                  <a:pt x="1008143" y="34159"/>
                  <a:pt x="1008890" y="34159"/>
                </a:cubicBezTo>
                <a:cubicBezTo>
                  <a:pt x="1009594" y="34159"/>
                  <a:pt x="1010143" y="34006"/>
                  <a:pt x="1010539" y="33698"/>
                </a:cubicBezTo>
                <a:cubicBezTo>
                  <a:pt x="1010935" y="33390"/>
                  <a:pt x="1011396" y="32709"/>
                  <a:pt x="1011924" y="31654"/>
                </a:cubicBezTo>
                <a:lnTo>
                  <a:pt x="1014100" y="316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02A6C-E4A2-4FB4-B22B-5686A92E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294" y="2033100"/>
            <a:ext cx="94382" cy="97797"/>
          </a:xfrm>
          <a:custGeom xmlns:a="http://schemas.openxmlformats.org/drawingml/2006/main">
            <a:pathLst>
              <a:path w="94382" h="97797">
                <a:moveTo>
                  <a:pt x="23630" y="87689"/>
                </a:moveTo>
                <a:cubicBezTo>
                  <a:pt x="23630" y="89875"/>
                  <a:pt x="25724" y="91149"/>
                  <a:pt x="29913" y="91514"/>
                </a:cubicBezTo>
                <a:cubicBezTo>
                  <a:pt x="31552" y="91514"/>
                  <a:pt x="32371" y="92014"/>
                  <a:pt x="32371" y="93016"/>
                </a:cubicBezTo>
                <a:cubicBezTo>
                  <a:pt x="32371" y="93107"/>
                  <a:pt x="32280" y="93699"/>
                  <a:pt x="32098" y="94792"/>
                </a:cubicBezTo>
                <a:cubicBezTo>
                  <a:pt x="31825" y="96067"/>
                  <a:pt x="31552" y="96886"/>
                  <a:pt x="31279" y="97250"/>
                </a:cubicBezTo>
                <a:cubicBezTo>
                  <a:pt x="31005" y="97615"/>
                  <a:pt x="30414" y="97797"/>
                  <a:pt x="29503" y="97797"/>
                </a:cubicBezTo>
                <a:cubicBezTo>
                  <a:pt x="29321" y="97797"/>
                  <a:pt x="28774" y="97797"/>
                  <a:pt x="27864" y="97797"/>
                </a:cubicBezTo>
                <a:cubicBezTo>
                  <a:pt x="26953" y="97797"/>
                  <a:pt x="25405" y="97751"/>
                  <a:pt x="23220" y="97660"/>
                </a:cubicBezTo>
                <a:cubicBezTo>
                  <a:pt x="21034" y="97569"/>
                  <a:pt x="18121" y="97524"/>
                  <a:pt x="14478" y="97524"/>
                </a:cubicBezTo>
                <a:cubicBezTo>
                  <a:pt x="8013" y="97524"/>
                  <a:pt x="3870" y="97615"/>
                  <a:pt x="2049" y="97797"/>
                </a:cubicBezTo>
                <a:lnTo>
                  <a:pt x="956" y="97797"/>
                </a:lnTo>
                <a:cubicBezTo>
                  <a:pt x="319" y="97159"/>
                  <a:pt x="0" y="96658"/>
                  <a:pt x="0" y="96294"/>
                </a:cubicBezTo>
                <a:cubicBezTo>
                  <a:pt x="182" y="93836"/>
                  <a:pt x="774" y="92242"/>
                  <a:pt x="1776" y="91514"/>
                </a:cubicBezTo>
                <a:lnTo>
                  <a:pt x="3688" y="91514"/>
                </a:lnTo>
                <a:cubicBezTo>
                  <a:pt x="10062" y="91241"/>
                  <a:pt x="14706" y="88964"/>
                  <a:pt x="17620" y="84684"/>
                </a:cubicBezTo>
                <a:cubicBezTo>
                  <a:pt x="18166" y="84138"/>
                  <a:pt x="26407" y="70252"/>
                  <a:pt x="42342" y="43025"/>
                </a:cubicBezTo>
                <a:cubicBezTo>
                  <a:pt x="58277" y="15799"/>
                  <a:pt x="66382" y="2003"/>
                  <a:pt x="66655" y="1639"/>
                </a:cubicBezTo>
                <a:cubicBezTo>
                  <a:pt x="67292" y="546"/>
                  <a:pt x="68385" y="0"/>
                  <a:pt x="69933" y="0"/>
                </a:cubicBezTo>
                <a:lnTo>
                  <a:pt x="71026" y="0"/>
                </a:lnTo>
                <a:lnTo>
                  <a:pt x="73348" y="0"/>
                </a:lnTo>
                <a:cubicBezTo>
                  <a:pt x="73894" y="820"/>
                  <a:pt x="74167" y="1275"/>
                  <a:pt x="74167" y="1366"/>
                </a:cubicBezTo>
                <a:lnTo>
                  <a:pt x="77992" y="45484"/>
                </a:lnTo>
                <a:cubicBezTo>
                  <a:pt x="80541" y="74896"/>
                  <a:pt x="81907" y="89738"/>
                  <a:pt x="82089" y="90011"/>
                </a:cubicBezTo>
                <a:cubicBezTo>
                  <a:pt x="82544" y="91013"/>
                  <a:pt x="85504" y="91514"/>
                  <a:pt x="90967" y="91514"/>
                </a:cubicBezTo>
                <a:cubicBezTo>
                  <a:pt x="93244" y="91514"/>
                  <a:pt x="94382" y="91969"/>
                  <a:pt x="94382" y="92880"/>
                </a:cubicBezTo>
                <a:cubicBezTo>
                  <a:pt x="94382" y="93062"/>
                  <a:pt x="94245" y="93699"/>
                  <a:pt x="93972" y="94792"/>
                </a:cubicBezTo>
                <a:cubicBezTo>
                  <a:pt x="93699" y="96158"/>
                  <a:pt x="93471" y="96977"/>
                  <a:pt x="93289" y="97250"/>
                </a:cubicBezTo>
                <a:cubicBezTo>
                  <a:pt x="93107" y="97524"/>
                  <a:pt x="92470" y="97706"/>
                  <a:pt x="91377" y="97797"/>
                </a:cubicBezTo>
                <a:cubicBezTo>
                  <a:pt x="91104" y="97797"/>
                  <a:pt x="90467" y="97797"/>
                  <a:pt x="89465" y="97797"/>
                </a:cubicBezTo>
                <a:cubicBezTo>
                  <a:pt x="88463" y="97797"/>
                  <a:pt x="86688" y="97751"/>
                  <a:pt x="84138" y="97660"/>
                </a:cubicBezTo>
                <a:cubicBezTo>
                  <a:pt x="81588" y="97569"/>
                  <a:pt x="78265" y="97524"/>
                  <a:pt x="74167" y="97524"/>
                </a:cubicBezTo>
                <a:cubicBezTo>
                  <a:pt x="65608" y="97524"/>
                  <a:pt x="60007" y="97615"/>
                  <a:pt x="57367" y="97797"/>
                </a:cubicBezTo>
                <a:lnTo>
                  <a:pt x="55728" y="97797"/>
                </a:lnTo>
                <a:cubicBezTo>
                  <a:pt x="55181" y="97250"/>
                  <a:pt x="54908" y="96841"/>
                  <a:pt x="54908" y="96567"/>
                </a:cubicBezTo>
                <a:cubicBezTo>
                  <a:pt x="54908" y="96294"/>
                  <a:pt x="54999" y="95475"/>
                  <a:pt x="55181" y="94109"/>
                </a:cubicBezTo>
                <a:cubicBezTo>
                  <a:pt x="55546" y="92925"/>
                  <a:pt x="55819" y="92197"/>
                  <a:pt x="56001" y="91923"/>
                </a:cubicBezTo>
                <a:lnTo>
                  <a:pt x="56547" y="91514"/>
                </a:lnTo>
                <a:lnTo>
                  <a:pt x="59279" y="91514"/>
                </a:lnTo>
                <a:cubicBezTo>
                  <a:pt x="64196" y="91241"/>
                  <a:pt x="67110" y="90467"/>
                  <a:pt x="68021" y="89192"/>
                </a:cubicBezTo>
                <a:lnTo>
                  <a:pt x="66382" y="68704"/>
                </a:lnTo>
                <a:lnTo>
                  <a:pt x="33874" y="68704"/>
                </a:lnTo>
                <a:lnTo>
                  <a:pt x="29230" y="76626"/>
                </a:lnTo>
                <a:cubicBezTo>
                  <a:pt x="25496" y="82909"/>
                  <a:pt x="23630" y="86597"/>
                  <a:pt x="23630" y="87689"/>
                </a:cubicBezTo>
                <a:close/>
                <a:moveTo>
                  <a:pt x="65699" y="62284"/>
                </a:moveTo>
                <a:cubicBezTo>
                  <a:pt x="65699" y="61282"/>
                  <a:pt x="65152" y="54180"/>
                  <a:pt x="64060" y="40976"/>
                </a:cubicBezTo>
                <a:cubicBezTo>
                  <a:pt x="62967" y="27773"/>
                  <a:pt x="62329" y="21126"/>
                  <a:pt x="62147" y="21034"/>
                </a:cubicBezTo>
                <a:lnTo>
                  <a:pt x="58459" y="26908"/>
                </a:lnTo>
                <a:cubicBezTo>
                  <a:pt x="57003" y="29366"/>
                  <a:pt x="54134" y="34238"/>
                  <a:pt x="49854" y="41523"/>
                </a:cubicBezTo>
                <a:lnTo>
                  <a:pt x="37562" y="62284"/>
                </a:lnTo>
                <a:lnTo>
                  <a:pt x="51630" y="62421"/>
                </a:lnTo>
                <a:cubicBezTo>
                  <a:pt x="61009" y="62421"/>
                  <a:pt x="65699" y="62375"/>
                  <a:pt x="65699" y="6228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64A4B-3DA3-41C4-8D1B-010FA63D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294" y="2033100"/>
            <a:ext cx="94382" cy="97797"/>
          </a:xfrm>
          <a:custGeom xmlns:a="http://schemas.openxmlformats.org/drawingml/2006/main">
            <a:pathLst>
              <a:path w="94382" h="97797" fill="none">
                <a:moveTo>
                  <a:pt x="23630" y="87689"/>
                </a:moveTo>
                <a:cubicBezTo>
                  <a:pt x="23630" y="89875"/>
                  <a:pt x="25724" y="91149"/>
                  <a:pt x="29913" y="91514"/>
                </a:cubicBezTo>
                <a:cubicBezTo>
                  <a:pt x="31552" y="91514"/>
                  <a:pt x="32371" y="92014"/>
                  <a:pt x="32371" y="93016"/>
                </a:cubicBezTo>
                <a:cubicBezTo>
                  <a:pt x="32371" y="93107"/>
                  <a:pt x="32280" y="93699"/>
                  <a:pt x="32098" y="94792"/>
                </a:cubicBezTo>
                <a:cubicBezTo>
                  <a:pt x="31825" y="96067"/>
                  <a:pt x="31552" y="96886"/>
                  <a:pt x="31279" y="97250"/>
                </a:cubicBezTo>
                <a:cubicBezTo>
                  <a:pt x="31005" y="97615"/>
                  <a:pt x="30414" y="97797"/>
                  <a:pt x="29503" y="97797"/>
                </a:cubicBezTo>
                <a:cubicBezTo>
                  <a:pt x="29321" y="97797"/>
                  <a:pt x="28774" y="97797"/>
                  <a:pt x="27864" y="97797"/>
                </a:cubicBezTo>
                <a:cubicBezTo>
                  <a:pt x="26953" y="97797"/>
                  <a:pt x="25405" y="97751"/>
                  <a:pt x="23220" y="97660"/>
                </a:cubicBezTo>
                <a:cubicBezTo>
                  <a:pt x="21034" y="97569"/>
                  <a:pt x="18121" y="97524"/>
                  <a:pt x="14478" y="97524"/>
                </a:cubicBezTo>
                <a:cubicBezTo>
                  <a:pt x="8013" y="97524"/>
                  <a:pt x="3870" y="97615"/>
                  <a:pt x="2049" y="97797"/>
                </a:cubicBezTo>
                <a:lnTo>
                  <a:pt x="956" y="97797"/>
                </a:lnTo>
                <a:cubicBezTo>
                  <a:pt x="319" y="97159"/>
                  <a:pt x="0" y="96658"/>
                  <a:pt x="0" y="96294"/>
                </a:cubicBezTo>
                <a:cubicBezTo>
                  <a:pt x="182" y="93836"/>
                  <a:pt x="774" y="92242"/>
                  <a:pt x="1776" y="91514"/>
                </a:cubicBezTo>
                <a:lnTo>
                  <a:pt x="3688" y="91514"/>
                </a:lnTo>
                <a:cubicBezTo>
                  <a:pt x="10062" y="91241"/>
                  <a:pt x="14706" y="88964"/>
                  <a:pt x="17620" y="84684"/>
                </a:cubicBezTo>
                <a:cubicBezTo>
                  <a:pt x="18166" y="84138"/>
                  <a:pt x="26407" y="70252"/>
                  <a:pt x="42342" y="43025"/>
                </a:cubicBezTo>
                <a:cubicBezTo>
                  <a:pt x="58277" y="15799"/>
                  <a:pt x="66382" y="2003"/>
                  <a:pt x="66655" y="1639"/>
                </a:cubicBezTo>
                <a:cubicBezTo>
                  <a:pt x="67292" y="546"/>
                  <a:pt x="68385" y="0"/>
                  <a:pt x="69933" y="0"/>
                </a:cubicBezTo>
                <a:lnTo>
                  <a:pt x="71026" y="0"/>
                </a:lnTo>
                <a:lnTo>
                  <a:pt x="73348" y="0"/>
                </a:lnTo>
                <a:cubicBezTo>
                  <a:pt x="73894" y="820"/>
                  <a:pt x="74167" y="1275"/>
                  <a:pt x="74167" y="1366"/>
                </a:cubicBezTo>
                <a:lnTo>
                  <a:pt x="77992" y="45484"/>
                </a:lnTo>
                <a:cubicBezTo>
                  <a:pt x="80541" y="74896"/>
                  <a:pt x="81907" y="89738"/>
                  <a:pt x="82089" y="90011"/>
                </a:cubicBezTo>
                <a:cubicBezTo>
                  <a:pt x="82544" y="91013"/>
                  <a:pt x="85504" y="91514"/>
                  <a:pt x="90967" y="91514"/>
                </a:cubicBezTo>
                <a:cubicBezTo>
                  <a:pt x="93244" y="91514"/>
                  <a:pt x="94382" y="91969"/>
                  <a:pt x="94382" y="92880"/>
                </a:cubicBezTo>
                <a:cubicBezTo>
                  <a:pt x="94382" y="93062"/>
                  <a:pt x="94245" y="93699"/>
                  <a:pt x="93972" y="94792"/>
                </a:cubicBezTo>
                <a:cubicBezTo>
                  <a:pt x="93699" y="96158"/>
                  <a:pt x="93471" y="96977"/>
                  <a:pt x="93289" y="97250"/>
                </a:cubicBezTo>
                <a:cubicBezTo>
                  <a:pt x="93107" y="97524"/>
                  <a:pt x="92470" y="97706"/>
                  <a:pt x="91377" y="97797"/>
                </a:cubicBezTo>
                <a:cubicBezTo>
                  <a:pt x="91104" y="97797"/>
                  <a:pt x="90467" y="97797"/>
                  <a:pt x="89465" y="97797"/>
                </a:cubicBezTo>
                <a:cubicBezTo>
                  <a:pt x="88463" y="97797"/>
                  <a:pt x="86688" y="97751"/>
                  <a:pt x="84138" y="97660"/>
                </a:cubicBezTo>
                <a:cubicBezTo>
                  <a:pt x="81588" y="97569"/>
                  <a:pt x="78265" y="97524"/>
                  <a:pt x="74167" y="97524"/>
                </a:cubicBezTo>
                <a:cubicBezTo>
                  <a:pt x="65608" y="97524"/>
                  <a:pt x="60007" y="97615"/>
                  <a:pt x="57367" y="97797"/>
                </a:cubicBezTo>
                <a:lnTo>
                  <a:pt x="55728" y="97797"/>
                </a:lnTo>
                <a:cubicBezTo>
                  <a:pt x="55181" y="97250"/>
                  <a:pt x="54908" y="96841"/>
                  <a:pt x="54908" y="96567"/>
                </a:cubicBezTo>
                <a:cubicBezTo>
                  <a:pt x="54908" y="96294"/>
                  <a:pt x="54999" y="95475"/>
                  <a:pt x="55181" y="94109"/>
                </a:cubicBezTo>
                <a:cubicBezTo>
                  <a:pt x="55546" y="92925"/>
                  <a:pt x="55819" y="92197"/>
                  <a:pt x="56001" y="91923"/>
                </a:cubicBezTo>
                <a:lnTo>
                  <a:pt x="56547" y="91514"/>
                </a:lnTo>
                <a:lnTo>
                  <a:pt x="59279" y="91514"/>
                </a:lnTo>
                <a:cubicBezTo>
                  <a:pt x="64196" y="91241"/>
                  <a:pt x="67110" y="90467"/>
                  <a:pt x="68021" y="89192"/>
                </a:cubicBezTo>
                <a:lnTo>
                  <a:pt x="66382" y="68704"/>
                </a:lnTo>
                <a:lnTo>
                  <a:pt x="33874" y="68704"/>
                </a:lnTo>
                <a:lnTo>
                  <a:pt x="29230" y="76626"/>
                </a:lnTo>
                <a:cubicBezTo>
                  <a:pt x="25496" y="82909"/>
                  <a:pt x="23630" y="86597"/>
                  <a:pt x="23630" y="87689"/>
                </a:cubicBezTo>
                <a:close/>
                <a:moveTo>
                  <a:pt x="65699" y="62284"/>
                </a:moveTo>
                <a:cubicBezTo>
                  <a:pt x="65699" y="61282"/>
                  <a:pt x="65152" y="54180"/>
                  <a:pt x="64060" y="40976"/>
                </a:cubicBezTo>
                <a:cubicBezTo>
                  <a:pt x="62967" y="27773"/>
                  <a:pt x="62329" y="21126"/>
                  <a:pt x="62147" y="21034"/>
                </a:cubicBezTo>
                <a:lnTo>
                  <a:pt x="58459" y="26908"/>
                </a:lnTo>
                <a:cubicBezTo>
                  <a:pt x="57003" y="29366"/>
                  <a:pt x="54134" y="34238"/>
                  <a:pt x="49854" y="41523"/>
                </a:cubicBezTo>
                <a:lnTo>
                  <a:pt x="37562" y="62284"/>
                </a:lnTo>
                <a:lnTo>
                  <a:pt x="51630" y="62421"/>
                </a:lnTo>
                <a:cubicBezTo>
                  <a:pt x="61009" y="62421"/>
                  <a:pt x="65699" y="62375"/>
                  <a:pt x="65699" y="6228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90995-EFC1-4BF4-B1F7-491D1F13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47" y="2080769"/>
            <a:ext cx="90967" cy="31961"/>
          </a:xfrm>
          <a:custGeom xmlns:a="http://schemas.openxmlformats.org/drawingml/2006/main">
            <a:pathLst>
              <a:path w="90967" h="31961">
                <a:moveTo>
                  <a:pt x="0" y="2732"/>
                </a:moveTo>
                <a:cubicBezTo>
                  <a:pt x="0" y="1548"/>
                  <a:pt x="637" y="637"/>
                  <a:pt x="1912" y="0"/>
                </a:cubicBezTo>
                <a:lnTo>
                  <a:pt x="88919" y="0"/>
                </a:lnTo>
                <a:cubicBezTo>
                  <a:pt x="90284" y="728"/>
                  <a:pt x="90967" y="1639"/>
                  <a:pt x="90967" y="2732"/>
                </a:cubicBezTo>
                <a:cubicBezTo>
                  <a:pt x="90967" y="3733"/>
                  <a:pt x="90330" y="4598"/>
                  <a:pt x="89055" y="5327"/>
                </a:cubicBezTo>
                <a:lnTo>
                  <a:pt x="45620" y="5464"/>
                </a:lnTo>
                <a:lnTo>
                  <a:pt x="2185" y="5464"/>
                </a:lnTo>
                <a:cubicBezTo>
                  <a:pt x="728" y="5008"/>
                  <a:pt x="0" y="4098"/>
                  <a:pt x="0" y="2732"/>
                </a:cubicBezTo>
                <a:close/>
                <a:moveTo>
                  <a:pt x="0" y="29230"/>
                </a:moveTo>
                <a:cubicBezTo>
                  <a:pt x="0" y="27864"/>
                  <a:pt x="728" y="26953"/>
                  <a:pt x="2185" y="26498"/>
                </a:cubicBezTo>
                <a:lnTo>
                  <a:pt x="89055" y="26498"/>
                </a:lnTo>
                <a:cubicBezTo>
                  <a:pt x="90330" y="27409"/>
                  <a:pt x="90967" y="28319"/>
                  <a:pt x="90967" y="29230"/>
                </a:cubicBezTo>
                <a:cubicBezTo>
                  <a:pt x="90967" y="30414"/>
                  <a:pt x="90284" y="31324"/>
                  <a:pt x="88919" y="31961"/>
                </a:cubicBezTo>
                <a:lnTo>
                  <a:pt x="1912" y="31961"/>
                </a:lnTo>
                <a:cubicBezTo>
                  <a:pt x="637" y="31324"/>
                  <a:pt x="0" y="30414"/>
                  <a:pt x="0" y="2923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29929-F0A5-458E-AD65-3551011D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547" y="2080769"/>
            <a:ext cx="90967" cy="31961"/>
          </a:xfrm>
          <a:custGeom xmlns:a="http://schemas.openxmlformats.org/drawingml/2006/main">
            <a:pathLst>
              <a:path w="90967" h="31961" fill="none">
                <a:moveTo>
                  <a:pt x="0" y="2732"/>
                </a:moveTo>
                <a:cubicBezTo>
                  <a:pt x="0" y="1548"/>
                  <a:pt x="637" y="637"/>
                  <a:pt x="1912" y="0"/>
                </a:cubicBezTo>
                <a:lnTo>
                  <a:pt x="88919" y="0"/>
                </a:lnTo>
                <a:cubicBezTo>
                  <a:pt x="90284" y="728"/>
                  <a:pt x="90967" y="1639"/>
                  <a:pt x="90967" y="2732"/>
                </a:cubicBezTo>
                <a:cubicBezTo>
                  <a:pt x="90967" y="3733"/>
                  <a:pt x="90330" y="4598"/>
                  <a:pt x="89055" y="5327"/>
                </a:cubicBezTo>
                <a:lnTo>
                  <a:pt x="45620" y="5464"/>
                </a:lnTo>
                <a:lnTo>
                  <a:pt x="2185" y="5464"/>
                </a:lnTo>
                <a:cubicBezTo>
                  <a:pt x="728" y="5008"/>
                  <a:pt x="0" y="4098"/>
                  <a:pt x="0" y="2732"/>
                </a:cubicBezTo>
                <a:close/>
                <a:moveTo>
                  <a:pt x="0" y="29230"/>
                </a:moveTo>
                <a:cubicBezTo>
                  <a:pt x="0" y="27864"/>
                  <a:pt x="728" y="26953"/>
                  <a:pt x="2185" y="26498"/>
                </a:cubicBezTo>
                <a:lnTo>
                  <a:pt x="89055" y="26498"/>
                </a:lnTo>
                <a:cubicBezTo>
                  <a:pt x="90330" y="27409"/>
                  <a:pt x="90967" y="28319"/>
                  <a:pt x="90967" y="29230"/>
                </a:cubicBezTo>
                <a:cubicBezTo>
                  <a:pt x="90967" y="30414"/>
                  <a:pt x="90284" y="31324"/>
                  <a:pt x="88919" y="31961"/>
                </a:cubicBezTo>
                <a:lnTo>
                  <a:pt x="1912" y="31961"/>
                </a:lnTo>
                <a:cubicBezTo>
                  <a:pt x="637" y="31324"/>
                  <a:pt x="0" y="30414"/>
                  <a:pt x="0" y="292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1D0F8-16E5-490C-B6C0-D0A0C40F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342" y="2037607"/>
            <a:ext cx="117056" cy="93289"/>
          </a:xfrm>
          <a:custGeom xmlns:a="http://schemas.openxmlformats.org/drawingml/2006/main">
            <a:pathLst>
              <a:path w="117056" h="93289">
                <a:moveTo>
                  <a:pt x="27727" y="6283"/>
                </a:moveTo>
                <a:cubicBezTo>
                  <a:pt x="27454" y="6283"/>
                  <a:pt x="27090" y="6283"/>
                  <a:pt x="26635" y="6283"/>
                </a:cubicBezTo>
                <a:cubicBezTo>
                  <a:pt x="24358" y="6283"/>
                  <a:pt x="22992" y="6238"/>
                  <a:pt x="22537" y="6146"/>
                </a:cubicBezTo>
                <a:cubicBezTo>
                  <a:pt x="22082" y="6055"/>
                  <a:pt x="21854" y="5555"/>
                  <a:pt x="21854" y="4644"/>
                </a:cubicBezTo>
                <a:cubicBezTo>
                  <a:pt x="21854" y="2185"/>
                  <a:pt x="22355" y="683"/>
                  <a:pt x="23356" y="137"/>
                </a:cubicBezTo>
                <a:cubicBezTo>
                  <a:pt x="23539" y="46"/>
                  <a:pt x="27955" y="0"/>
                  <a:pt x="36605" y="0"/>
                </a:cubicBezTo>
                <a:cubicBezTo>
                  <a:pt x="43617" y="0"/>
                  <a:pt x="47624" y="0"/>
                  <a:pt x="48625" y="0"/>
                </a:cubicBezTo>
                <a:cubicBezTo>
                  <a:pt x="49627" y="0"/>
                  <a:pt x="50264" y="273"/>
                  <a:pt x="50537" y="820"/>
                </a:cubicBezTo>
                <a:cubicBezTo>
                  <a:pt x="69751" y="45984"/>
                  <a:pt x="79539" y="69159"/>
                  <a:pt x="79904" y="70343"/>
                </a:cubicBezTo>
                <a:lnTo>
                  <a:pt x="87279" y="41249"/>
                </a:lnTo>
                <a:cubicBezTo>
                  <a:pt x="92106" y="22036"/>
                  <a:pt x="94519" y="11792"/>
                  <a:pt x="94519" y="10517"/>
                </a:cubicBezTo>
                <a:cubicBezTo>
                  <a:pt x="94519" y="8059"/>
                  <a:pt x="91605" y="6647"/>
                  <a:pt x="85777" y="6283"/>
                </a:cubicBezTo>
                <a:cubicBezTo>
                  <a:pt x="83592" y="6283"/>
                  <a:pt x="82499" y="5782"/>
                  <a:pt x="82499" y="4781"/>
                </a:cubicBezTo>
                <a:cubicBezTo>
                  <a:pt x="82499" y="4598"/>
                  <a:pt x="82590" y="4052"/>
                  <a:pt x="82772" y="3142"/>
                </a:cubicBezTo>
                <a:cubicBezTo>
                  <a:pt x="83136" y="1685"/>
                  <a:pt x="83409" y="820"/>
                  <a:pt x="83592" y="546"/>
                </a:cubicBezTo>
                <a:cubicBezTo>
                  <a:pt x="83774" y="273"/>
                  <a:pt x="84229" y="91"/>
                  <a:pt x="84957" y="0"/>
                </a:cubicBezTo>
                <a:cubicBezTo>
                  <a:pt x="85231" y="0"/>
                  <a:pt x="86642" y="46"/>
                  <a:pt x="89192" y="137"/>
                </a:cubicBezTo>
                <a:cubicBezTo>
                  <a:pt x="91741" y="228"/>
                  <a:pt x="95520" y="319"/>
                  <a:pt x="100528" y="410"/>
                </a:cubicBezTo>
                <a:cubicBezTo>
                  <a:pt x="105081" y="410"/>
                  <a:pt x="108542" y="364"/>
                  <a:pt x="110909" y="273"/>
                </a:cubicBezTo>
                <a:cubicBezTo>
                  <a:pt x="113277" y="182"/>
                  <a:pt x="114643" y="137"/>
                  <a:pt x="115007" y="137"/>
                </a:cubicBezTo>
                <a:cubicBezTo>
                  <a:pt x="116373" y="137"/>
                  <a:pt x="117056" y="592"/>
                  <a:pt x="117056" y="1502"/>
                </a:cubicBezTo>
                <a:cubicBezTo>
                  <a:pt x="117056" y="3506"/>
                  <a:pt x="116691" y="4872"/>
                  <a:pt x="115963" y="5600"/>
                </a:cubicBezTo>
                <a:cubicBezTo>
                  <a:pt x="115781" y="6055"/>
                  <a:pt x="114779" y="6283"/>
                  <a:pt x="112958" y="6283"/>
                </a:cubicBezTo>
                <a:cubicBezTo>
                  <a:pt x="106493" y="6647"/>
                  <a:pt x="102441" y="8468"/>
                  <a:pt x="100802" y="11747"/>
                </a:cubicBezTo>
                <a:lnTo>
                  <a:pt x="80450" y="92333"/>
                </a:lnTo>
                <a:cubicBezTo>
                  <a:pt x="80268" y="92971"/>
                  <a:pt x="79312" y="93289"/>
                  <a:pt x="77582" y="93289"/>
                </a:cubicBezTo>
                <a:cubicBezTo>
                  <a:pt x="76307" y="93289"/>
                  <a:pt x="75533" y="93198"/>
                  <a:pt x="75260" y="93016"/>
                </a:cubicBezTo>
                <a:cubicBezTo>
                  <a:pt x="74987" y="92743"/>
                  <a:pt x="69113" y="78948"/>
                  <a:pt x="57640" y="51630"/>
                </a:cubicBezTo>
                <a:lnTo>
                  <a:pt x="40293" y="10790"/>
                </a:lnTo>
                <a:lnTo>
                  <a:pt x="31415" y="46303"/>
                </a:lnTo>
                <a:cubicBezTo>
                  <a:pt x="25496" y="69614"/>
                  <a:pt x="22537" y="81679"/>
                  <a:pt x="22537" y="82499"/>
                </a:cubicBezTo>
                <a:cubicBezTo>
                  <a:pt x="22992" y="85504"/>
                  <a:pt x="26270" y="87006"/>
                  <a:pt x="32371" y="87006"/>
                </a:cubicBezTo>
                <a:lnTo>
                  <a:pt x="33737" y="87006"/>
                </a:lnTo>
                <a:cubicBezTo>
                  <a:pt x="34283" y="87462"/>
                  <a:pt x="34557" y="87826"/>
                  <a:pt x="34557" y="88099"/>
                </a:cubicBezTo>
                <a:cubicBezTo>
                  <a:pt x="34557" y="88372"/>
                  <a:pt x="34466" y="89237"/>
                  <a:pt x="34283" y="90694"/>
                </a:cubicBezTo>
                <a:cubicBezTo>
                  <a:pt x="33919" y="91878"/>
                  <a:pt x="33464" y="92743"/>
                  <a:pt x="32918" y="93289"/>
                </a:cubicBezTo>
                <a:lnTo>
                  <a:pt x="31142" y="93289"/>
                </a:lnTo>
                <a:cubicBezTo>
                  <a:pt x="28319" y="93107"/>
                  <a:pt x="23402" y="93016"/>
                  <a:pt x="16391" y="93016"/>
                </a:cubicBezTo>
                <a:cubicBezTo>
                  <a:pt x="13841" y="93016"/>
                  <a:pt x="11519" y="93016"/>
                  <a:pt x="9425" y="93016"/>
                </a:cubicBezTo>
                <a:cubicBezTo>
                  <a:pt x="7330" y="93016"/>
                  <a:pt x="5646" y="93016"/>
                  <a:pt x="4371" y="93016"/>
                </a:cubicBezTo>
                <a:cubicBezTo>
                  <a:pt x="3096" y="93016"/>
                  <a:pt x="2322" y="93062"/>
                  <a:pt x="2049" y="93153"/>
                </a:cubicBezTo>
                <a:cubicBezTo>
                  <a:pt x="683" y="93153"/>
                  <a:pt x="0" y="92743"/>
                  <a:pt x="0" y="91923"/>
                </a:cubicBezTo>
                <a:cubicBezTo>
                  <a:pt x="0" y="91559"/>
                  <a:pt x="137" y="90831"/>
                  <a:pt x="410" y="89738"/>
                </a:cubicBezTo>
                <a:cubicBezTo>
                  <a:pt x="683" y="88645"/>
                  <a:pt x="911" y="88008"/>
                  <a:pt x="1093" y="87826"/>
                </a:cubicBezTo>
                <a:cubicBezTo>
                  <a:pt x="1275" y="87279"/>
                  <a:pt x="2322" y="87006"/>
                  <a:pt x="4234" y="87006"/>
                </a:cubicBezTo>
                <a:cubicBezTo>
                  <a:pt x="10426" y="86733"/>
                  <a:pt x="14433" y="84957"/>
                  <a:pt x="16254" y="81679"/>
                </a:cubicBezTo>
                <a:cubicBezTo>
                  <a:pt x="16618" y="81133"/>
                  <a:pt x="19851" y="68521"/>
                  <a:pt x="25952" y="43845"/>
                </a:cubicBezTo>
                <a:lnTo>
                  <a:pt x="35240" y="6693"/>
                </a:lnTo>
                <a:cubicBezTo>
                  <a:pt x="35057" y="6602"/>
                  <a:pt x="32553" y="6465"/>
                  <a:pt x="27727" y="628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A2D9F-EA80-4363-B628-BE558DDC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342" y="2037607"/>
            <a:ext cx="117056" cy="93289"/>
          </a:xfrm>
          <a:custGeom xmlns:a="http://schemas.openxmlformats.org/drawingml/2006/main">
            <a:pathLst>
              <a:path w="117056" h="93289" fill="none">
                <a:moveTo>
                  <a:pt x="27727" y="6283"/>
                </a:moveTo>
                <a:cubicBezTo>
                  <a:pt x="27454" y="6283"/>
                  <a:pt x="27090" y="6283"/>
                  <a:pt x="26635" y="6283"/>
                </a:cubicBezTo>
                <a:cubicBezTo>
                  <a:pt x="24358" y="6283"/>
                  <a:pt x="22992" y="6238"/>
                  <a:pt x="22537" y="6146"/>
                </a:cubicBezTo>
                <a:cubicBezTo>
                  <a:pt x="22082" y="6055"/>
                  <a:pt x="21854" y="5555"/>
                  <a:pt x="21854" y="4644"/>
                </a:cubicBezTo>
                <a:cubicBezTo>
                  <a:pt x="21854" y="2185"/>
                  <a:pt x="22355" y="683"/>
                  <a:pt x="23356" y="137"/>
                </a:cubicBezTo>
                <a:cubicBezTo>
                  <a:pt x="23539" y="46"/>
                  <a:pt x="27955" y="0"/>
                  <a:pt x="36605" y="0"/>
                </a:cubicBezTo>
                <a:cubicBezTo>
                  <a:pt x="43617" y="0"/>
                  <a:pt x="47624" y="0"/>
                  <a:pt x="48625" y="0"/>
                </a:cubicBezTo>
                <a:cubicBezTo>
                  <a:pt x="49627" y="0"/>
                  <a:pt x="50264" y="273"/>
                  <a:pt x="50537" y="820"/>
                </a:cubicBezTo>
                <a:cubicBezTo>
                  <a:pt x="69751" y="45984"/>
                  <a:pt x="79539" y="69159"/>
                  <a:pt x="79904" y="70343"/>
                </a:cubicBezTo>
                <a:lnTo>
                  <a:pt x="87279" y="41249"/>
                </a:lnTo>
                <a:cubicBezTo>
                  <a:pt x="92106" y="22036"/>
                  <a:pt x="94519" y="11792"/>
                  <a:pt x="94519" y="10517"/>
                </a:cubicBezTo>
                <a:cubicBezTo>
                  <a:pt x="94519" y="8059"/>
                  <a:pt x="91605" y="6647"/>
                  <a:pt x="85777" y="6283"/>
                </a:cubicBezTo>
                <a:cubicBezTo>
                  <a:pt x="83592" y="6283"/>
                  <a:pt x="82499" y="5782"/>
                  <a:pt x="82499" y="4781"/>
                </a:cubicBezTo>
                <a:cubicBezTo>
                  <a:pt x="82499" y="4598"/>
                  <a:pt x="82590" y="4052"/>
                  <a:pt x="82772" y="3142"/>
                </a:cubicBezTo>
                <a:cubicBezTo>
                  <a:pt x="83136" y="1685"/>
                  <a:pt x="83409" y="820"/>
                  <a:pt x="83592" y="546"/>
                </a:cubicBezTo>
                <a:cubicBezTo>
                  <a:pt x="83774" y="273"/>
                  <a:pt x="84229" y="91"/>
                  <a:pt x="84957" y="0"/>
                </a:cubicBezTo>
                <a:cubicBezTo>
                  <a:pt x="85231" y="0"/>
                  <a:pt x="86642" y="46"/>
                  <a:pt x="89192" y="137"/>
                </a:cubicBezTo>
                <a:cubicBezTo>
                  <a:pt x="91741" y="228"/>
                  <a:pt x="95520" y="319"/>
                  <a:pt x="100528" y="410"/>
                </a:cubicBezTo>
                <a:cubicBezTo>
                  <a:pt x="105081" y="410"/>
                  <a:pt x="108542" y="364"/>
                  <a:pt x="110909" y="273"/>
                </a:cubicBezTo>
                <a:cubicBezTo>
                  <a:pt x="113277" y="182"/>
                  <a:pt x="114643" y="137"/>
                  <a:pt x="115007" y="137"/>
                </a:cubicBezTo>
                <a:cubicBezTo>
                  <a:pt x="116373" y="137"/>
                  <a:pt x="117056" y="592"/>
                  <a:pt x="117056" y="1502"/>
                </a:cubicBezTo>
                <a:cubicBezTo>
                  <a:pt x="117056" y="3506"/>
                  <a:pt x="116691" y="4872"/>
                  <a:pt x="115963" y="5600"/>
                </a:cubicBezTo>
                <a:cubicBezTo>
                  <a:pt x="115781" y="6055"/>
                  <a:pt x="114779" y="6283"/>
                  <a:pt x="112958" y="6283"/>
                </a:cubicBezTo>
                <a:cubicBezTo>
                  <a:pt x="106493" y="6647"/>
                  <a:pt x="102441" y="8468"/>
                  <a:pt x="100802" y="11747"/>
                </a:cubicBezTo>
                <a:lnTo>
                  <a:pt x="80450" y="92333"/>
                </a:lnTo>
                <a:cubicBezTo>
                  <a:pt x="80268" y="92971"/>
                  <a:pt x="79312" y="93289"/>
                  <a:pt x="77582" y="93289"/>
                </a:cubicBezTo>
                <a:cubicBezTo>
                  <a:pt x="76307" y="93289"/>
                  <a:pt x="75533" y="93198"/>
                  <a:pt x="75260" y="93016"/>
                </a:cubicBezTo>
                <a:cubicBezTo>
                  <a:pt x="74987" y="92743"/>
                  <a:pt x="69113" y="78948"/>
                  <a:pt x="57640" y="51630"/>
                </a:cubicBezTo>
                <a:lnTo>
                  <a:pt x="40293" y="10790"/>
                </a:lnTo>
                <a:lnTo>
                  <a:pt x="31415" y="46303"/>
                </a:lnTo>
                <a:cubicBezTo>
                  <a:pt x="25496" y="69614"/>
                  <a:pt x="22537" y="81679"/>
                  <a:pt x="22537" y="82499"/>
                </a:cubicBezTo>
                <a:cubicBezTo>
                  <a:pt x="22992" y="85504"/>
                  <a:pt x="26270" y="87006"/>
                  <a:pt x="32371" y="87006"/>
                </a:cubicBezTo>
                <a:lnTo>
                  <a:pt x="33737" y="87006"/>
                </a:lnTo>
                <a:cubicBezTo>
                  <a:pt x="34283" y="87462"/>
                  <a:pt x="34557" y="87826"/>
                  <a:pt x="34557" y="88099"/>
                </a:cubicBezTo>
                <a:cubicBezTo>
                  <a:pt x="34557" y="88372"/>
                  <a:pt x="34466" y="89237"/>
                  <a:pt x="34283" y="90694"/>
                </a:cubicBezTo>
                <a:cubicBezTo>
                  <a:pt x="33919" y="91878"/>
                  <a:pt x="33464" y="92743"/>
                  <a:pt x="32918" y="93289"/>
                </a:cubicBezTo>
                <a:lnTo>
                  <a:pt x="31142" y="93289"/>
                </a:lnTo>
                <a:cubicBezTo>
                  <a:pt x="28319" y="93107"/>
                  <a:pt x="23402" y="93016"/>
                  <a:pt x="16391" y="93016"/>
                </a:cubicBezTo>
                <a:cubicBezTo>
                  <a:pt x="13841" y="93016"/>
                  <a:pt x="11519" y="93016"/>
                  <a:pt x="9425" y="93016"/>
                </a:cubicBezTo>
                <a:cubicBezTo>
                  <a:pt x="7330" y="93016"/>
                  <a:pt x="5646" y="93016"/>
                  <a:pt x="4371" y="93016"/>
                </a:cubicBezTo>
                <a:cubicBezTo>
                  <a:pt x="3096" y="93016"/>
                  <a:pt x="2322" y="93062"/>
                  <a:pt x="2049" y="93153"/>
                </a:cubicBezTo>
                <a:cubicBezTo>
                  <a:pt x="683" y="93153"/>
                  <a:pt x="0" y="92743"/>
                  <a:pt x="0" y="91923"/>
                </a:cubicBezTo>
                <a:cubicBezTo>
                  <a:pt x="0" y="91559"/>
                  <a:pt x="137" y="90831"/>
                  <a:pt x="410" y="89738"/>
                </a:cubicBezTo>
                <a:cubicBezTo>
                  <a:pt x="683" y="88645"/>
                  <a:pt x="911" y="88008"/>
                  <a:pt x="1093" y="87826"/>
                </a:cubicBezTo>
                <a:cubicBezTo>
                  <a:pt x="1275" y="87279"/>
                  <a:pt x="2322" y="87006"/>
                  <a:pt x="4234" y="87006"/>
                </a:cubicBezTo>
                <a:cubicBezTo>
                  <a:pt x="10426" y="86733"/>
                  <a:pt x="14433" y="84957"/>
                  <a:pt x="16254" y="81679"/>
                </a:cubicBezTo>
                <a:cubicBezTo>
                  <a:pt x="16618" y="81133"/>
                  <a:pt x="19851" y="68521"/>
                  <a:pt x="25952" y="43845"/>
                </a:cubicBezTo>
                <a:lnTo>
                  <a:pt x="35240" y="6693"/>
                </a:lnTo>
                <a:cubicBezTo>
                  <a:pt x="35057" y="6602"/>
                  <a:pt x="32553" y="6465"/>
                  <a:pt x="27727" y="628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80EB5-D345-427C-AC72-65D15C11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159" y="2014865"/>
            <a:ext cx="36879" cy="163769"/>
          </a:xfrm>
          <a:custGeom xmlns:a="http://schemas.openxmlformats.org/drawingml/2006/main">
            <a:pathLst>
              <a:path w="36879" h="163769">
                <a:moveTo>
                  <a:pt x="0" y="81816"/>
                </a:moveTo>
                <a:cubicBezTo>
                  <a:pt x="0" y="45848"/>
                  <a:pt x="10745" y="18576"/>
                  <a:pt x="32235" y="0"/>
                </a:cubicBezTo>
                <a:lnTo>
                  <a:pt x="36059" y="0"/>
                </a:lnTo>
                <a:cubicBezTo>
                  <a:pt x="36605" y="546"/>
                  <a:pt x="36879" y="956"/>
                  <a:pt x="36879" y="1229"/>
                </a:cubicBezTo>
                <a:cubicBezTo>
                  <a:pt x="36879" y="1594"/>
                  <a:pt x="36014" y="2732"/>
                  <a:pt x="34283" y="4644"/>
                </a:cubicBezTo>
                <a:cubicBezTo>
                  <a:pt x="32553" y="6556"/>
                  <a:pt x="30459" y="9425"/>
                  <a:pt x="28000" y="13249"/>
                </a:cubicBezTo>
                <a:cubicBezTo>
                  <a:pt x="25542" y="17073"/>
                  <a:pt x="23038" y="21808"/>
                  <a:pt x="20488" y="27454"/>
                </a:cubicBezTo>
                <a:cubicBezTo>
                  <a:pt x="17939" y="33100"/>
                  <a:pt x="15799" y="40703"/>
                  <a:pt x="14069" y="50264"/>
                </a:cubicBezTo>
                <a:cubicBezTo>
                  <a:pt x="12338" y="59825"/>
                  <a:pt x="11473" y="70388"/>
                  <a:pt x="11473" y="81953"/>
                </a:cubicBezTo>
                <a:cubicBezTo>
                  <a:pt x="11473" y="93426"/>
                  <a:pt x="12338" y="103943"/>
                  <a:pt x="14069" y="113504"/>
                </a:cubicBezTo>
                <a:cubicBezTo>
                  <a:pt x="15799" y="123065"/>
                  <a:pt x="17893" y="130623"/>
                  <a:pt x="20352" y="136178"/>
                </a:cubicBezTo>
                <a:cubicBezTo>
                  <a:pt x="22810" y="141732"/>
                  <a:pt x="25314" y="146467"/>
                  <a:pt x="27864" y="150383"/>
                </a:cubicBezTo>
                <a:cubicBezTo>
                  <a:pt x="30414" y="154298"/>
                  <a:pt x="32553" y="157212"/>
                  <a:pt x="34283" y="159125"/>
                </a:cubicBezTo>
                <a:cubicBezTo>
                  <a:pt x="36014" y="161037"/>
                  <a:pt x="36879" y="162175"/>
                  <a:pt x="36879" y="162539"/>
                </a:cubicBezTo>
                <a:cubicBezTo>
                  <a:pt x="36879" y="162812"/>
                  <a:pt x="36605" y="163222"/>
                  <a:pt x="36059" y="163769"/>
                </a:cubicBezTo>
                <a:lnTo>
                  <a:pt x="32235" y="163769"/>
                </a:lnTo>
                <a:cubicBezTo>
                  <a:pt x="29594" y="161583"/>
                  <a:pt x="27044" y="159170"/>
                  <a:pt x="24586" y="156529"/>
                </a:cubicBezTo>
                <a:cubicBezTo>
                  <a:pt x="22127" y="153889"/>
                  <a:pt x="19350" y="150110"/>
                  <a:pt x="16254" y="145193"/>
                </a:cubicBezTo>
                <a:cubicBezTo>
                  <a:pt x="13158" y="140275"/>
                  <a:pt x="10472" y="134994"/>
                  <a:pt x="8195" y="129348"/>
                </a:cubicBezTo>
                <a:cubicBezTo>
                  <a:pt x="5919" y="123703"/>
                  <a:pt x="4007" y="116737"/>
                  <a:pt x="2459" y="108451"/>
                </a:cubicBezTo>
                <a:cubicBezTo>
                  <a:pt x="911" y="100164"/>
                  <a:pt x="91" y="91286"/>
                  <a:pt x="0" y="818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BD5F6-DA59-4AC2-A419-0CAC812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159" y="2014865"/>
            <a:ext cx="36879" cy="163769"/>
          </a:xfrm>
          <a:custGeom xmlns:a="http://schemas.openxmlformats.org/drawingml/2006/main">
            <a:pathLst>
              <a:path w="36879" h="163769" fill="none">
                <a:moveTo>
                  <a:pt x="0" y="81816"/>
                </a:moveTo>
                <a:cubicBezTo>
                  <a:pt x="0" y="45848"/>
                  <a:pt x="10745" y="18576"/>
                  <a:pt x="32235" y="0"/>
                </a:cubicBezTo>
                <a:lnTo>
                  <a:pt x="36059" y="0"/>
                </a:lnTo>
                <a:cubicBezTo>
                  <a:pt x="36605" y="546"/>
                  <a:pt x="36879" y="956"/>
                  <a:pt x="36879" y="1229"/>
                </a:cubicBezTo>
                <a:cubicBezTo>
                  <a:pt x="36879" y="1594"/>
                  <a:pt x="36014" y="2732"/>
                  <a:pt x="34283" y="4644"/>
                </a:cubicBezTo>
                <a:cubicBezTo>
                  <a:pt x="32553" y="6556"/>
                  <a:pt x="30459" y="9425"/>
                  <a:pt x="28000" y="13249"/>
                </a:cubicBezTo>
                <a:cubicBezTo>
                  <a:pt x="25542" y="17073"/>
                  <a:pt x="23038" y="21808"/>
                  <a:pt x="20488" y="27454"/>
                </a:cubicBezTo>
                <a:cubicBezTo>
                  <a:pt x="17939" y="33100"/>
                  <a:pt x="15799" y="40703"/>
                  <a:pt x="14069" y="50264"/>
                </a:cubicBezTo>
                <a:cubicBezTo>
                  <a:pt x="12338" y="59825"/>
                  <a:pt x="11473" y="70388"/>
                  <a:pt x="11473" y="81953"/>
                </a:cubicBezTo>
                <a:cubicBezTo>
                  <a:pt x="11473" y="93426"/>
                  <a:pt x="12338" y="103943"/>
                  <a:pt x="14069" y="113504"/>
                </a:cubicBezTo>
                <a:cubicBezTo>
                  <a:pt x="15799" y="123065"/>
                  <a:pt x="17893" y="130623"/>
                  <a:pt x="20352" y="136178"/>
                </a:cubicBezTo>
                <a:cubicBezTo>
                  <a:pt x="22810" y="141732"/>
                  <a:pt x="25314" y="146467"/>
                  <a:pt x="27864" y="150383"/>
                </a:cubicBezTo>
                <a:cubicBezTo>
                  <a:pt x="30414" y="154298"/>
                  <a:pt x="32553" y="157212"/>
                  <a:pt x="34283" y="159125"/>
                </a:cubicBezTo>
                <a:cubicBezTo>
                  <a:pt x="36014" y="161037"/>
                  <a:pt x="36879" y="162175"/>
                  <a:pt x="36879" y="162539"/>
                </a:cubicBezTo>
                <a:cubicBezTo>
                  <a:pt x="36879" y="162812"/>
                  <a:pt x="36605" y="163222"/>
                  <a:pt x="36059" y="163769"/>
                </a:cubicBezTo>
                <a:lnTo>
                  <a:pt x="32235" y="163769"/>
                </a:lnTo>
                <a:cubicBezTo>
                  <a:pt x="29594" y="161583"/>
                  <a:pt x="27044" y="159170"/>
                  <a:pt x="24586" y="156529"/>
                </a:cubicBezTo>
                <a:cubicBezTo>
                  <a:pt x="22127" y="153889"/>
                  <a:pt x="19350" y="150110"/>
                  <a:pt x="16254" y="145193"/>
                </a:cubicBezTo>
                <a:cubicBezTo>
                  <a:pt x="13158" y="140275"/>
                  <a:pt x="10472" y="134994"/>
                  <a:pt x="8195" y="129348"/>
                </a:cubicBezTo>
                <a:cubicBezTo>
                  <a:pt x="5919" y="123703"/>
                  <a:pt x="4007" y="116737"/>
                  <a:pt x="2459" y="108451"/>
                </a:cubicBezTo>
                <a:cubicBezTo>
                  <a:pt x="911" y="100164"/>
                  <a:pt x="91" y="91286"/>
                  <a:pt x="0" y="818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E54FA-D070-45B7-B970-9592DCD4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281" y="2039929"/>
            <a:ext cx="57503" cy="93972"/>
          </a:xfrm>
          <a:custGeom xmlns:a="http://schemas.openxmlformats.org/drawingml/2006/main">
            <a:pathLst>
              <a:path w="57503" h="93972">
                <a:moveTo>
                  <a:pt x="7785" y="11064"/>
                </a:moveTo>
                <a:cubicBezTo>
                  <a:pt x="12885" y="3688"/>
                  <a:pt x="19851" y="0"/>
                  <a:pt x="28683" y="0"/>
                </a:cubicBezTo>
                <a:cubicBezTo>
                  <a:pt x="33054" y="0"/>
                  <a:pt x="37425" y="1184"/>
                  <a:pt x="41796" y="3551"/>
                </a:cubicBezTo>
                <a:cubicBezTo>
                  <a:pt x="46167" y="5919"/>
                  <a:pt x="49718" y="10107"/>
                  <a:pt x="52450" y="16117"/>
                </a:cubicBezTo>
                <a:cubicBezTo>
                  <a:pt x="55819" y="23675"/>
                  <a:pt x="57503" y="34056"/>
                  <a:pt x="57503" y="47259"/>
                </a:cubicBezTo>
                <a:cubicBezTo>
                  <a:pt x="57503" y="61373"/>
                  <a:pt x="55546" y="72164"/>
                  <a:pt x="51630" y="79631"/>
                </a:cubicBezTo>
                <a:cubicBezTo>
                  <a:pt x="49809" y="83455"/>
                  <a:pt x="47305" y="86505"/>
                  <a:pt x="44118" y="88782"/>
                </a:cubicBezTo>
                <a:cubicBezTo>
                  <a:pt x="40931" y="91058"/>
                  <a:pt x="38153" y="92470"/>
                  <a:pt x="35786" y="93016"/>
                </a:cubicBezTo>
                <a:cubicBezTo>
                  <a:pt x="33418" y="93562"/>
                  <a:pt x="31096" y="93881"/>
                  <a:pt x="28820" y="93972"/>
                </a:cubicBezTo>
                <a:cubicBezTo>
                  <a:pt x="26452" y="93972"/>
                  <a:pt x="24085" y="93699"/>
                  <a:pt x="21717" y="93153"/>
                </a:cubicBezTo>
                <a:cubicBezTo>
                  <a:pt x="19350" y="92606"/>
                  <a:pt x="16573" y="91149"/>
                  <a:pt x="13386" y="88782"/>
                </a:cubicBezTo>
                <a:cubicBezTo>
                  <a:pt x="10199" y="86414"/>
                  <a:pt x="7694" y="83364"/>
                  <a:pt x="5873" y="79631"/>
                </a:cubicBezTo>
                <a:cubicBezTo>
                  <a:pt x="1958" y="72164"/>
                  <a:pt x="0" y="61373"/>
                  <a:pt x="0" y="47259"/>
                </a:cubicBezTo>
                <a:cubicBezTo>
                  <a:pt x="0" y="31415"/>
                  <a:pt x="2595" y="19350"/>
                  <a:pt x="7785" y="11064"/>
                </a:cubicBezTo>
                <a:close/>
                <a:moveTo>
                  <a:pt x="38518" y="9425"/>
                </a:moveTo>
                <a:cubicBezTo>
                  <a:pt x="35786" y="6511"/>
                  <a:pt x="32553" y="5054"/>
                  <a:pt x="28820" y="5054"/>
                </a:cubicBezTo>
                <a:cubicBezTo>
                  <a:pt x="24996" y="5054"/>
                  <a:pt x="21717" y="6511"/>
                  <a:pt x="18986" y="9425"/>
                </a:cubicBezTo>
                <a:cubicBezTo>
                  <a:pt x="16709" y="11792"/>
                  <a:pt x="15207" y="15070"/>
                  <a:pt x="14478" y="19259"/>
                </a:cubicBezTo>
                <a:cubicBezTo>
                  <a:pt x="13750" y="23448"/>
                  <a:pt x="13386" y="32189"/>
                  <a:pt x="13386" y="45484"/>
                </a:cubicBezTo>
                <a:cubicBezTo>
                  <a:pt x="13386" y="59871"/>
                  <a:pt x="13750" y="69341"/>
                  <a:pt x="14478" y="73894"/>
                </a:cubicBezTo>
                <a:cubicBezTo>
                  <a:pt x="15207" y="78447"/>
                  <a:pt x="16846" y="82044"/>
                  <a:pt x="19395" y="84684"/>
                </a:cubicBezTo>
                <a:cubicBezTo>
                  <a:pt x="21945" y="87416"/>
                  <a:pt x="25087" y="88782"/>
                  <a:pt x="28820" y="88782"/>
                </a:cubicBezTo>
                <a:cubicBezTo>
                  <a:pt x="32462" y="88782"/>
                  <a:pt x="35558" y="87416"/>
                  <a:pt x="38108" y="84684"/>
                </a:cubicBezTo>
                <a:cubicBezTo>
                  <a:pt x="40749" y="81953"/>
                  <a:pt x="42388" y="78128"/>
                  <a:pt x="43025" y="73211"/>
                </a:cubicBezTo>
                <a:cubicBezTo>
                  <a:pt x="43662" y="68294"/>
                  <a:pt x="44027" y="59051"/>
                  <a:pt x="44118" y="45484"/>
                </a:cubicBezTo>
                <a:cubicBezTo>
                  <a:pt x="44118" y="32280"/>
                  <a:pt x="43754" y="23584"/>
                  <a:pt x="43025" y="19395"/>
                </a:cubicBezTo>
                <a:cubicBezTo>
                  <a:pt x="42297" y="15207"/>
                  <a:pt x="40794" y="11883"/>
                  <a:pt x="38518" y="942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2249B-51A8-4CA5-9D67-90C21156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281" y="2039929"/>
            <a:ext cx="57503" cy="93972"/>
          </a:xfrm>
          <a:custGeom xmlns:a="http://schemas.openxmlformats.org/drawingml/2006/main">
            <a:pathLst>
              <a:path w="57503" h="93972" fill="none">
                <a:moveTo>
                  <a:pt x="7785" y="11064"/>
                </a:moveTo>
                <a:cubicBezTo>
                  <a:pt x="12885" y="3688"/>
                  <a:pt x="19851" y="0"/>
                  <a:pt x="28683" y="0"/>
                </a:cubicBezTo>
                <a:cubicBezTo>
                  <a:pt x="33054" y="0"/>
                  <a:pt x="37425" y="1184"/>
                  <a:pt x="41796" y="3551"/>
                </a:cubicBezTo>
                <a:cubicBezTo>
                  <a:pt x="46167" y="5919"/>
                  <a:pt x="49718" y="10107"/>
                  <a:pt x="52450" y="16117"/>
                </a:cubicBezTo>
                <a:cubicBezTo>
                  <a:pt x="55819" y="23675"/>
                  <a:pt x="57503" y="34056"/>
                  <a:pt x="57503" y="47259"/>
                </a:cubicBezTo>
                <a:cubicBezTo>
                  <a:pt x="57503" y="61373"/>
                  <a:pt x="55546" y="72164"/>
                  <a:pt x="51630" y="79631"/>
                </a:cubicBezTo>
                <a:cubicBezTo>
                  <a:pt x="49809" y="83455"/>
                  <a:pt x="47305" y="86505"/>
                  <a:pt x="44118" y="88782"/>
                </a:cubicBezTo>
                <a:cubicBezTo>
                  <a:pt x="40931" y="91058"/>
                  <a:pt x="38153" y="92470"/>
                  <a:pt x="35786" y="93016"/>
                </a:cubicBezTo>
                <a:cubicBezTo>
                  <a:pt x="33418" y="93562"/>
                  <a:pt x="31096" y="93881"/>
                  <a:pt x="28820" y="93972"/>
                </a:cubicBezTo>
                <a:cubicBezTo>
                  <a:pt x="26452" y="93972"/>
                  <a:pt x="24085" y="93699"/>
                  <a:pt x="21717" y="93153"/>
                </a:cubicBezTo>
                <a:cubicBezTo>
                  <a:pt x="19350" y="92606"/>
                  <a:pt x="16573" y="91149"/>
                  <a:pt x="13386" y="88782"/>
                </a:cubicBezTo>
                <a:cubicBezTo>
                  <a:pt x="10199" y="86414"/>
                  <a:pt x="7694" y="83364"/>
                  <a:pt x="5873" y="79631"/>
                </a:cubicBezTo>
                <a:cubicBezTo>
                  <a:pt x="1958" y="72164"/>
                  <a:pt x="0" y="61373"/>
                  <a:pt x="0" y="47259"/>
                </a:cubicBezTo>
                <a:cubicBezTo>
                  <a:pt x="0" y="31415"/>
                  <a:pt x="2595" y="19350"/>
                  <a:pt x="7785" y="11064"/>
                </a:cubicBezTo>
                <a:close/>
                <a:moveTo>
                  <a:pt x="38518" y="9425"/>
                </a:moveTo>
                <a:cubicBezTo>
                  <a:pt x="35786" y="6511"/>
                  <a:pt x="32553" y="5054"/>
                  <a:pt x="28820" y="5054"/>
                </a:cubicBezTo>
                <a:cubicBezTo>
                  <a:pt x="24996" y="5054"/>
                  <a:pt x="21717" y="6511"/>
                  <a:pt x="18986" y="9425"/>
                </a:cubicBezTo>
                <a:cubicBezTo>
                  <a:pt x="16709" y="11792"/>
                  <a:pt x="15207" y="15070"/>
                  <a:pt x="14478" y="19259"/>
                </a:cubicBezTo>
                <a:cubicBezTo>
                  <a:pt x="13750" y="23448"/>
                  <a:pt x="13386" y="32189"/>
                  <a:pt x="13386" y="45484"/>
                </a:cubicBezTo>
                <a:cubicBezTo>
                  <a:pt x="13386" y="59871"/>
                  <a:pt x="13750" y="69341"/>
                  <a:pt x="14478" y="73894"/>
                </a:cubicBezTo>
                <a:cubicBezTo>
                  <a:pt x="15207" y="78447"/>
                  <a:pt x="16846" y="82044"/>
                  <a:pt x="19395" y="84684"/>
                </a:cubicBezTo>
                <a:cubicBezTo>
                  <a:pt x="21945" y="87416"/>
                  <a:pt x="25087" y="88782"/>
                  <a:pt x="28820" y="88782"/>
                </a:cubicBezTo>
                <a:cubicBezTo>
                  <a:pt x="32462" y="88782"/>
                  <a:pt x="35558" y="87416"/>
                  <a:pt x="38108" y="84684"/>
                </a:cubicBezTo>
                <a:cubicBezTo>
                  <a:pt x="40749" y="81953"/>
                  <a:pt x="42388" y="78128"/>
                  <a:pt x="43025" y="73211"/>
                </a:cubicBezTo>
                <a:cubicBezTo>
                  <a:pt x="43662" y="68294"/>
                  <a:pt x="44027" y="59051"/>
                  <a:pt x="44118" y="45484"/>
                </a:cubicBezTo>
                <a:cubicBezTo>
                  <a:pt x="44118" y="32280"/>
                  <a:pt x="43754" y="23584"/>
                  <a:pt x="43025" y="19395"/>
                </a:cubicBezTo>
                <a:cubicBezTo>
                  <a:pt x="42297" y="15207"/>
                  <a:pt x="40794" y="11883"/>
                  <a:pt x="38518" y="942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BF66B-3DEE-4A46-BF15-2D415086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902" y="2114370"/>
            <a:ext cx="18030" cy="43116"/>
          </a:xfrm>
          <a:custGeom xmlns:a="http://schemas.openxmlformats.org/drawingml/2006/main">
            <a:pathLst>
              <a:path w="18030" h="43116">
                <a:moveTo>
                  <a:pt x="0" y="11747"/>
                </a:moveTo>
                <a:cubicBezTo>
                  <a:pt x="0" y="11747"/>
                  <a:pt x="0" y="10608"/>
                  <a:pt x="0" y="8332"/>
                </a:cubicBezTo>
                <a:cubicBezTo>
                  <a:pt x="0" y="6055"/>
                  <a:pt x="728" y="4098"/>
                  <a:pt x="2185" y="2459"/>
                </a:cubicBezTo>
                <a:cubicBezTo>
                  <a:pt x="3642" y="820"/>
                  <a:pt x="5600" y="0"/>
                  <a:pt x="8059" y="0"/>
                </a:cubicBezTo>
                <a:cubicBezTo>
                  <a:pt x="10608" y="0"/>
                  <a:pt x="12885" y="1138"/>
                  <a:pt x="14888" y="3415"/>
                </a:cubicBezTo>
                <a:cubicBezTo>
                  <a:pt x="16891" y="5691"/>
                  <a:pt x="17939" y="9698"/>
                  <a:pt x="18030" y="15434"/>
                </a:cubicBezTo>
                <a:cubicBezTo>
                  <a:pt x="18030" y="18621"/>
                  <a:pt x="17620" y="21717"/>
                  <a:pt x="16800" y="24722"/>
                </a:cubicBezTo>
                <a:cubicBezTo>
                  <a:pt x="15981" y="27727"/>
                  <a:pt x="15025" y="30322"/>
                  <a:pt x="13932" y="32508"/>
                </a:cubicBezTo>
                <a:cubicBezTo>
                  <a:pt x="12839" y="34693"/>
                  <a:pt x="11655" y="36560"/>
                  <a:pt x="10381" y="38108"/>
                </a:cubicBezTo>
                <a:cubicBezTo>
                  <a:pt x="9106" y="39656"/>
                  <a:pt x="8013" y="40885"/>
                  <a:pt x="7103" y="41796"/>
                </a:cubicBezTo>
                <a:cubicBezTo>
                  <a:pt x="6192" y="42706"/>
                  <a:pt x="5600" y="43116"/>
                  <a:pt x="5327" y="43025"/>
                </a:cubicBezTo>
                <a:cubicBezTo>
                  <a:pt x="4963" y="43025"/>
                  <a:pt x="4371" y="42615"/>
                  <a:pt x="3551" y="41796"/>
                </a:cubicBezTo>
                <a:cubicBezTo>
                  <a:pt x="2732" y="40976"/>
                  <a:pt x="2322" y="40384"/>
                  <a:pt x="2322" y="40020"/>
                </a:cubicBezTo>
                <a:cubicBezTo>
                  <a:pt x="2322" y="39656"/>
                  <a:pt x="2823" y="38927"/>
                  <a:pt x="3824" y="37835"/>
                </a:cubicBezTo>
                <a:cubicBezTo>
                  <a:pt x="4826" y="36742"/>
                  <a:pt x="5964" y="35376"/>
                  <a:pt x="7239" y="33737"/>
                </a:cubicBezTo>
                <a:cubicBezTo>
                  <a:pt x="8514" y="32098"/>
                  <a:pt x="9698" y="29822"/>
                  <a:pt x="10790" y="26908"/>
                </a:cubicBezTo>
                <a:cubicBezTo>
                  <a:pt x="11883" y="23994"/>
                  <a:pt x="12612" y="20670"/>
                  <a:pt x="12976" y="16937"/>
                </a:cubicBezTo>
                <a:lnTo>
                  <a:pt x="12976" y="15298"/>
                </a:lnTo>
                <a:lnTo>
                  <a:pt x="12839" y="15434"/>
                </a:lnTo>
                <a:cubicBezTo>
                  <a:pt x="12657" y="15525"/>
                  <a:pt x="12429" y="15617"/>
                  <a:pt x="12156" y="15708"/>
                </a:cubicBezTo>
                <a:cubicBezTo>
                  <a:pt x="11883" y="15799"/>
                  <a:pt x="11610" y="15935"/>
                  <a:pt x="11337" y="16117"/>
                </a:cubicBezTo>
                <a:cubicBezTo>
                  <a:pt x="11064" y="16299"/>
                  <a:pt x="10654" y="16391"/>
                  <a:pt x="10107" y="16391"/>
                </a:cubicBezTo>
                <a:cubicBezTo>
                  <a:pt x="9561" y="16391"/>
                  <a:pt x="9015" y="16436"/>
                  <a:pt x="8468" y="16527"/>
                </a:cubicBezTo>
                <a:cubicBezTo>
                  <a:pt x="6010" y="16527"/>
                  <a:pt x="4007" y="15753"/>
                  <a:pt x="2459" y="14205"/>
                </a:cubicBezTo>
                <a:lnTo>
                  <a:pt x="0" y="117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696E8-8D21-4E9A-BF0F-2D30DB25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902" y="2114370"/>
            <a:ext cx="18030" cy="43116"/>
          </a:xfrm>
          <a:custGeom xmlns:a="http://schemas.openxmlformats.org/drawingml/2006/main">
            <a:pathLst>
              <a:path w="18030" h="43116" fill="none">
                <a:moveTo>
                  <a:pt x="0" y="11747"/>
                </a:moveTo>
                <a:cubicBezTo>
                  <a:pt x="0" y="11747"/>
                  <a:pt x="0" y="10608"/>
                  <a:pt x="0" y="8332"/>
                </a:cubicBezTo>
                <a:cubicBezTo>
                  <a:pt x="0" y="6055"/>
                  <a:pt x="728" y="4098"/>
                  <a:pt x="2185" y="2459"/>
                </a:cubicBezTo>
                <a:cubicBezTo>
                  <a:pt x="3642" y="820"/>
                  <a:pt x="5600" y="0"/>
                  <a:pt x="8059" y="0"/>
                </a:cubicBezTo>
                <a:cubicBezTo>
                  <a:pt x="10608" y="0"/>
                  <a:pt x="12885" y="1138"/>
                  <a:pt x="14888" y="3415"/>
                </a:cubicBezTo>
                <a:cubicBezTo>
                  <a:pt x="16891" y="5691"/>
                  <a:pt x="17939" y="9698"/>
                  <a:pt x="18030" y="15434"/>
                </a:cubicBezTo>
                <a:cubicBezTo>
                  <a:pt x="18030" y="18621"/>
                  <a:pt x="17620" y="21717"/>
                  <a:pt x="16800" y="24722"/>
                </a:cubicBezTo>
                <a:cubicBezTo>
                  <a:pt x="15981" y="27727"/>
                  <a:pt x="15025" y="30322"/>
                  <a:pt x="13932" y="32508"/>
                </a:cubicBezTo>
                <a:cubicBezTo>
                  <a:pt x="12839" y="34693"/>
                  <a:pt x="11655" y="36560"/>
                  <a:pt x="10381" y="38108"/>
                </a:cubicBezTo>
                <a:cubicBezTo>
                  <a:pt x="9106" y="39656"/>
                  <a:pt x="8013" y="40885"/>
                  <a:pt x="7103" y="41796"/>
                </a:cubicBezTo>
                <a:cubicBezTo>
                  <a:pt x="6192" y="42706"/>
                  <a:pt x="5600" y="43116"/>
                  <a:pt x="5327" y="43025"/>
                </a:cubicBezTo>
                <a:cubicBezTo>
                  <a:pt x="4963" y="43025"/>
                  <a:pt x="4371" y="42615"/>
                  <a:pt x="3551" y="41796"/>
                </a:cubicBezTo>
                <a:cubicBezTo>
                  <a:pt x="2732" y="40976"/>
                  <a:pt x="2322" y="40384"/>
                  <a:pt x="2322" y="40020"/>
                </a:cubicBezTo>
                <a:cubicBezTo>
                  <a:pt x="2322" y="39656"/>
                  <a:pt x="2823" y="38927"/>
                  <a:pt x="3824" y="37835"/>
                </a:cubicBezTo>
                <a:cubicBezTo>
                  <a:pt x="4826" y="36742"/>
                  <a:pt x="5964" y="35376"/>
                  <a:pt x="7239" y="33737"/>
                </a:cubicBezTo>
                <a:cubicBezTo>
                  <a:pt x="8514" y="32098"/>
                  <a:pt x="9698" y="29822"/>
                  <a:pt x="10790" y="26908"/>
                </a:cubicBezTo>
                <a:cubicBezTo>
                  <a:pt x="11883" y="23994"/>
                  <a:pt x="12612" y="20670"/>
                  <a:pt x="12976" y="16937"/>
                </a:cubicBezTo>
                <a:lnTo>
                  <a:pt x="12976" y="15298"/>
                </a:lnTo>
                <a:lnTo>
                  <a:pt x="12839" y="15434"/>
                </a:lnTo>
                <a:cubicBezTo>
                  <a:pt x="12657" y="15525"/>
                  <a:pt x="12429" y="15617"/>
                  <a:pt x="12156" y="15708"/>
                </a:cubicBezTo>
                <a:cubicBezTo>
                  <a:pt x="11883" y="15799"/>
                  <a:pt x="11610" y="15935"/>
                  <a:pt x="11337" y="16117"/>
                </a:cubicBezTo>
                <a:cubicBezTo>
                  <a:pt x="11064" y="16299"/>
                  <a:pt x="10654" y="16391"/>
                  <a:pt x="10107" y="16391"/>
                </a:cubicBezTo>
                <a:cubicBezTo>
                  <a:pt x="9561" y="16391"/>
                  <a:pt x="9015" y="16436"/>
                  <a:pt x="8468" y="16527"/>
                </a:cubicBezTo>
                <a:cubicBezTo>
                  <a:pt x="6010" y="16527"/>
                  <a:pt x="4007" y="15753"/>
                  <a:pt x="2459" y="14205"/>
                </a:cubicBezTo>
                <a:lnTo>
                  <a:pt x="0" y="11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716EF-5139-425C-B1DF-B7FD7223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223" y="2072027"/>
            <a:ext cx="73985" cy="60372"/>
          </a:xfrm>
          <a:custGeom xmlns:a="http://schemas.openxmlformats.org/drawingml/2006/main">
            <a:pathLst>
              <a:path w="73985" h="60372">
                <a:moveTo>
                  <a:pt x="20898" y="60372"/>
                </a:moveTo>
                <a:cubicBezTo>
                  <a:pt x="14706" y="60372"/>
                  <a:pt x="9698" y="58323"/>
                  <a:pt x="5873" y="54225"/>
                </a:cubicBezTo>
                <a:cubicBezTo>
                  <a:pt x="2049" y="50128"/>
                  <a:pt x="91" y="44983"/>
                  <a:pt x="0" y="38791"/>
                </a:cubicBezTo>
                <a:cubicBezTo>
                  <a:pt x="0" y="29685"/>
                  <a:pt x="3324" y="21217"/>
                  <a:pt x="9971" y="13386"/>
                </a:cubicBezTo>
                <a:cubicBezTo>
                  <a:pt x="16618" y="5555"/>
                  <a:pt x="24358" y="1138"/>
                  <a:pt x="33191" y="137"/>
                </a:cubicBezTo>
                <a:cubicBezTo>
                  <a:pt x="33282" y="46"/>
                  <a:pt x="39656" y="0"/>
                  <a:pt x="52313" y="0"/>
                </a:cubicBezTo>
                <a:lnTo>
                  <a:pt x="71162" y="0"/>
                </a:lnTo>
                <a:cubicBezTo>
                  <a:pt x="71253" y="91"/>
                  <a:pt x="71390" y="182"/>
                  <a:pt x="71572" y="273"/>
                </a:cubicBezTo>
                <a:cubicBezTo>
                  <a:pt x="71754" y="364"/>
                  <a:pt x="71936" y="455"/>
                  <a:pt x="72118" y="546"/>
                </a:cubicBezTo>
                <a:cubicBezTo>
                  <a:pt x="72300" y="637"/>
                  <a:pt x="72437" y="728"/>
                  <a:pt x="72528" y="820"/>
                </a:cubicBezTo>
                <a:cubicBezTo>
                  <a:pt x="72619" y="911"/>
                  <a:pt x="72756" y="1047"/>
                  <a:pt x="72938" y="1229"/>
                </a:cubicBezTo>
                <a:cubicBezTo>
                  <a:pt x="73120" y="1411"/>
                  <a:pt x="73211" y="1502"/>
                  <a:pt x="73211" y="1502"/>
                </a:cubicBezTo>
                <a:cubicBezTo>
                  <a:pt x="73211" y="1502"/>
                  <a:pt x="73302" y="1685"/>
                  <a:pt x="73484" y="2049"/>
                </a:cubicBezTo>
                <a:cubicBezTo>
                  <a:pt x="73666" y="2413"/>
                  <a:pt x="73712" y="2595"/>
                  <a:pt x="73621" y="2595"/>
                </a:cubicBezTo>
                <a:cubicBezTo>
                  <a:pt x="73530" y="2595"/>
                  <a:pt x="73575" y="2823"/>
                  <a:pt x="73757" y="3278"/>
                </a:cubicBezTo>
                <a:cubicBezTo>
                  <a:pt x="73939" y="3733"/>
                  <a:pt x="73985" y="4007"/>
                  <a:pt x="73894" y="4098"/>
                </a:cubicBezTo>
                <a:cubicBezTo>
                  <a:pt x="73894" y="8104"/>
                  <a:pt x="70934" y="10107"/>
                  <a:pt x="65016" y="10107"/>
                </a:cubicBezTo>
                <a:cubicBezTo>
                  <a:pt x="64378" y="10107"/>
                  <a:pt x="63604" y="10107"/>
                  <a:pt x="62694" y="10107"/>
                </a:cubicBezTo>
                <a:cubicBezTo>
                  <a:pt x="61783" y="10107"/>
                  <a:pt x="61146" y="10062"/>
                  <a:pt x="60781" y="9971"/>
                </a:cubicBezTo>
                <a:lnTo>
                  <a:pt x="52586" y="9971"/>
                </a:lnTo>
                <a:lnTo>
                  <a:pt x="53269" y="11337"/>
                </a:lnTo>
                <a:cubicBezTo>
                  <a:pt x="54908" y="14797"/>
                  <a:pt x="55728" y="18667"/>
                  <a:pt x="55728" y="22947"/>
                </a:cubicBezTo>
                <a:cubicBezTo>
                  <a:pt x="55728" y="32963"/>
                  <a:pt x="52085" y="41705"/>
                  <a:pt x="44801" y="49172"/>
                </a:cubicBezTo>
                <a:cubicBezTo>
                  <a:pt x="37516" y="56638"/>
                  <a:pt x="29548" y="60372"/>
                  <a:pt x="20898" y="60372"/>
                </a:cubicBezTo>
                <a:close/>
                <a:moveTo>
                  <a:pt x="45074" y="20898"/>
                </a:moveTo>
                <a:cubicBezTo>
                  <a:pt x="45074" y="13613"/>
                  <a:pt x="41204" y="9971"/>
                  <a:pt x="33464" y="9971"/>
                </a:cubicBezTo>
                <a:cubicBezTo>
                  <a:pt x="22173" y="9971"/>
                  <a:pt x="14843" y="17893"/>
                  <a:pt x="11473" y="33737"/>
                </a:cubicBezTo>
                <a:cubicBezTo>
                  <a:pt x="11382" y="34101"/>
                  <a:pt x="11337" y="34375"/>
                  <a:pt x="11337" y="34557"/>
                </a:cubicBezTo>
                <a:cubicBezTo>
                  <a:pt x="10608" y="37926"/>
                  <a:pt x="10244" y="40703"/>
                  <a:pt x="10244" y="42888"/>
                </a:cubicBezTo>
                <a:cubicBezTo>
                  <a:pt x="10244" y="47441"/>
                  <a:pt x="11382" y="50628"/>
                  <a:pt x="13659" y="52450"/>
                </a:cubicBezTo>
                <a:cubicBezTo>
                  <a:pt x="15935" y="54271"/>
                  <a:pt x="18530" y="55227"/>
                  <a:pt x="21444" y="55318"/>
                </a:cubicBezTo>
                <a:cubicBezTo>
                  <a:pt x="26361" y="55318"/>
                  <a:pt x="30869" y="53178"/>
                  <a:pt x="34966" y="48898"/>
                </a:cubicBezTo>
                <a:cubicBezTo>
                  <a:pt x="37607" y="46167"/>
                  <a:pt x="39747" y="42524"/>
                  <a:pt x="41386" y="37971"/>
                </a:cubicBezTo>
                <a:cubicBezTo>
                  <a:pt x="43025" y="33418"/>
                  <a:pt x="44027" y="29776"/>
                  <a:pt x="44391" y="27044"/>
                </a:cubicBezTo>
                <a:cubicBezTo>
                  <a:pt x="44755" y="24313"/>
                  <a:pt x="44983" y="22264"/>
                  <a:pt x="45074" y="208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60ADC-4273-4554-9F4E-8F3F791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223" y="2072027"/>
            <a:ext cx="73985" cy="60372"/>
          </a:xfrm>
          <a:custGeom xmlns:a="http://schemas.openxmlformats.org/drawingml/2006/main">
            <a:pathLst>
              <a:path w="73985" h="60372" fill="none">
                <a:moveTo>
                  <a:pt x="20898" y="60372"/>
                </a:moveTo>
                <a:cubicBezTo>
                  <a:pt x="14706" y="60372"/>
                  <a:pt x="9698" y="58323"/>
                  <a:pt x="5873" y="54225"/>
                </a:cubicBezTo>
                <a:cubicBezTo>
                  <a:pt x="2049" y="50128"/>
                  <a:pt x="91" y="44983"/>
                  <a:pt x="0" y="38791"/>
                </a:cubicBezTo>
                <a:cubicBezTo>
                  <a:pt x="0" y="29685"/>
                  <a:pt x="3324" y="21217"/>
                  <a:pt x="9971" y="13386"/>
                </a:cubicBezTo>
                <a:cubicBezTo>
                  <a:pt x="16618" y="5555"/>
                  <a:pt x="24358" y="1138"/>
                  <a:pt x="33191" y="137"/>
                </a:cubicBezTo>
                <a:cubicBezTo>
                  <a:pt x="33282" y="46"/>
                  <a:pt x="39656" y="0"/>
                  <a:pt x="52313" y="0"/>
                </a:cubicBezTo>
                <a:lnTo>
                  <a:pt x="71162" y="0"/>
                </a:lnTo>
                <a:cubicBezTo>
                  <a:pt x="71253" y="91"/>
                  <a:pt x="71390" y="182"/>
                  <a:pt x="71572" y="273"/>
                </a:cubicBezTo>
                <a:cubicBezTo>
                  <a:pt x="71754" y="364"/>
                  <a:pt x="71936" y="455"/>
                  <a:pt x="72118" y="546"/>
                </a:cubicBezTo>
                <a:cubicBezTo>
                  <a:pt x="72300" y="637"/>
                  <a:pt x="72437" y="728"/>
                  <a:pt x="72528" y="820"/>
                </a:cubicBezTo>
                <a:cubicBezTo>
                  <a:pt x="72619" y="911"/>
                  <a:pt x="72756" y="1047"/>
                  <a:pt x="72938" y="1229"/>
                </a:cubicBezTo>
                <a:cubicBezTo>
                  <a:pt x="73120" y="1411"/>
                  <a:pt x="73211" y="1502"/>
                  <a:pt x="73211" y="1502"/>
                </a:cubicBezTo>
                <a:cubicBezTo>
                  <a:pt x="73211" y="1502"/>
                  <a:pt x="73302" y="1685"/>
                  <a:pt x="73484" y="2049"/>
                </a:cubicBezTo>
                <a:cubicBezTo>
                  <a:pt x="73666" y="2413"/>
                  <a:pt x="73712" y="2595"/>
                  <a:pt x="73621" y="2595"/>
                </a:cubicBezTo>
                <a:cubicBezTo>
                  <a:pt x="73530" y="2595"/>
                  <a:pt x="73575" y="2823"/>
                  <a:pt x="73757" y="3278"/>
                </a:cubicBezTo>
                <a:cubicBezTo>
                  <a:pt x="73939" y="3733"/>
                  <a:pt x="73985" y="4007"/>
                  <a:pt x="73894" y="4098"/>
                </a:cubicBezTo>
                <a:cubicBezTo>
                  <a:pt x="73894" y="8104"/>
                  <a:pt x="70934" y="10107"/>
                  <a:pt x="65016" y="10107"/>
                </a:cubicBezTo>
                <a:cubicBezTo>
                  <a:pt x="64378" y="10107"/>
                  <a:pt x="63604" y="10107"/>
                  <a:pt x="62694" y="10107"/>
                </a:cubicBezTo>
                <a:cubicBezTo>
                  <a:pt x="61783" y="10107"/>
                  <a:pt x="61146" y="10062"/>
                  <a:pt x="60781" y="9971"/>
                </a:cubicBezTo>
                <a:lnTo>
                  <a:pt x="52586" y="9971"/>
                </a:lnTo>
                <a:lnTo>
                  <a:pt x="53269" y="11337"/>
                </a:lnTo>
                <a:cubicBezTo>
                  <a:pt x="54908" y="14797"/>
                  <a:pt x="55728" y="18667"/>
                  <a:pt x="55728" y="22947"/>
                </a:cubicBezTo>
                <a:cubicBezTo>
                  <a:pt x="55728" y="32963"/>
                  <a:pt x="52085" y="41705"/>
                  <a:pt x="44801" y="49172"/>
                </a:cubicBezTo>
                <a:cubicBezTo>
                  <a:pt x="37516" y="56638"/>
                  <a:pt x="29548" y="60372"/>
                  <a:pt x="20898" y="60372"/>
                </a:cubicBezTo>
                <a:close/>
                <a:moveTo>
                  <a:pt x="45074" y="20898"/>
                </a:moveTo>
                <a:cubicBezTo>
                  <a:pt x="45074" y="13613"/>
                  <a:pt x="41204" y="9971"/>
                  <a:pt x="33464" y="9971"/>
                </a:cubicBezTo>
                <a:cubicBezTo>
                  <a:pt x="22173" y="9971"/>
                  <a:pt x="14843" y="17893"/>
                  <a:pt x="11473" y="33737"/>
                </a:cubicBezTo>
                <a:cubicBezTo>
                  <a:pt x="11382" y="34101"/>
                  <a:pt x="11337" y="34375"/>
                  <a:pt x="11337" y="34557"/>
                </a:cubicBezTo>
                <a:cubicBezTo>
                  <a:pt x="10608" y="37926"/>
                  <a:pt x="10244" y="40703"/>
                  <a:pt x="10244" y="42888"/>
                </a:cubicBezTo>
                <a:cubicBezTo>
                  <a:pt x="10244" y="47441"/>
                  <a:pt x="11382" y="50628"/>
                  <a:pt x="13659" y="52450"/>
                </a:cubicBezTo>
                <a:cubicBezTo>
                  <a:pt x="15935" y="54271"/>
                  <a:pt x="18530" y="55227"/>
                  <a:pt x="21444" y="55318"/>
                </a:cubicBezTo>
                <a:cubicBezTo>
                  <a:pt x="26361" y="55318"/>
                  <a:pt x="30869" y="53178"/>
                  <a:pt x="34966" y="48898"/>
                </a:cubicBezTo>
                <a:cubicBezTo>
                  <a:pt x="37607" y="46167"/>
                  <a:pt x="39747" y="42524"/>
                  <a:pt x="41386" y="37971"/>
                </a:cubicBezTo>
                <a:cubicBezTo>
                  <a:pt x="43025" y="33418"/>
                  <a:pt x="44027" y="29776"/>
                  <a:pt x="44391" y="27044"/>
                </a:cubicBezTo>
                <a:cubicBezTo>
                  <a:pt x="44755" y="24313"/>
                  <a:pt x="44983" y="22264"/>
                  <a:pt x="45074" y="208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BEBEF-0A82-497A-A8B7-DA7FC1FE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316" y="2010172"/>
            <a:ext cx="38530" cy="64314"/>
          </a:xfrm>
          <a:custGeom xmlns:a="http://schemas.openxmlformats.org/drawingml/2006/main">
            <a:pathLst>
              <a:path w="38530" h="64314">
                <a:moveTo>
                  <a:pt x="5697" y="22886"/>
                </a:moveTo>
                <a:cubicBezTo>
                  <a:pt x="3959" y="22886"/>
                  <a:pt x="2575" y="22307"/>
                  <a:pt x="1545" y="21148"/>
                </a:cubicBezTo>
                <a:cubicBezTo>
                  <a:pt x="515" y="19989"/>
                  <a:pt x="0" y="18573"/>
                  <a:pt x="0" y="16899"/>
                </a:cubicBezTo>
                <a:cubicBezTo>
                  <a:pt x="0" y="12328"/>
                  <a:pt x="1706" y="8369"/>
                  <a:pt x="5118" y="5022"/>
                </a:cubicBezTo>
                <a:cubicBezTo>
                  <a:pt x="8530" y="1674"/>
                  <a:pt x="12779" y="0"/>
                  <a:pt x="17865" y="0"/>
                </a:cubicBezTo>
                <a:cubicBezTo>
                  <a:pt x="23723" y="0"/>
                  <a:pt x="28616" y="1803"/>
                  <a:pt x="32543" y="5408"/>
                </a:cubicBezTo>
                <a:cubicBezTo>
                  <a:pt x="36470" y="9013"/>
                  <a:pt x="38466" y="13680"/>
                  <a:pt x="38530" y="19410"/>
                </a:cubicBezTo>
                <a:cubicBezTo>
                  <a:pt x="38530" y="22178"/>
                  <a:pt x="37887" y="24818"/>
                  <a:pt x="36599" y="27329"/>
                </a:cubicBezTo>
                <a:cubicBezTo>
                  <a:pt x="35311" y="29839"/>
                  <a:pt x="33766" y="32028"/>
                  <a:pt x="31964" y="33895"/>
                </a:cubicBezTo>
                <a:cubicBezTo>
                  <a:pt x="30161" y="35762"/>
                  <a:pt x="27586" y="38144"/>
                  <a:pt x="24238" y="41041"/>
                </a:cubicBezTo>
                <a:cubicBezTo>
                  <a:pt x="21921" y="43037"/>
                  <a:pt x="18702" y="45998"/>
                  <a:pt x="14582" y="49925"/>
                </a:cubicBezTo>
                <a:lnTo>
                  <a:pt x="8884" y="55333"/>
                </a:lnTo>
                <a:lnTo>
                  <a:pt x="16223" y="55430"/>
                </a:lnTo>
                <a:cubicBezTo>
                  <a:pt x="26331" y="55430"/>
                  <a:pt x="31706" y="55269"/>
                  <a:pt x="32350" y="54947"/>
                </a:cubicBezTo>
                <a:cubicBezTo>
                  <a:pt x="32801" y="54818"/>
                  <a:pt x="33573" y="51953"/>
                  <a:pt x="34668" y="46352"/>
                </a:cubicBezTo>
                <a:lnTo>
                  <a:pt x="34668" y="46063"/>
                </a:lnTo>
                <a:lnTo>
                  <a:pt x="38530" y="46063"/>
                </a:lnTo>
                <a:lnTo>
                  <a:pt x="38530" y="46352"/>
                </a:lnTo>
                <a:cubicBezTo>
                  <a:pt x="38466" y="46545"/>
                  <a:pt x="38048" y="49475"/>
                  <a:pt x="37275" y="55140"/>
                </a:cubicBezTo>
                <a:cubicBezTo>
                  <a:pt x="36502" y="60805"/>
                  <a:pt x="36020" y="63767"/>
                  <a:pt x="35827" y="64024"/>
                </a:cubicBezTo>
                <a:lnTo>
                  <a:pt x="35827" y="64314"/>
                </a:lnTo>
                <a:lnTo>
                  <a:pt x="0" y="64314"/>
                </a:lnTo>
                <a:lnTo>
                  <a:pt x="0" y="62479"/>
                </a:lnTo>
                <a:lnTo>
                  <a:pt x="0" y="61320"/>
                </a:lnTo>
                <a:cubicBezTo>
                  <a:pt x="0" y="60870"/>
                  <a:pt x="193" y="60387"/>
                  <a:pt x="579" y="59872"/>
                </a:cubicBezTo>
                <a:cubicBezTo>
                  <a:pt x="966" y="59357"/>
                  <a:pt x="1931" y="58230"/>
                  <a:pt x="3476" y="56492"/>
                </a:cubicBezTo>
                <a:cubicBezTo>
                  <a:pt x="5343" y="54432"/>
                  <a:pt x="6953" y="52629"/>
                  <a:pt x="8305" y="51084"/>
                </a:cubicBezTo>
                <a:cubicBezTo>
                  <a:pt x="8884" y="50440"/>
                  <a:pt x="9979" y="49249"/>
                  <a:pt x="11588" y="47511"/>
                </a:cubicBezTo>
                <a:cubicBezTo>
                  <a:pt x="13198" y="45773"/>
                  <a:pt x="14292" y="44582"/>
                  <a:pt x="14871" y="43938"/>
                </a:cubicBezTo>
                <a:cubicBezTo>
                  <a:pt x="15451" y="43294"/>
                  <a:pt x="16384" y="42232"/>
                  <a:pt x="17672" y="40751"/>
                </a:cubicBezTo>
                <a:cubicBezTo>
                  <a:pt x="18959" y="39271"/>
                  <a:pt x="19861" y="38176"/>
                  <a:pt x="20376" y="37468"/>
                </a:cubicBezTo>
                <a:cubicBezTo>
                  <a:pt x="20891" y="36760"/>
                  <a:pt x="21631" y="35794"/>
                  <a:pt x="22597" y="34571"/>
                </a:cubicBezTo>
                <a:cubicBezTo>
                  <a:pt x="23562" y="33348"/>
                  <a:pt x="24238" y="32318"/>
                  <a:pt x="24625" y="31481"/>
                </a:cubicBezTo>
                <a:cubicBezTo>
                  <a:pt x="25011" y="30644"/>
                  <a:pt x="25494" y="29711"/>
                  <a:pt x="26073" y="28681"/>
                </a:cubicBezTo>
                <a:cubicBezTo>
                  <a:pt x="26653" y="27650"/>
                  <a:pt x="27071" y="26620"/>
                  <a:pt x="27329" y="25590"/>
                </a:cubicBezTo>
                <a:cubicBezTo>
                  <a:pt x="27586" y="24560"/>
                  <a:pt x="27811" y="23595"/>
                  <a:pt x="28005" y="22693"/>
                </a:cubicBezTo>
                <a:cubicBezTo>
                  <a:pt x="28198" y="21792"/>
                  <a:pt x="28294" y="20730"/>
                  <a:pt x="28294" y="19507"/>
                </a:cubicBezTo>
                <a:cubicBezTo>
                  <a:pt x="28294" y="15451"/>
                  <a:pt x="27200" y="11942"/>
                  <a:pt x="25011" y="8981"/>
                </a:cubicBezTo>
                <a:cubicBezTo>
                  <a:pt x="22822" y="6019"/>
                  <a:pt x="19700" y="4539"/>
                  <a:pt x="15644" y="4539"/>
                </a:cubicBezTo>
                <a:cubicBezTo>
                  <a:pt x="13519" y="4539"/>
                  <a:pt x="11652" y="5086"/>
                  <a:pt x="10043" y="6180"/>
                </a:cubicBezTo>
                <a:cubicBezTo>
                  <a:pt x="8434" y="7275"/>
                  <a:pt x="7307" y="8337"/>
                  <a:pt x="6663" y="9367"/>
                </a:cubicBezTo>
                <a:cubicBezTo>
                  <a:pt x="6019" y="10397"/>
                  <a:pt x="5697" y="11009"/>
                  <a:pt x="5697" y="11202"/>
                </a:cubicBezTo>
                <a:cubicBezTo>
                  <a:pt x="5697" y="11266"/>
                  <a:pt x="5858" y="11298"/>
                  <a:pt x="6180" y="11298"/>
                </a:cubicBezTo>
                <a:cubicBezTo>
                  <a:pt x="7339" y="11298"/>
                  <a:pt x="8530" y="11749"/>
                  <a:pt x="9753" y="12650"/>
                </a:cubicBezTo>
                <a:cubicBezTo>
                  <a:pt x="10976" y="13552"/>
                  <a:pt x="11588" y="15032"/>
                  <a:pt x="11588" y="17092"/>
                </a:cubicBezTo>
                <a:cubicBezTo>
                  <a:pt x="11588" y="18702"/>
                  <a:pt x="11073" y="20054"/>
                  <a:pt x="10043" y="21148"/>
                </a:cubicBezTo>
                <a:cubicBezTo>
                  <a:pt x="9013" y="22243"/>
                  <a:pt x="7564" y="22822"/>
                  <a:pt x="5697" y="2288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FC7E8-853F-4302-A043-7C71A9DC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316" y="2010172"/>
            <a:ext cx="38530" cy="64314"/>
          </a:xfrm>
          <a:custGeom xmlns:a="http://schemas.openxmlformats.org/drawingml/2006/main">
            <a:pathLst>
              <a:path w="38530" h="64314" fill="none">
                <a:moveTo>
                  <a:pt x="5697" y="22886"/>
                </a:moveTo>
                <a:cubicBezTo>
                  <a:pt x="3959" y="22886"/>
                  <a:pt x="2575" y="22307"/>
                  <a:pt x="1545" y="21148"/>
                </a:cubicBezTo>
                <a:cubicBezTo>
                  <a:pt x="515" y="19989"/>
                  <a:pt x="0" y="18573"/>
                  <a:pt x="0" y="16899"/>
                </a:cubicBezTo>
                <a:cubicBezTo>
                  <a:pt x="0" y="12328"/>
                  <a:pt x="1706" y="8369"/>
                  <a:pt x="5118" y="5022"/>
                </a:cubicBezTo>
                <a:cubicBezTo>
                  <a:pt x="8530" y="1674"/>
                  <a:pt x="12779" y="0"/>
                  <a:pt x="17865" y="0"/>
                </a:cubicBezTo>
                <a:cubicBezTo>
                  <a:pt x="23723" y="0"/>
                  <a:pt x="28616" y="1803"/>
                  <a:pt x="32543" y="5408"/>
                </a:cubicBezTo>
                <a:cubicBezTo>
                  <a:pt x="36470" y="9013"/>
                  <a:pt x="38466" y="13680"/>
                  <a:pt x="38530" y="19410"/>
                </a:cubicBezTo>
                <a:cubicBezTo>
                  <a:pt x="38530" y="22178"/>
                  <a:pt x="37887" y="24818"/>
                  <a:pt x="36599" y="27329"/>
                </a:cubicBezTo>
                <a:cubicBezTo>
                  <a:pt x="35311" y="29839"/>
                  <a:pt x="33766" y="32028"/>
                  <a:pt x="31964" y="33895"/>
                </a:cubicBezTo>
                <a:cubicBezTo>
                  <a:pt x="30161" y="35762"/>
                  <a:pt x="27586" y="38144"/>
                  <a:pt x="24238" y="41041"/>
                </a:cubicBezTo>
                <a:cubicBezTo>
                  <a:pt x="21921" y="43037"/>
                  <a:pt x="18702" y="45998"/>
                  <a:pt x="14582" y="49925"/>
                </a:cubicBezTo>
                <a:lnTo>
                  <a:pt x="8884" y="55333"/>
                </a:lnTo>
                <a:lnTo>
                  <a:pt x="16223" y="55430"/>
                </a:lnTo>
                <a:cubicBezTo>
                  <a:pt x="26331" y="55430"/>
                  <a:pt x="31706" y="55269"/>
                  <a:pt x="32350" y="54947"/>
                </a:cubicBezTo>
                <a:cubicBezTo>
                  <a:pt x="32801" y="54818"/>
                  <a:pt x="33573" y="51953"/>
                  <a:pt x="34668" y="46352"/>
                </a:cubicBezTo>
                <a:lnTo>
                  <a:pt x="34668" y="46063"/>
                </a:lnTo>
                <a:lnTo>
                  <a:pt x="38530" y="46063"/>
                </a:lnTo>
                <a:lnTo>
                  <a:pt x="38530" y="46352"/>
                </a:lnTo>
                <a:cubicBezTo>
                  <a:pt x="38466" y="46545"/>
                  <a:pt x="38048" y="49475"/>
                  <a:pt x="37275" y="55140"/>
                </a:cubicBezTo>
                <a:cubicBezTo>
                  <a:pt x="36502" y="60805"/>
                  <a:pt x="36020" y="63767"/>
                  <a:pt x="35827" y="64024"/>
                </a:cubicBezTo>
                <a:lnTo>
                  <a:pt x="35827" y="64314"/>
                </a:lnTo>
                <a:lnTo>
                  <a:pt x="0" y="64314"/>
                </a:lnTo>
                <a:lnTo>
                  <a:pt x="0" y="62479"/>
                </a:lnTo>
                <a:lnTo>
                  <a:pt x="0" y="61320"/>
                </a:lnTo>
                <a:cubicBezTo>
                  <a:pt x="0" y="60870"/>
                  <a:pt x="193" y="60387"/>
                  <a:pt x="579" y="59872"/>
                </a:cubicBezTo>
                <a:cubicBezTo>
                  <a:pt x="966" y="59357"/>
                  <a:pt x="1931" y="58230"/>
                  <a:pt x="3476" y="56492"/>
                </a:cubicBezTo>
                <a:cubicBezTo>
                  <a:pt x="5343" y="54432"/>
                  <a:pt x="6953" y="52629"/>
                  <a:pt x="8305" y="51084"/>
                </a:cubicBezTo>
                <a:cubicBezTo>
                  <a:pt x="8884" y="50440"/>
                  <a:pt x="9979" y="49249"/>
                  <a:pt x="11588" y="47511"/>
                </a:cubicBezTo>
                <a:cubicBezTo>
                  <a:pt x="13198" y="45773"/>
                  <a:pt x="14292" y="44582"/>
                  <a:pt x="14871" y="43938"/>
                </a:cubicBezTo>
                <a:cubicBezTo>
                  <a:pt x="15451" y="43294"/>
                  <a:pt x="16384" y="42232"/>
                  <a:pt x="17672" y="40751"/>
                </a:cubicBezTo>
                <a:cubicBezTo>
                  <a:pt x="18959" y="39271"/>
                  <a:pt x="19861" y="38176"/>
                  <a:pt x="20376" y="37468"/>
                </a:cubicBezTo>
                <a:cubicBezTo>
                  <a:pt x="20891" y="36760"/>
                  <a:pt x="21631" y="35794"/>
                  <a:pt x="22597" y="34571"/>
                </a:cubicBezTo>
                <a:cubicBezTo>
                  <a:pt x="23562" y="33348"/>
                  <a:pt x="24238" y="32318"/>
                  <a:pt x="24625" y="31481"/>
                </a:cubicBezTo>
                <a:cubicBezTo>
                  <a:pt x="25011" y="30644"/>
                  <a:pt x="25494" y="29711"/>
                  <a:pt x="26073" y="28681"/>
                </a:cubicBezTo>
                <a:cubicBezTo>
                  <a:pt x="26653" y="27650"/>
                  <a:pt x="27071" y="26620"/>
                  <a:pt x="27329" y="25590"/>
                </a:cubicBezTo>
                <a:cubicBezTo>
                  <a:pt x="27586" y="24560"/>
                  <a:pt x="27811" y="23595"/>
                  <a:pt x="28005" y="22693"/>
                </a:cubicBezTo>
                <a:cubicBezTo>
                  <a:pt x="28198" y="21792"/>
                  <a:pt x="28294" y="20730"/>
                  <a:pt x="28294" y="19507"/>
                </a:cubicBezTo>
                <a:cubicBezTo>
                  <a:pt x="28294" y="15451"/>
                  <a:pt x="27200" y="11942"/>
                  <a:pt x="25011" y="8981"/>
                </a:cubicBezTo>
                <a:cubicBezTo>
                  <a:pt x="22822" y="6019"/>
                  <a:pt x="19700" y="4539"/>
                  <a:pt x="15644" y="4539"/>
                </a:cubicBezTo>
                <a:cubicBezTo>
                  <a:pt x="13519" y="4539"/>
                  <a:pt x="11652" y="5086"/>
                  <a:pt x="10043" y="6180"/>
                </a:cubicBezTo>
                <a:cubicBezTo>
                  <a:pt x="8434" y="7275"/>
                  <a:pt x="7307" y="8337"/>
                  <a:pt x="6663" y="9367"/>
                </a:cubicBezTo>
                <a:cubicBezTo>
                  <a:pt x="6019" y="10397"/>
                  <a:pt x="5697" y="11009"/>
                  <a:pt x="5697" y="11202"/>
                </a:cubicBezTo>
                <a:cubicBezTo>
                  <a:pt x="5697" y="11266"/>
                  <a:pt x="5858" y="11298"/>
                  <a:pt x="6180" y="11298"/>
                </a:cubicBezTo>
                <a:cubicBezTo>
                  <a:pt x="7339" y="11298"/>
                  <a:pt x="8530" y="11749"/>
                  <a:pt x="9753" y="12650"/>
                </a:cubicBezTo>
                <a:cubicBezTo>
                  <a:pt x="10976" y="13552"/>
                  <a:pt x="11588" y="15032"/>
                  <a:pt x="11588" y="17092"/>
                </a:cubicBezTo>
                <a:cubicBezTo>
                  <a:pt x="11588" y="18702"/>
                  <a:pt x="11073" y="20054"/>
                  <a:pt x="10043" y="21148"/>
                </a:cubicBezTo>
                <a:cubicBezTo>
                  <a:pt x="9013" y="22243"/>
                  <a:pt x="7564" y="22822"/>
                  <a:pt x="5697" y="228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FFFFFF">
                <a:alpha val="1850"/>
              </a:srgbClr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67FCB-B7FB-4BB2-8A6C-38073B0F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381" y="2014865"/>
            <a:ext cx="36879" cy="163769"/>
          </a:xfrm>
          <a:custGeom xmlns:a="http://schemas.openxmlformats.org/drawingml/2006/main">
            <a:pathLst>
              <a:path w="36879" h="163769">
                <a:moveTo>
                  <a:pt x="36879" y="81816"/>
                </a:moveTo>
                <a:cubicBezTo>
                  <a:pt x="36879" y="117875"/>
                  <a:pt x="26134" y="145193"/>
                  <a:pt x="4644" y="163769"/>
                </a:cubicBezTo>
                <a:lnTo>
                  <a:pt x="2868" y="163769"/>
                </a:lnTo>
                <a:cubicBezTo>
                  <a:pt x="1685" y="163769"/>
                  <a:pt x="911" y="163677"/>
                  <a:pt x="546" y="163495"/>
                </a:cubicBezTo>
                <a:cubicBezTo>
                  <a:pt x="182" y="163313"/>
                  <a:pt x="0" y="162903"/>
                  <a:pt x="0" y="162266"/>
                </a:cubicBezTo>
                <a:cubicBezTo>
                  <a:pt x="182" y="161811"/>
                  <a:pt x="1320" y="160399"/>
                  <a:pt x="3415" y="158032"/>
                </a:cubicBezTo>
                <a:cubicBezTo>
                  <a:pt x="5509" y="155664"/>
                  <a:pt x="7694" y="152568"/>
                  <a:pt x="9971" y="148744"/>
                </a:cubicBezTo>
                <a:cubicBezTo>
                  <a:pt x="12247" y="144919"/>
                  <a:pt x="14615" y="140230"/>
                  <a:pt x="17073" y="134675"/>
                </a:cubicBezTo>
                <a:cubicBezTo>
                  <a:pt x="19532" y="129121"/>
                  <a:pt x="21535" y="121700"/>
                  <a:pt x="23083" y="112412"/>
                </a:cubicBezTo>
                <a:cubicBezTo>
                  <a:pt x="24631" y="103124"/>
                  <a:pt x="25405" y="92971"/>
                  <a:pt x="25405" y="81953"/>
                </a:cubicBezTo>
                <a:cubicBezTo>
                  <a:pt x="25405" y="70934"/>
                  <a:pt x="24631" y="60781"/>
                  <a:pt x="23083" y="51494"/>
                </a:cubicBezTo>
                <a:cubicBezTo>
                  <a:pt x="21535" y="42206"/>
                  <a:pt x="19532" y="34784"/>
                  <a:pt x="17073" y="29230"/>
                </a:cubicBezTo>
                <a:cubicBezTo>
                  <a:pt x="14615" y="23675"/>
                  <a:pt x="12247" y="18940"/>
                  <a:pt x="9971" y="15025"/>
                </a:cubicBezTo>
                <a:cubicBezTo>
                  <a:pt x="7694" y="11109"/>
                  <a:pt x="5509" y="8059"/>
                  <a:pt x="3415" y="5873"/>
                </a:cubicBezTo>
                <a:cubicBezTo>
                  <a:pt x="1320" y="3688"/>
                  <a:pt x="182" y="2231"/>
                  <a:pt x="0" y="1502"/>
                </a:cubicBezTo>
                <a:cubicBezTo>
                  <a:pt x="0" y="501"/>
                  <a:pt x="683" y="0"/>
                  <a:pt x="2049" y="0"/>
                </a:cubicBezTo>
                <a:lnTo>
                  <a:pt x="2868" y="0"/>
                </a:lnTo>
                <a:lnTo>
                  <a:pt x="4644" y="0"/>
                </a:lnTo>
                <a:cubicBezTo>
                  <a:pt x="16299" y="9743"/>
                  <a:pt x="24813" y="22674"/>
                  <a:pt x="30186" y="38791"/>
                </a:cubicBezTo>
                <a:cubicBezTo>
                  <a:pt x="34648" y="51630"/>
                  <a:pt x="36879" y="65972"/>
                  <a:pt x="36879" y="818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C80B0-28C7-49C4-83AF-BBDDDE91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381" y="2014865"/>
            <a:ext cx="36879" cy="163769"/>
          </a:xfrm>
          <a:custGeom xmlns:a="http://schemas.openxmlformats.org/drawingml/2006/main">
            <a:pathLst>
              <a:path w="36879" h="163769" fill="none">
                <a:moveTo>
                  <a:pt x="36879" y="81816"/>
                </a:moveTo>
                <a:cubicBezTo>
                  <a:pt x="36879" y="117875"/>
                  <a:pt x="26134" y="145193"/>
                  <a:pt x="4644" y="163769"/>
                </a:cubicBezTo>
                <a:lnTo>
                  <a:pt x="2868" y="163769"/>
                </a:lnTo>
                <a:cubicBezTo>
                  <a:pt x="1685" y="163769"/>
                  <a:pt x="911" y="163677"/>
                  <a:pt x="546" y="163495"/>
                </a:cubicBezTo>
                <a:cubicBezTo>
                  <a:pt x="182" y="163313"/>
                  <a:pt x="0" y="162903"/>
                  <a:pt x="0" y="162266"/>
                </a:cubicBezTo>
                <a:cubicBezTo>
                  <a:pt x="182" y="161811"/>
                  <a:pt x="1320" y="160399"/>
                  <a:pt x="3415" y="158032"/>
                </a:cubicBezTo>
                <a:cubicBezTo>
                  <a:pt x="5509" y="155664"/>
                  <a:pt x="7694" y="152568"/>
                  <a:pt x="9971" y="148744"/>
                </a:cubicBezTo>
                <a:cubicBezTo>
                  <a:pt x="12247" y="144919"/>
                  <a:pt x="14615" y="140230"/>
                  <a:pt x="17073" y="134675"/>
                </a:cubicBezTo>
                <a:cubicBezTo>
                  <a:pt x="19532" y="129121"/>
                  <a:pt x="21535" y="121700"/>
                  <a:pt x="23083" y="112412"/>
                </a:cubicBezTo>
                <a:cubicBezTo>
                  <a:pt x="24631" y="103124"/>
                  <a:pt x="25405" y="92971"/>
                  <a:pt x="25405" y="81953"/>
                </a:cubicBezTo>
                <a:cubicBezTo>
                  <a:pt x="25405" y="70934"/>
                  <a:pt x="24631" y="60781"/>
                  <a:pt x="23083" y="51494"/>
                </a:cubicBezTo>
                <a:cubicBezTo>
                  <a:pt x="21535" y="42206"/>
                  <a:pt x="19532" y="34784"/>
                  <a:pt x="17073" y="29230"/>
                </a:cubicBezTo>
                <a:cubicBezTo>
                  <a:pt x="14615" y="23675"/>
                  <a:pt x="12247" y="18940"/>
                  <a:pt x="9971" y="15025"/>
                </a:cubicBezTo>
                <a:cubicBezTo>
                  <a:pt x="7694" y="11109"/>
                  <a:pt x="5509" y="8059"/>
                  <a:pt x="3415" y="5873"/>
                </a:cubicBezTo>
                <a:cubicBezTo>
                  <a:pt x="1320" y="3688"/>
                  <a:pt x="182" y="2231"/>
                  <a:pt x="0" y="1502"/>
                </a:cubicBezTo>
                <a:cubicBezTo>
                  <a:pt x="0" y="501"/>
                  <a:pt x="683" y="0"/>
                  <a:pt x="2049" y="0"/>
                </a:cubicBezTo>
                <a:lnTo>
                  <a:pt x="2868" y="0"/>
                </a:lnTo>
                <a:lnTo>
                  <a:pt x="4644" y="0"/>
                </a:lnTo>
                <a:cubicBezTo>
                  <a:pt x="16299" y="9743"/>
                  <a:pt x="24813" y="22674"/>
                  <a:pt x="30186" y="38791"/>
                </a:cubicBezTo>
                <a:cubicBezTo>
                  <a:pt x="34648" y="51630"/>
                  <a:pt x="36879" y="65972"/>
                  <a:pt x="36879" y="818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4CD8F-D5B7-4D83-B10D-4B2F6B89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277" y="1256110"/>
            <a:ext cx="98449" cy="93260"/>
          </a:xfrm>
          <a:custGeom xmlns:a="http://schemas.openxmlformats.org/drawingml/2006/main">
            <a:pathLst>
              <a:path w="98449" h="93260">
                <a:moveTo>
                  <a:pt x="26763" y="6281"/>
                </a:moveTo>
                <a:cubicBezTo>
                  <a:pt x="24305" y="6281"/>
                  <a:pt x="22848" y="6236"/>
                  <a:pt x="22393" y="6145"/>
                </a:cubicBezTo>
                <a:cubicBezTo>
                  <a:pt x="21938" y="6053"/>
                  <a:pt x="21711" y="5553"/>
                  <a:pt x="21711" y="4643"/>
                </a:cubicBezTo>
                <a:cubicBezTo>
                  <a:pt x="21711" y="2185"/>
                  <a:pt x="22211" y="683"/>
                  <a:pt x="23213" y="137"/>
                </a:cubicBezTo>
                <a:cubicBezTo>
                  <a:pt x="23304" y="46"/>
                  <a:pt x="29221" y="0"/>
                  <a:pt x="40963" y="0"/>
                </a:cubicBezTo>
                <a:cubicBezTo>
                  <a:pt x="64540" y="0"/>
                  <a:pt x="76966" y="91"/>
                  <a:pt x="78240" y="273"/>
                </a:cubicBezTo>
                <a:cubicBezTo>
                  <a:pt x="83975" y="1183"/>
                  <a:pt x="88754" y="3232"/>
                  <a:pt x="92577" y="6418"/>
                </a:cubicBezTo>
                <a:cubicBezTo>
                  <a:pt x="96401" y="9604"/>
                  <a:pt x="98358" y="13791"/>
                  <a:pt x="98449" y="18980"/>
                </a:cubicBezTo>
                <a:cubicBezTo>
                  <a:pt x="98449" y="24806"/>
                  <a:pt x="95809" y="30040"/>
                  <a:pt x="90529" y="34682"/>
                </a:cubicBezTo>
                <a:cubicBezTo>
                  <a:pt x="85249" y="39325"/>
                  <a:pt x="79196" y="42465"/>
                  <a:pt x="72369" y="44104"/>
                </a:cubicBezTo>
                <a:lnTo>
                  <a:pt x="71003" y="44514"/>
                </a:lnTo>
                <a:cubicBezTo>
                  <a:pt x="76829" y="45333"/>
                  <a:pt x="81608" y="47427"/>
                  <a:pt x="85340" y="50795"/>
                </a:cubicBezTo>
                <a:cubicBezTo>
                  <a:pt x="89073" y="54163"/>
                  <a:pt x="90984" y="58350"/>
                  <a:pt x="91075" y="63357"/>
                </a:cubicBezTo>
                <a:cubicBezTo>
                  <a:pt x="91075" y="70002"/>
                  <a:pt x="87798" y="76419"/>
                  <a:pt x="81244" y="82610"/>
                </a:cubicBezTo>
                <a:cubicBezTo>
                  <a:pt x="74690" y="88800"/>
                  <a:pt x="66634" y="92304"/>
                  <a:pt x="57076" y="93123"/>
                </a:cubicBezTo>
                <a:cubicBezTo>
                  <a:pt x="56438" y="93214"/>
                  <a:pt x="46835" y="93260"/>
                  <a:pt x="28265" y="93260"/>
                </a:cubicBezTo>
                <a:cubicBezTo>
                  <a:pt x="10059" y="93260"/>
                  <a:pt x="819" y="93169"/>
                  <a:pt x="546" y="92987"/>
                </a:cubicBezTo>
                <a:cubicBezTo>
                  <a:pt x="182" y="92714"/>
                  <a:pt x="0" y="92350"/>
                  <a:pt x="0" y="91895"/>
                </a:cubicBezTo>
                <a:cubicBezTo>
                  <a:pt x="0" y="91257"/>
                  <a:pt x="91" y="90620"/>
                  <a:pt x="273" y="89983"/>
                </a:cubicBezTo>
                <a:cubicBezTo>
                  <a:pt x="728" y="88253"/>
                  <a:pt x="1183" y="87298"/>
                  <a:pt x="1639" y="87115"/>
                </a:cubicBezTo>
                <a:cubicBezTo>
                  <a:pt x="2003" y="87024"/>
                  <a:pt x="2685" y="86979"/>
                  <a:pt x="3687" y="86979"/>
                </a:cubicBezTo>
                <a:lnTo>
                  <a:pt x="4506" y="86979"/>
                </a:lnTo>
                <a:cubicBezTo>
                  <a:pt x="6964" y="86979"/>
                  <a:pt x="9695" y="86842"/>
                  <a:pt x="12699" y="86569"/>
                </a:cubicBezTo>
                <a:cubicBezTo>
                  <a:pt x="13973" y="86296"/>
                  <a:pt x="14838" y="85750"/>
                  <a:pt x="15293" y="84931"/>
                </a:cubicBezTo>
                <a:cubicBezTo>
                  <a:pt x="15566" y="84567"/>
                  <a:pt x="18843" y="71914"/>
                  <a:pt x="25124" y="46971"/>
                </a:cubicBezTo>
                <a:cubicBezTo>
                  <a:pt x="31405" y="22029"/>
                  <a:pt x="34546" y="8875"/>
                  <a:pt x="34546" y="7510"/>
                </a:cubicBezTo>
                <a:cubicBezTo>
                  <a:pt x="34546" y="6873"/>
                  <a:pt x="31951" y="6463"/>
                  <a:pt x="26763" y="6281"/>
                </a:cubicBezTo>
                <a:close/>
                <a:moveTo>
                  <a:pt x="83838" y="18980"/>
                </a:moveTo>
                <a:cubicBezTo>
                  <a:pt x="83838" y="16249"/>
                  <a:pt x="83156" y="13700"/>
                  <a:pt x="81790" y="11333"/>
                </a:cubicBezTo>
                <a:cubicBezTo>
                  <a:pt x="80425" y="8966"/>
                  <a:pt x="78195" y="7419"/>
                  <a:pt x="75100" y="6691"/>
                </a:cubicBezTo>
                <a:cubicBezTo>
                  <a:pt x="74462" y="6509"/>
                  <a:pt x="70275" y="6372"/>
                  <a:pt x="62537" y="6281"/>
                </a:cubicBezTo>
                <a:cubicBezTo>
                  <a:pt x="60717" y="6281"/>
                  <a:pt x="58805" y="6281"/>
                  <a:pt x="56803" y="6281"/>
                </a:cubicBezTo>
                <a:cubicBezTo>
                  <a:pt x="54800" y="6281"/>
                  <a:pt x="53207" y="6327"/>
                  <a:pt x="52024" y="6418"/>
                </a:cubicBezTo>
                <a:lnTo>
                  <a:pt x="50248" y="6418"/>
                </a:lnTo>
                <a:cubicBezTo>
                  <a:pt x="48883" y="6509"/>
                  <a:pt x="48018" y="6964"/>
                  <a:pt x="47654" y="7783"/>
                </a:cubicBezTo>
                <a:cubicBezTo>
                  <a:pt x="47472" y="8147"/>
                  <a:pt x="46016" y="13609"/>
                  <a:pt x="43285" y="24168"/>
                </a:cubicBezTo>
                <a:cubicBezTo>
                  <a:pt x="43285" y="24441"/>
                  <a:pt x="43239" y="24715"/>
                  <a:pt x="43148" y="24988"/>
                </a:cubicBezTo>
                <a:lnTo>
                  <a:pt x="38915" y="42192"/>
                </a:lnTo>
                <a:lnTo>
                  <a:pt x="49975" y="42192"/>
                </a:lnTo>
                <a:cubicBezTo>
                  <a:pt x="57349" y="42192"/>
                  <a:pt x="61582" y="42101"/>
                  <a:pt x="62674" y="41919"/>
                </a:cubicBezTo>
                <a:cubicBezTo>
                  <a:pt x="68136" y="41009"/>
                  <a:pt x="73006" y="38369"/>
                  <a:pt x="77284" y="34000"/>
                </a:cubicBezTo>
                <a:cubicBezTo>
                  <a:pt x="81563" y="29630"/>
                  <a:pt x="83747" y="24624"/>
                  <a:pt x="83838" y="18980"/>
                </a:cubicBezTo>
                <a:close/>
                <a:moveTo>
                  <a:pt x="76465" y="61991"/>
                </a:moveTo>
                <a:cubicBezTo>
                  <a:pt x="76465" y="57986"/>
                  <a:pt x="75418" y="54663"/>
                  <a:pt x="73324" y="52024"/>
                </a:cubicBezTo>
                <a:cubicBezTo>
                  <a:pt x="71231" y="49384"/>
                  <a:pt x="68500" y="47836"/>
                  <a:pt x="65132" y="47381"/>
                </a:cubicBezTo>
                <a:cubicBezTo>
                  <a:pt x="64586" y="47290"/>
                  <a:pt x="60808" y="47244"/>
                  <a:pt x="53799" y="47244"/>
                </a:cubicBezTo>
                <a:cubicBezTo>
                  <a:pt x="43057" y="47244"/>
                  <a:pt x="37641" y="47290"/>
                  <a:pt x="37550" y="47381"/>
                </a:cubicBezTo>
                <a:cubicBezTo>
                  <a:pt x="37550" y="47563"/>
                  <a:pt x="36776" y="50886"/>
                  <a:pt x="35229" y="57349"/>
                </a:cubicBezTo>
                <a:cubicBezTo>
                  <a:pt x="33681" y="63812"/>
                  <a:pt x="32088" y="70229"/>
                  <a:pt x="30449" y="76602"/>
                </a:cubicBezTo>
                <a:lnTo>
                  <a:pt x="27992" y="86160"/>
                </a:lnTo>
                <a:cubicBezTo>
                  <a:pt x="27992" y="86524"/>
                  <a:pt x="28538" y="86706"/>
                  <a:pt x="29630" y="86706"/>
                </a:cubicBezTo>
                <a:cubicBezTo>
                  <a:pt x="30723" y="86706"/>
                  <a:pt x="34409" y="86797"/>
                  <a:pt x="40690" y="86979"/>
                </a:cubicBezTo>
                <a:cubicBezTo>
                  <a:pt x="48792" y="86979"/>
                  <a:pt x="53161" y="86933"/>
                  <a:pt x="53799" y="86842"/>
                </a:cubicBezTo>
                <a:cubicBezTo>
                  <a:pt x="59442" y="86205"/>
                  <a:pt x="64631" y="83565"/>
                  <a:pt x="69365" y="78923"/>
                </a:cubicBezTo>
                <a:cubicBezTo>
                  <a:pt x="74098" y="74280"/>
                  <a:pt x="76465" y="68636"/>
                  <a:pt x="76465" y="6199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F7EFB-26CA-4E7A-8D44-906F70B9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277" y="1256110"/>
            <a:ext cx="98449" cy="93260"/>
          </a:xfrm>
          <a:custGeom xmlns:a="http://schemas.openxmlformats.org/drawingml/2006/main">
            <a:pathLst>
              <a:path w="98449" h="93260" fill="none">
                <a:moveTo>
                  <a:pt x="26763" y="6281"/>
                </a:moveTo>
                <a:cubicBezTo>
                  <a:pt x="24305" y="6281"/>
                  <a:pt x="22848" y="6236"/>
                  <a:pt x="22393" y="6145"/>
                </a:cubicBezTo>
                <a:cubicBezTo>
                  <a:pt x="21938" y="6053"/>
                  <a:pt x="21711" y="5553"/>
                  <a:pt x="21711" y="4643"/>
                </a:cubicBezTo>
                <a:cubicBezTo>
                  <a:pt x="21711" y="2185"/>
                  <a:pt x="22211" y="683"/>
                  <a:pt x="23213" y="137"/>
                </a:cubicBezTo>
                <a:cubicBezTo>
                  <a:pt x="23304" y="46"/>
                  <a:pt x="29221" y="0"/>
                  <a:pt x="40963" y="0"/>
                </a:cubicBezTo>
                <a:cubicBezTo>
                  <a:pt x="64540" y="0"/>
                  <a:pt x="76966" y="91"/>
                  <a:pt x="78240" y="273"/>
                </a:cubicBezTo>
                <a:cubicBezTo>
                  <a:pt x="83975" y="1183"/>
                  <a:pt x="88754" y="3232"/>
                  <a:pt x="92577" y="6418"/>
                </a:cubicBezTo>
                <a:cubicBezTo>
                  <a:pt x="96401" y="9604"/>
                  <a:pt x="98358" y="13791"/>
                  <a:pt x="98449" y="18980"/>
                </a:cubicBezTo>
                <a:cubicBezTo>
                  <a:pt x="98449" y="24806"/>
                  <a:pt x="95809" y="30040"/>
                  <a:pt x="90529" y="34682"/>
                </a:cubicBezTo>
                <a:cubicBezTo>
                  <a:pt x="85249" y="39325"/>
                  <a:pt x="79196" y="42465"/>
                  <a:pt x="72369" y="44104"/>
                </a:cubicBezTo>
                <a:lnTo>
                  <a:pt x="71003" y="44514"/>
                </a:lnTo>
                <a:cubicBezTo>
                  <a:pt x="76829" y="45333"/>
                  <a:pt x="81608" y="47427"/>
                  <a:pt x="85340" y="50795"/>
                </a:cubicBezTo>
                <a:cubicBezTo>
                  <a:pt x="89073" y="54163"/>
                  <a:pt x="90984" y="58350"/>
                  <a:pt x="91075" y="63357"/>
                </a:cubicBezTo>
                <a:cubicBezTo>
                  <a:pt x="91075" y="70002"/>
                  <a:pt x="87798" y="76419"/>
                  <a:pt x="81244" y="82610"/>
                </a:cubicBezTo>
                <a:cubicBezTo>
                  <a:pt x="74690" y="88800"/>
                  <a:pt x="66634" y="92304"/>
                  <a:pt x="57076" y="93123"/>
                </a:cubicBezTo>
                <a:cubicBezTo>
                  <a:pt x="56438" y="93214"/>
                  <a:pt x="46835" y="93260"/>
                  <a:pt x="28265" y="93260"/>
                </a:cubicBezTo>
                <a:cubicBezTo>
                  <a:pt x="10059" y="93260"/>
                  <a:pt x="819" y="93169"/>
                  <a:pt x="546" y="92987"/>
                </a:cubicBezTo>
                <a:cubicBezTo>
                  <a:pt x="182" y="92714"/>
                  <a:pt x="0" y="92350"/>
                  <a:pt x="0" y="91895"/>
                </a:cubicBezTo>
                <a:cubicBezTo>
                  <a:pt x="0" y="91257"/>
                  <a:pt x="91" y="90620"/>
                  <a:pt x="273" y="89983"/>
                </a:cubicBezTo>
                <a:cubicBezTo>
                  <a:pt x="728" y="88253"/>
                  <a:pt x="1183" y="87298"/>
                  <a:pt x="1639" y="87115"/>
                </a:cubicBezTo>
                <a:cubicBezTo>
                  <a:pt x="2003" y="87024"/>
                  <a:pt x="2685" y="86979"/>
                  <a:pt x="3687" y="86979"/>
                </a:cubicBezTo>
                <a:lnTo>
                  <a:pt x="4506" y="86979"/>
                </a:lnTo>
                <a:cubicBezTo>
                  <a:pt x="6964" y="86979"/>
                  <a:pt x="9695" y="86842"/>
                  <a:pt x="12699" y="86569"/>
                </a:cubicBezTo>
                <a:cubicBezTo>
                  <a:pt x="13973" y="86296"/>
                  <a:pt x="14838" y="85750"/>
                  <a:pt x="15293" y="84931"/>
                </a:cubicBezTo>
                <a:cubicBezTo>
                  <a:pt x="15566" y="84567"/>
                  <a:pt x="18843" y="71914"/>
                  <a:pt x="25124" y="46971"/>
                </a:cubicBezTo>
                <a:cubicBezTo>
                  <a:pt x="31405" y="22029"/>
                  <a:pt x="34546" y="8875"/>
                  <a:pt x="34546" y="7510"/>
                </a:cubicBezTo>
                <a:cubicBezTo>
                  <a:pt x="34546" y="6873"/>
                  <a:pt x="31951" y="6463"/>
                  <a:pt x="26763" y="6281"/>
                </a:cubicBezTo>
                <a:close/>
                <a:moveTo>
                  <a:pt x="83838" y="18980"/>
                </a:moveTo>
                <a:cubicBezTo>
                  <a:pt x="83838" y="16249"/>
                  <a:pt x="83156" y="13700"/>
                  <a:pt x="81790" y="11333"/>
                </a:cubicBezTo>
                <a:cubicBezTo>
                  <a:pt x="80425" y="8966"/>
                  <a:pt x="78195" y="7419"/>
                  <a:pt x="75100" y="6691"/>
                </a:cubicBezTo>
                <a:cubicBezTo>
                  <a:pt x="74462" y="6509"/>
                  <a:pt x="70275" y="6372"/>
                  <a:pt x="62537" y="6281"/>
                </a:cubicBezTo>
                <a:cubicBezTo>
                  <a:pt x="60717" y="6281"/>
                  <a:pt x="58805" y="6281"/>
                  <a:pt x="56803" y="6281"/>
                </a:cubicBezTo>
                <a:cubicBezTo>
                  <a:pt x="54800" y="6281"/>
                  <a:pt x="53207" y="6327"/>
                  <a:pt x="52024" y="6418"/>
                </a:cubicBezTo>
                <a:lnTo>
                  <a:pt x="50248" y="6418"/>
                </a:lnTo>
                <a:cubicBezTo>
                  <a:pt x="48883" y="6509"/>
                  <a:pt x="48018" y="6964"/>
                  <a:pt x="47654" y="7783"/>
                </a:cubicBezTo>
                <a:cubicBezTo>
                  <a:pt x="47472" y="8147"/>
                  <a:pt x="46016" y="13609"/>
                  <a:pt x="43285" y="24168"/>
                </a:cubicBezTo>
                <a:cubicBezTo>
                  <a:pt x="43285" y="24441"/>
                  <a:pt x="43239" y="24715"/>
                  <a:pt x="43148" y="24988"/>
                </a:cubicBezTo>
                <a:lnTo>
                  <a:pt x="38915" y="42192"/>
                </a:lnTo>
                <a:lnTo>
                  <a:pt x="49975" y="42192"/>
                </a:lnTo>
                <a:cubicBezTo>
                  <a:pt x="57349" y="42192"/>
                  <a:pt x="61582" y="42101"/>
                  <a:pt x="62674" y="41919"/>
                </a:cubicBezTo>
                <a:cubicBezTo>
                  <a:pt x="68136" y="41009"/>
                  <a:pt x="73006" y="38369"/>
                  <a:pt x="77284" y="34000"/>
                </a:cubicBezTo>
                <a:cubicBezTo>
                  <a:pt x="81563" y="29630"/>
                  <a:pt x="83747" y="24624"/>
                  <a:pt x="83838" y="18980"/>
                </a:cubicBezTo>
                <a:close/>
                <a:moveTo>
                  <a:pt x="76465" y="61991"/>
                </a:moveTo>
                <a:cubicBezTo>
                  <a:pt x="76465" y="57986"/>
                  <a:pt x="75418" y="54663"/>
                  <a:pt x="73324" y="52024"/>
                </a:cubicBezTo>
                <a:cubicBezTo>
                  <a:pt x="71231" y="49384"/>
                  <a:pt x="68500" y="47836"/>
                  <a:pt x="65132" y="47381"/>
                </a:cubicBezTo>
                <a:cubicBezTo>
                  <a:pt x="64586" y="47290"/>
                  <a:pt x="60808" y="47244"/>
                  <a:pt x="53799" y="47244"/>
                </a:cubicBezTo>
                <a:cubicBezTo>
                  <a:pt x="43057" y="47244"/>
                  <a:pt x="37641" y="47290"/>
                  <a:pt x="37550" y="47381"/>
                </a:cubicBezTo>
                <a:cubicBezTo>
                  <a:pt x="37550" y="47563"/>
                  <a:pt x="36776" y="50886"/>
                  <a:pt x="35229" y="57349"/>
                </a:cubicBezTo>
                <a:cubicBezTo>
                  <a:pt x="33681" y="63812"/>
                  <a:pt x="32088" y="70229"/>
                  <a:pt x="30449" y="76602"/>
                </a:cubicBezTo>
                <a:lnTo>
                  <a:pt x="27992" y="86160"/>
                </a:lnTo>
                <a:cubicBezTo>
                  <a:pt x="27992" y="86524"/>
                  <a:pt x="28538" y="86706"/>
                  <a:pt x="29630" y="86706"/>
                </a:cubicBezTo>
                <a:cubicBezTo>
                  <a:pt x="30723" y="86706"/>
                  <a:pt x="34409" y="86797"/>
                  <a:pt x="40690" y="86979"/>
                </a:cubicBezTo>
                <a:cubicBezTo>
                  <a:pt x="48792" y="86979"/>
                  <a:pt x="53161" y="86933"/>
                  <a:pt x="53799" y="86842"/>
                </a:cubicBezTo>
                <a:cubicBezTo>
                  <a:pt x="59442" y="86205"/>
                  <a:pt x="64631" y="83565"/>
                  <a:pt x="69365" y="78923"/>
                </a:cubicBezTo>
                <a:cubicBezTo>
                  <a:pt x="74098" y="74280"/>
                  <a:pt x="76465" y="68636"/>
                  <a:pt x="76465" y="619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024B1-9F70-40DA-B1CB-892225A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714" y="1299258"/>
            <a:ext cx="90939" cy="31951"/>
          </a:xfrm>
          <a:custGeom xmlns:a="http://schemas.openxmlformats.org/drawingml/2006/main">
            <a:pathLst>
              <a:path w="90939" h="31951">
                <a:moveTo>
                  <a:pt x="0" y="2731"/>
                </a:moveTo>
                <a:cubicBezTo>
                  <a:pt x="0" y="1548"/>
                  <a:pt x="637" y="637"/>
                  <a:pt x="1912" y="0"/>
                </a:cubicBezTo>
                <a:lnTo>
                  <a:pt x="88891" y="0"/>
                </a:lnTo>
                <a:cubicBezTo>
                  <a:pt x="90256" y="728"/>
                  <a:pt x="90939" y="1639"/>
                  <a:pt x="90939" y="2731"/>
                </a:cubicBezTo>
                <a:cubicBezTo>
                  <a:pt x="90939" y="3732"/>
                  <a:pt x="90302" y="4597"/>
                  <a:pt x="89027" y="5325"/>
                </a:cubicBezTo>
                <a:lnTo>
                  <a:pt x="45606" y="5462"/>
                </a:lnTo>
                <a:lnTo>
                  <a:pt x="2185" y="5462"/>
                </a:lnTo>
                <a:cubicBezTo>
                  <a:pt x="728" y="5007"/>
                  <a:pt x="0" y="4096"/>
                  <a:pt x="0" y="2731"/>
                </a:cubicBezTo>
                <a:close/>
                <a:moveTo>
                  <a:pt x="0" y="29221"/>
                </a:moveTo>
                <a:cubicBezTo>
                  <a:pt x="0" y="27855"/>
                  <a:pt x="728" y="26945"/>
                  <a:pt x="2185" y="26490"/>
                </a:cubicBezTo>
                <a:lnTo>
                  <a:pt x="89027" y="26490"/>
                </a:lnTo>
                <a:cubicBezTo>
                  <a:pt x="90302" y="27400"/>
                  <a:pt x="90939" y="28310"/>
                  <a:pt x="90939" y="29221"/>
                </a:cubicBezTo>
                <a:cubicBezTo>
                  <a:pt x="90939" y="30404"/>
                  <a:pt x="90256" y="31314"/>
                  <a:pt x="88891" y="31951"/>
                </a:cubicBezTo>
                <a:lnTo>
                  <a:pt x="1912" y="31951"/>
                </a:lnTo>
                <a:cubicBezTo>
                  <a:pt x="637" y="31314"/>
                  <a:pt x="0" y="30404"/>
                  <a:pt x="0" y="292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2E915-BAF4-4DDE-BDD2-9D046E64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714" y="1299258"/>
            <a:ext cx="90939" cy="31951"/>
          </a:xfrm>
          <a:custGeom xmlns:a="http://schemas.openxmlformats.org/drawingml/2006/main">
            <a:pathLst>
              <a:path w="90939" h="31951" fill="none">
                <a:moveTo>
                  <a:pt x="0" y="2731"/>
                </a:moveTo>
                <a:cubicBezTo>
                  <a:pt x="0" y="1548"/>
                  <a:pt x="637" y="637"/>
                  <a:pt x="1912" y="0"/>
                </a:cubicBezTo>
                <a:lnTo>
                  <a:pt x="88891" y="0"/>
                </a:lnTo>
                <a:cubicBezTo>
                  <a:pt x="90256" y="728"/>
                  <a:pt x="90939" y="1639"/>
                  <a:pt x="90939" y="2731"/>
                </a:cubicBezTo>
                <a:cubicBezTo>
                  <a:pt x="90939" y="3732"/>
                  <a:pt x="90302" y="4597"/>
                  <a:pt x="89027" y="5325"/>
                </a:cubicBezTo>
                <a:lnTo>
                  <a:pt x="45606" y="5462"/>
                </a:lnTo>
                <a:lnTo>
                  <a:pt x="2185" y="5462"/>
                </a:lnTo>
                <a:cubicBezTo>
                  <a:pt x="728" y="5007"/>
                  <a:pt x="0" y="4096"/>
                  <a:pt x="0" y="2731"/>
                </a:cubicBezTo>
                <a:close/>
                <a:moveTo>
                  <a:pt x="0" y="29221"/>
                </a:moveTo>
                <a:cubicBezTo>
                  <a:pt x="0" y="27855"/>
                  <a:pt x="728" y="26945"/>
                  <a:pt x="2185" y="26490"/>
                </a:cubicBezTo>
                <a:lnTo>
                  <a:pt x="89027" y="26490"/>
                </a:lnTo>
                <a:cubicBezTo>
                  <a:pt x="90302" y="27400"/>
                  <a:pt x="90939" y="28310"/>
                  <a:pt x="90939" y="29221"/>
                </a:cubicBezTo>
                <a:cubicBezTo>
                  <a:pt x="90939" y="30404"/>
                  <a:pt x="90256" y="31314"/>
                  <a:pt x="88891" y="31951"/>
                </a:cubicBezTo>
                <a:lnTo>
                  <a:pt x="1912" y="31951"/>
                </a:lnTo>
                <a:cubicBezTo>
                  <a:pt x="637" y="31314"/>
                  <a:pt x="0" y="30404"/>
                  <a:pt x="0" y="2922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90F1B-3112-4139-AB84-96A55841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57" y="1258431"/>
            <a:ext cx="57485" cy="93943"/>
          </a:xfrm>
          <a:custGeom xmlns:a="http://schemas.openxmlformats.org/drawingml/2006/main">
            <a:pathLst>
              <a:path w="57485" h="93943">
                <a:moveTo>
                  <a:pt x="7783" y="11060"/>
                </a:moveTo>
                <a:cubicBezTo>
                  <a:pt x="12881" y="3687"/>
                  <a:pt x="19844" y="0"/>
                  <a:pt x="28674" y="0"/>
                </a:cubicBezTo>
                <a:cubicBezTo>
                  <a:pt x="33044" y="0"/>
                  <a:pt x="37413" y="1183"/>
                  <a:pt x="41783" y="3550"/>
                </a:cubicBezTo>
                <a:cubicBezTo>
                  <a:pt x="46152" y="5917"/>
                  <a:pt x="49702" y="10104"/>
                  <a:pt x="52433" y="16112"/>
                </a:cubicBezTo>
                <a:cubicBezTo>
                  <a:pt x="55801" y="23668"/>
                  <a:pt x="57485" y="34045"/>
                  <a:pt x="57485" y="47244"/>
                </a:cubicBezTo>
                <a:cubicBezTo>
                  <a:pt x="57485" y="61354"/>
                  <a:pt x="55528" y="72141"/>
                  <a:pt x="51614" y="79606"/>
                </a:cubicBezTo>
                <a:cubicBezTo>
                  <a:pt x="49793" y="83429"/>
                  <a:pt x="47290" y="86478"/>
                  <a:pt x="44104" y="88754"/>
                </a:cubicBezTo>
                <a:cubicBezTo>
                  <a:pt x="40918" y="91030"/>
                  <a:pt x="38141" y="92441"/>
                  <a:pt x="35775" y="92987"/>
                </a:cubicBezTo>
                <a:cubicBezTo>
                  <a:pt x="33408" y="93533"/>
                  <a:pt x="31087" y="93852"/>
                  <a:pt x="28811" y="93943"/>
                </a:cubicBezTo>
                <a:cubicBezTo>
                  <a:pt x="26444" y="93943"/>
                  <a:pt x="24077" y="93670"/>
                  <a:pt x="21711" y="93123"/>
                </a:cubicBezTo>
                <a:cubicBezTo>
                  <a:pt x="19344" y="92577"/>
                  <a:pt x="16567" y="91121"/>
                  <a:pt x="13381" y="88754"/>
                </a:cubicBezTo>
                <a:cubicBezTo>
                  <a:pt x="10195" y="86387"/>
                  <a:pt x="7692" y="83338"/>
                  <a:pt x="5871" y="79606"/>
                </a:cubicBezTo>
                <a:cubicBezTo>
                  <a:pt x="1957" y="72141"/>
                  <a:pt x="0" y="61354"/>
                  <a:pt x="0" y="47244"/>
                </a:cubicBezTo>
                <a:cubicBezTo>
                  <a:pt x="0" y="31405"/>
                  <a:pt x="2594" y="19344"/>
                  <a:pt x="7783" y="11060"/>
                </a:cubicBezTo>
                <a:close/>
                <a:moveTo>
                  <a:pt x="38506" y="9422"/>
                </a:moveTo>
                <a:cubicBezTo>
                  <a:pt x="35775" y="6509"/>
                  <a:pt x="32543" y="5052"/>
                  <a:pt x="28811" y="5052"/>
                </a:cubicBezTo>
                <a:cubicBezTo>
                  <a:pt x="24988" y="5052"/>
                  <a:pt x="21711" y="6509"/>
                  <a:pt x="18980" y="9422"/>
                </a:cubicBezTo>
                <a:cubicBezTo>
                  <a:pt x="16704" y="11788"/>
                  <a:pt x="15202" y="15065"/>
                  <a:pt x="14474" y="19253"/>
                </a:cubicBezTo>
                <a:cubicBezTo>
                  <a:pt x="13745" y="23440"/>
                  <a:pt x="13381" y="32179"/>
                  <a:pt x="13381" y="45469"/>
                </a:cubicBezTo>
                <a:cubicBezTo>
                  <a:pt x="13381" y="59852"/>
                  <a:pt x="13745" y="69319"/>
                  <a:pt x="14474" y="73871"/>
                </a:cubicBezTo>
                <a:cubicBezTo>
                  <a:pt x="15202" y="78422"/>
                  <a:pt x="16841" y="82018"/>
                  <a:pt x="19389" y="84658"/>
                </a:cubicBezTo>
                <a:cubicBezTo>
                  <a:pt x="21938" y="87389"/>
                  <a:pt x="25079" y="88754"/>
                  <a:pt x="28811" y="88754"/>
                </a:cubicBezTo>
                <a:cubicBezTo>
                  <a:pt x="32452" y="88754"/>
                  <a:pt x="35547" y="87389"/>
                  <a:pt x="38096" y="84658"/>
                </a:cubicBezTo>
                <a:cubicBezTo>
                  <a:pt x="40736" y="81927"/>
                  <a:pt x="42374" y="78104"/>
                  <a:pt x="43012" y="73188"/>
                </a:cubicBezTo>
                <a:cubicBezTo>
                  <a:pt x="43649" y="68272"/>
                  <a:pt x="44013" y="59033"/>
                  <a:pt x="44104" y="45469"/>
                </a:cubicBezTo>
                <a:cubicBezTo>
                  <a:pt x="44104" y="32270"/>
                  <a:pt x="43740" y="23577"/>
                  <a:pt x="43012" y="19389"/>
                </a:cubicBezTo>
                <a:cubicBezTo>
                  <a:pt x="42283" y="15202"/>
                  <a:pt x="40781" y="11879"/>
                  <a:pt x="38506" y="942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3EC54-4651-4636-91F5-DA9BD63E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57" y="1258431"/>
            <a:ext cx="57485" cy="93943"/>
          </a:xfrm>
          <a:custGeom xmlns:a="http://schemas.openxmlformats.org/drawingml/2006/main">
            <a:pathLst>
              <a:path w="57485" h="93943" fill="none">
                <a:moveTo>
                  <a:pt x="7783" y="11060"/>
                </a:moveTo>
                <a:cubicBezTo>
                  <a:pt x="12881" y="3687"/>
                  <a:pt x="19844" y="0"/>
                  <a:pt x="28674" y="0"/>
                </a:cubicBezTo>
                <a:cubicBezTo>
                  <a:pt x="33044" y="0"/>
                  <a:pt x="37413" y="1183"/>
                  <a:pt x="41783" y="3550"/>
                </a:cubicBezTo>
                <a:cubicBezTo>
                  <a:pt x="46152" y="5917"/>
                  <a:pt x="49702" y="10104"/>
                  <a:pt x="52433" y="16112"/>
                </a:cubicBezTo>
                <a:cubicBezTo>
                  <a:pt x="55801" y="23668"/>
                  <a:pt x="57485" y="34045"/>
                  <a:pt x="57485" y="47244"/>
                </a:cubicBezTo>
                <a:cubicBezTo>
                  <a:pt x="57485" y="61354"/>
                  <a:pt x="55528" y="72141"/>
                  <a:pt x="51614" y="79606"/>
                </a:cubicBezTo>
                <a:cubicBezTo>
                  <a:pt x="49793" y="83429"/>
                  <a:pt x="47290" y="86478"/>
                  <a:pt x="44104" y="88754"/>
                </a:cubicBezTo>
                <a:cubicBezTo>
                  <a:pt x="40918" y="91030"/>
                  <a:pt x="38141" y="92441"/>
                  <a:pt x="35775" y="92987"/>
                </a:cubicBezTo>
                <a:cubicBezTo>
                  <a:pt x="33408" y="93533"/>
                  <a:pt x="31087" y="93852"/>
                  <a:pt x="28811" y="93943"/>
                </a:cubicBezTo>
                <a:cubicBezTo>
                  <a:pt x="26444" y="93943"/>
                  <a:pt x="24077" y="93670"/>
                  <a:pt x="21711" y="93123"/>
                </a:cubicBezTo>
                <a:cubicBezTo>
                  <a:pt x="19344" y="92577"/>
                  <a:pt x="16567" y="91121"/>
                  <a:pt x="13381" y="88754"/>
                </a:cubicBezTo>
                <a:cubicBezTo>
                  <a:pt x="10195" y="86387"/>
                  <a:pt x="7692" y="83338"/>
                  <a:pt x="5871" y="79606"/>
                </a:cubicBezTo>
                <a:cubicBezTo>
                  <a:pt x="1957" y="72141"/>
                  <a:pt x="0" y="61354"/>
                  <a:pt x="0" y="47244"/>
                </a:cubicBezTo>
                <a:cubicBezTo>
                  <a:pt x="0" y="31405"/>
                  <a:pt x="2594" y="19344"/>
                  <a:pt x="7783" y="11060"/>
                </a:cubicBezTo>
                <a:close/>
                <a:moveTo>
                  <a:pt x="38506" y="9422"/>
                </a:moveTo>
                <a:cubicBezTo>
                  <a:pt x="35775" y="6509"/>
                  <a:pt x="32543" y="5052"/>
                  <a:pt x="28811" y="5052"/>
                </a:cubicBezTo>
                <a:cubicBezTo>
                  <a:pt x="24988" y="5052"/>
                  <a:pt x="21711" y="6509"/>
                  <a:pt x="18980" y="9422"/>
                </a:cubicBezTo>
                <a:cubicBezTo>
                  <a:pt x="16704" y="11788"/>
                  <a:pt x="15202" y="15065"/>
                  <a:pt x="14474" y="19253"/>
                </a:cubicBezTo>
                <a:cubicBezTo>
                  <a:pt x="13745" y="23440"/>
                  <a:pt x="13381" y="32179"/>
                  <a:pt x="13381" y="45469"/>
                </a:cubicBezTo>
                <a:cubicBezTo>
                  <a:pt x="13381" y="59852"/>
                  <a:pt x="13745" y="69319"/>
                  <a:pt x="14474" y="73871"/>
                </a:cubicBezTo>
                <a:cubicBezTo>
                  <a:pt x="15202" y="78422"/>
                  <a:pt x="16841" y="82018"/>
                  <a:pt x="19389" y="84658"/>
                </a:cubicBezTo>
                <a:cubicBezTo>
                  <a:pt x="21938" y="87389"/>
                  <a:pt x="25079" y="88754"/>
                  <a:pt x="28811" y="88754"/>
                </a:cubicBezTo>
                <a:cubicBezTo>
                  <a:pt x="32452" y="88754"/>
                  <a:pt x="35547" y="87389"/>
                  <a:pt x="38096" y="84658"/>
                </a:cubicBezTo>
                <a:cubicBezTo>
                  <a:pt x="40736" y="81927"/>
                  <a:pt x="42374" y="78104"/>
                  <a:pt x="43012" y="73188"/>
                </a:cubicBezTo>
                <a:cubicBezTo>
                  <a:pt x="43649" y="68272"/>
                  <a:pt x="44013" y="59033"/>
                  <a:pt x="44104" y="45469"/>
                </a:cubicBezTo>
                <a:cubicBezTo>
                  <a:pt x="44104" y="32270"/>
                  <a:pt x="43740" y="23577"/>
                  <a:pt x="43012" y="19389"/>
                </a:cubicBezTo>
                <a:cubicBezTo>
                  <a:pt x="42283" y="15202"/>
                  <a:pt x="40781" y="11879"/>
                  <a:pt x="38506" y="94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FFFFFF">
                <a:alpha val="2620"/>
              </a:srgbClr>
            </a:solidFill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EAEE8-EC59-4FFD-96CD-BB9E667A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631" y="1761629"/>
            <a:ext cx="900367" cy="107856"/>
          </a:xfrm>
          <a:custGeom xmlns:a="http://schemas.openxmlformats.org/drawingml/2006/main">
            <a:pathLst>
              <a:path w="900367" h="107856" fill="none">
                <a:moveTo>
                  <a:pt x="900367" y="107856"/>
                </a:moveTo>
                <a:lnTo>
                  <a:pt x="900367" y="79720"/>
                </a:lnTo>
                <a:cubicBezTo>
                  <a:pt x="900367" y="60962"/>
                  <a:pt x="862852" y="51583"/>
                  <a:pt x="787821" y="51583"/>
                </a:cubicBezTo>
                <a:lnTo>
                  <a:pt x="562729" y="51583"/>
                </a:lnTo>
                <a:cubicBezTo>
                  <a:pt x="487699" y="51583"/>
                  <a:pt x="450184" y="42205"/>
                  <a:pt x="450184" y="23447"/>
                </a:cubicBezTo>
                <a:lnTo>
                  <a:pt x="450184" y="9378"/>
                </a:lnTo>
                <a:cubicBezTo>
                  <a:pt x="450184" y="0"/>
                  <a:pt x="450184" y="4689"/>
                  <a:pt x="450184" y="23447"/>
                </a:cubicBezTo>
                <a:lnTo>
                  <a:pt x="450184" y="37515"/>
                </a:lnTo>
                <a:cubicBezTo>
                  <a:pt x="450184" y="46893"/>
                  <a:pt x="412668" y="51583"/>
                  <a:pt x="337638" y="51583"/>
                </a:cubicBezTo>
                <a:lnTo>
                  <a:pt x="112546" y="51583"/>
                </a:lnTo>
                <a:cubicBezTo>
                  <a:pt x="37515" y="51583"/>
                  <a:pt x="0" y="60962"/>
                  <a:pt x="0" y="79720"/>
                </a:cubicBezTo>
                <a:lnTo>
                  <a:pt x="0" y="107856"/>
                </a:lnTo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66CC"/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5C2D4-66B2-4502-99D6-CB7EE492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650" y="1672380"/>
            <a:ext cx="56933" cy="63244"/>
          </a:xfrm>
          <a:custGeom xmlns:a="http://schemas.openxmlformats.org/drawingml/2006/main">
            <a:pathLst>
              <a:path w="56933" h="63244">
                <a:moveTo>
                  <a:pt x="0" y="21762"/>
                </a:moveTo>
                <a:cubicBezTo>
                  <a:pt x="93" y="21483"/>
                  <a:pt x="186" y="21112"/>
                  <a:pt x="278" y="20648"/>
                </a:cubicBezTo>
                <a:cubicBezTo>
                  <a:pt x="371" y="20184"/>
                  <a:pt x="603" y="19163"/>
                  <a:pt x="974" y="17586"/>
                </a:cubicBezTo>
                <a:cubicBezTo>
                  <a:pt x="1346" y="16008"/>
                  <a:pt x="1810" y="14570"/>
                  <a:pt x="2366" y="13270"/>
                </a:cubicBezTo>
                <a:cubicBezTo>
                  <a:pt x="2923" y="11971"/>
                  <a:pt x="3619" y="10440"/>
                  <a:pt x="4454" y="8677"/>
                </a:cubicBezTo>
                <a:cubicBezTo>
                  <a:pt x="5290" y="6914"/>
                  <a:pt x="6218" y="5522"/>
                  <a:pt x="7238" y="4501"/>
                </a:cubicBezTo>
                <a:cubicBezTo>
                  <a:pt x="8259" y="3480"/>
                  <a:pt x="9466" y="2459"/>
                  <a:pt x="10858" y="1438"/>
                </a:cubicBezTo>
                <a:cubicBezTo>
                  <a:pt x="12250" y="418"/>
                  <a:pt x="13781" y="0"/>
                  <a:pt x="15451" y="186"/>
                </a:cubicBezTo>
                <a:cubicBezTo>
                  <a:pt x="18142" y="186"/>
                  <a:pt x="20509" y="742"/>
                  <a:pt x="22551" y="1856"/>
                </a:cubicBezTo>
                <a:cubicBezTo>
                  <a:pt x="24592" y="2970"/>
                  <a:pt x="26031" y="3990"/>
                  <a:pt x="26866" y="4918"/>
                </a:cubicBezTo>
                <a:cubicBezTo>
                  <a:pt x="27701" y="5846"/>
                  <a:pt x="28211" y="6774"/>
                  <a:pt x="28397" y="7702"/>
                </a:cubicBezTo>
                <a:cubicBezTo>
                  <a:pt x="28583" y="8259"/>
                  <a:pt x="28722" y="8538"/>
                  <a:pt x="28815" y="8538"/>
                </a:cubicBezTo>
                <a:cubicBezTo>
                  <a:pt x="28907" y="8538"/>
                  <a:pt x="29279" y="8213"/>
                  <a:pt x="29928" y="7563"/>
                </a:cubicBezTo>
                <a:cubicBezTo>
                  <a:pt x="34383" y="2738"/>
                  <a:pt x="39533" y="325"/>
                  <a:pt x="45379" y="325"/>
                </a:cubicBezTo>
                <a:lnTo>
                  <a:pt x="45797" y="325"/>
                </a:lnTo>
                <a:cubicBezTo>
                  <a:pt x="50251" y="325"/>
                  <a:pt x="53592" y="2227"/>
                  <a:pt x="55819" y="6032"/>
                </a:cubicBezTo>
                <a:cubicBezTo>
                  <a:pt x="56562" y="7795"/>
                  <a:pt x="56933" y="9512"/>
                  <a:pt x="56933" y="11182"/>
                </a:cubicBezTo>
                <a:cubicBezTo>
                  <a:pt x="56933" y="13966"/>
                  <a:pt x="56330" y="16194"/>
                  <a:pt x="55123" y="17864"/>
                </a:cubicBezTo>
                <a:cubicBezTo>
                  <a:pt x="53917" y="19534"/>
                  <a:pt x="52711" y="20602"/>
                  <a:pt x="51504" y="21066"/>
                </a:cubicBezTo>
                <a:cubicBezTo>
                  <a:pt x="50298" y="21530"/>
                  <a:pt x="49138" y="21715"/>
                  <a:pt x="48024" y="21623"/>
                </a:cubicBezTo>
                <a:cubicBezTo>
                  <a:pt x="46168" y="21623"/>
                  <a:pt x="44683" y="21112"/>
                  <a:pt x="43570" y="20091"/>
                </a:cubicBezTo>
                <a:cubicBezTo>
                  <a:pt x="42456" y="19070"/>
                  <a:pt x="41899" y="17725"/>
                  <a:pt x="41899" y="16054"/>
                </a:cubicBezTo>
                <a:cubicBezTo>
                  <a:pt x="41899" y="11600"/>
                  <a:pt x="44498" y="8630"/>
                  <a:pt x="49695" y="7146"/>
                </a:cubicBezTo>
                <a:cubicBezTo>
                  <a:pt x="47653" y="5939"/>
                  <a:pt x="45983" y="5336"/>
                  <a:pt x="44683" y="5336"/>
                </a:cubicBezTo>
                <a:cubicBezTo>
                  <a:pt x="39487" y="5336"/>
                  <a:pt x="34707" y="8770"/>
                  <a:pt x="30346" y="15637"/>
                </a:cubicBezTo>
                <a:cubicBezTo>
                  <a:pt x="29418" y="17122"/>
                  <a:pt x="28722" y="18653"/>
                  <a:pt x="28258" y="20231"/>
                </a:cubicBezTo>
                <a:cubicBezTo>
                  <a:pt x="27794" y="21808"/>
                  <a:pt x="26216" y="27979"/>
                  <a:pt x="23525" y="38744"/>
                </a:cubicBezTo>
                <a:cubicBezTo>
                  <a:pt x="20370" y="51736"/>
                  <a:pt x="18560" y="58650"/>
                  <a:pt x="18096" y="59485"/>
                </a:cubicBezTo>
                <a:cubicBezTo>
                  <a:pt x="16890" y="61991"/>
                  <a:pt x="14894" y="63244"/>
                  <a:pt x="12110" y="63244"/>
                </a:cubicBezTo>
                <a:cubicBezTo>
                  <a:pt x="10904" y="63244"/>
                  <a:pt x="9930" y="62965"/>
                  <a:pt x="9187" y="62408"/>
                </a:cubicBezTo>
                <a:cubicBezTo>
                  <a:pt x="8445" y="61852"/>
                  <a:pt x="7934" y="61295"/>
                  <a:pt x="7656" y="60738"/>
                </a:cubicBezTo>
                <a:cubicBezTo>
                  <a:pt x="7378" y="60181"/>
                  <a:pt x="7285" y="59717"/>
                  <a:pt x="7378" y="59346"/>
                </a:cubicBezTo>
                <a:cubicBezTo>
                  <a:pt x="7378" y="58139"/>
                  <a:pt x="9234" y="50159"/>
                  <a:pt x="12946" y="35403"/>
                </a:cubicBezTo>
                <a:cubicBezTo>
                  <a:pt x="16658" y="20648"/>
                  <a:pt x="18514" y="12435"/>
                  <a:pt x="18514" y="10765"/>
                </a:cubicBezTo>
                <a:cubicBezTo>
                  <a:pt x="18514" y="7146"/>
                  <a:pt x="17307" y="5336"/>
                  <a:pt x="14894" y="5336"/>
                </a:cubicBezTo>
                <a:cubicBezTo>
                  <a:pt x="12946" y="5336"/>
                  <a:pt x="11275" y="6635"/>
                  <a:pt x="9883" y="9234"/>
                </a:cubicBezTo>
                <a:cubicBezTo>
                  <a:pt x="8491" y="11832"/>
                  <a:pt x="7378" y="14662"/>
                  <a:pt x="6542" y="17725"/>
                </a:cubicBezTo>
                <a:cubicBezTo>
                  <a:pt x="5707" y="20787"/>
                  <a:pt x="5197" y="22458"/>
                  <a:pt x="5011" y="22736"/>
                </a:cubicBezTo>
                <a:cubicBezTo>
                  <a:pt x="4826" y="22922"/>
                  <a:pt x="4083" y="23015"/>
                  <a:pt x="2784" y="23015"/>
                </a:cubicBezTo>
                <a:lnTo>
                  <a:pt x="835" y="23015"/>
                </a:lnTo>
                <a:cubicBezTo>
                  <a:pt x="278" y="22458"/>
                  <a:pt x="0" y="22040"/>
                  <a:pt x="0" y="21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626FB-5B0D-4C42-80FE-B702516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650" y="1672380"/>
            <a:ext cx="56933" cy="63244"/>
          </a:xfrm>
          <a:custGeom xmlns:a="http://schemas.openxmlformats.org/drawingml/2006/main">
            <a:pathLst>
              <a:path w="56933" h="63244" fill="none">
                <a:moveTo>
                  <a:pt x="0" y="21762"/>
                </a:moveTo>
                <a:cubicBezTo>
                  <a:pt x="93" y="21483"/>
                  <a:pt x="186" y="21112"/>
                  <a:pt x="278" y="20648"/>
                </a:cubicBezTo>
                <a:cubicBezTo>
                  <a:pt x="371" y="20184"/>
                  <a:pt x="603" y="19163"/>
                  <a:pt x="974" y="17586"/>
                </a:cubicBezTo>
                <a:cubicBezTo>
                  <a:pt x="1346" y="16008"/>
                  <a:pt x="1810" y="14570"/>
                  <a:pt x="2366" y="13270"/>
                </a:cubicBezTo>
                <a:cubicBezTo>
                  <a:pt x="2923" y="11971"/>
                  <a:pt x="3619" y="10440"/>
                  <a:pt x="4454" y="8677"/>
                </a:cubicBezTo>
                <a:cubicBezTo>
                  <a:pt x="5290" y="6914"/>
                  <a:pt x="6218" y="5522"/>
                  <a:pt x="7238" y="4501"/>
                </a:cubicBezTo>
                <a:cubicBezTo>
                  <a:pt x="8259" y="3480"/>
                  <a:pt x="9466" y="2459"/>
                  <a:pt x="10858" y="1438"/>
                </a:cubicBezTo>
                <a:cubicBezTo>
                  <a:pt x="12250" y="418"/>
                  <a:pt x="13781" y="0"/>
                  <a:pt x="15451" y="186"/>
                </a:cubicBezTo>
                <a:cubicBezTo>
                  <a:pt x="18142" y="186"/>
                  <a:pt x="20509" y="742"/>
                  <a:pt x="22551" y="1856"/>
                </a:cubicBezTo>
                <a:cubicBezTo>
                  <a:pt x="24592" y="2970"/>
                  <a:pt x="26031" y="3990"/>
                  <a:pt x="26866" y="4918"/>
                </a:cubicBezTo>
                <a:cubicBezTo>
                  <a:pt x="27701" y="5846"/>
                  <a:pt x="28211" y="6774"/>
                  <a:pt x="28397" y="7702"/>
                </a:cubicBezTo>
                <a:cubicBezTo>
                  <a:pt x="28583" y="8259"/>
                  <a:pt x="28722" y="8538"/>
                  <a:pt x="28815" y="8538"/>
                </a:cubicBezTo>
                <a:cubicBezTo>
                  <a:pt x="28907" y="8538"/>
                  <a:pt x="29279" y="8213"/>
                  <a:pt x="29928" y="7563"/>
                </a:cubicBezTo>
                <a:cubicBezTo>
                  <a:pt x="34383" y="2738"/>
                  <a:pt x="39533" y="325"/>
                  <a:pt x="45379" y="325"/>
                </a:cubicBezTo>
                <a:lnTo>
                  <a:pt x="45797" y="325"/>
                </a:lnTo>
                <a:cubicBezTo>
                  <a:pt x="50251" y="325"/>
                  <a:pt x="53592" y="2227"/>
                  <a:pt x="55819" y="6032"/>
                </a:cubicBezTo>
                <a:cubicBezTo>
                  <a:pt x="56562" y="7795"/>
                  <a:pt x="56933" y="9512"/>
                  <a:pt x="56933" y="11182"/>
                </a:cubicBezTo>
                <a:cubicBezTo>
                  <a:pt x="56933" y="13966"/>
                  <a:pt x="56330" y="16194"/>
                  <a:pt x="55123" y="17864"/>
                </a:cubicBezTo>
                <a:cubicBezTo>
                  <a:pt x="53917" y="19534"/>
                  <a:pt x="52711" y="20602"/>
                  <a:pt x="51504" y="21066"/>
                </a:cubicBezTo>
                <a:cubicBezTo>
                  <a:pt x="50298" y="21530"/>
                  <a:pt x="49138" y="21715"/>
                  <a:pt x="48024" y="21623"/>
                </a:cubicBezTo>
                <a:cubicBezTo>
                  <a:pt x="46168" y="21623"/>
                  <a:pt x="44683" y="21112"/>
                  <a:pt x="43570" y="20091"/>
                </a:cubicBezTo>
                <a:cubicBezTo>
                  <a:pt x="42456" y="19070"/>
                  <a:pt x="41899" y="17725"/>
                  <a:pt x="41899" y="16054"/>
                </a:cubicBezTo>
                <a:cubicBezTo>
                  <a:pt x="41899" y="11600"/>
                  <a:pt x="44498" y="8630"/>
                  <a:pt x="49695" y="7146"/>
                </a:cubicBezTo>
                <a:cubicBezTo>
                  <a:pt x="47653" y="5939"/>
                  <a:pt x="45983" y="5336"/>
                  <a:pt x="44683" y="5336"/>
                </a:cubicBezTo>
                <a:cubicBezTo>
                  <a:pt x="39487" y="5336"/>
                  <a:pt x="34707" y="8770"/>
                  <a:pt x="30346" y="15637"/>
                </a:cubicBezTo>
                <a:cubicBezTo>
                  <a:pt x="29418" y="17122"/>
                  <a:pt x="28722" y="18653"/>
                  <a:pt x="28258" y="20231"/>
                </a:cubicBezTo>
                <a:cubicBezTo>
                  <a:pt x="27794" y="21808"/>
                  <a:pt x="26216" y="27979"/>
                  <a:pt x="23525" y="38744"/>
                </a:cubicBezTo>
                <a:cubicBezTo>
                  <a:pt x="20370" y="51736"/>
                  <a:pt x="18560" y="58650"/>
                  <a:pt x="18096" y="59485"/>
                </a:cubicBezTo>
                <a:cubicBezTo>
                  <a:pt x="16890" y="61991"/>
                  <a:pt x="14894" y="63244"/>
                  <a:pt x="12110" y="63244"/>
                </a:cubicBezTo>
                <a:cubicBezTo>
                  <a:pt x="10904" y="63244"/>
                  <a:pt x="9930" y="62965"/>
                  <a:pt x="9187" y="62408"/>
                </a:cubicBezTo>
                <a:cubicBezTo>
                  <a:pt x="8445" y="61852"/>
                  <a:pt x="7934" y="61295"/>
                  <a:pt x="7656" y="60738"/>
                </a:cubicBezTo>
                <a:cubicBezTo>
                  <a:pt x="7378" y="60181"/>
                  <a:pt x="7285" y="59717"/>
                  <a:pt x="7378" y="59346"/>
                </a:cubicBezTo>
                <a:cubicBezTo>
                  <a:pt x="7378" y="58139"/>
                  <a:pt x="9234" y="50159"/>
                  <a:pt x="12946" y="35403"/>
                </a:cubicBezTo>
                <a:cubicBezTo>
                  <a:pt x="16658" y="20648"/>
                  <a:pt x="18514" y="12435"/>
                  <a:pt x="18514" y="10765"/>
                </a:cubicBezTo>
                <a:cubicBezTo>
                  <a:pt x="18514" y="7146"/>
                  <a:pt x="17307" y="5336"/>
                  <a:pt x="14894" y="5336"/>
                </a:cubicBezTo>
                <a:cubicBezTo>
                  <a:pt x="12946" y="5336"/>
                  <a:pt x="11275" y="6635"/>
                  <a:pt x="9883" y="9234"/>
                </a:cubicBezTo>
                <a:cubicBezTo>
                  <a:pt x="8491" y="11832"/>
                  <a:pt x="7378" y="14662"/>
                  <a:pt x="6542" y="17725"/>
                </a:cubicBezTo>
                <a:cubicBezTo>
                  <a:pt x="5707" y="20787"/>
                  <a:pt x="5197" y="22458"/>
                  <a:pt x="5011" y="22736"/>
                </a:cubicBezTo>
                <a:cubicBezTo>
                  <a:pt x="4826" y="22922"/>
                  <a:pt x="4083" y="23015"/>
                  <a:pt x="2784" y="23015"/>
                </a:cubicBezTo>
                <a:lnTo>
                  <a:pt x="835" y="23015"/>
                </a:lnTo>
                <a:cubicBezTo>
                  <a:pt x="278" y="22458"/>
                  <a:pt x="0" y="22040"/>
                  <a:pt x="0" y="217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9" cap="flat">
            <a:solidFill>
              <a:srgbClr val="000000">
                <a:alpha val="2670"/>
              </a:srgbClr>
            </a:solidFill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30700-93AC-45F9-BF64-0DDE838C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08" y="519947"/>
            <a:ext cx="1913280" cy="112546"/>
          </a:xfrm>
          <a:custGeom xmlns:a="http://schemas.openxmlformats.org/drawingml/2006/main">
            <a:pathLst>
              <a:path w="1913280" h="112546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0FF66-653A-4CFD-874C-5D40510C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08" y="519947"/>
            <a:ext cx="1913280" cy="112546"/>
          </a:xfrm>
          <a:custGeom xmlns:a="http://schemas.openxmlformats.org/drawingml/2006/main">
            <a:pathLst>
              <a:path w="1913280" h="112546" fill="none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EF5FD4-24E3-4E5A-B4FF-01B7A0D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11" y="670196"/>
            <a:ext cx="369488" cy="369488"/>
          </a:xfrm>
          <a:custGeom xmlns:a="http://schemas.openxmlformats.org/drawingml/2006/main">
            <a:pathLst>
              <a:path w="369488" h="369488" fill="none">
                <a:moveTo>
                  <a:pt x="79570" y="369488"/>
                </a:moveTo>
                <a:lnTo>
                  <a:pt x="0" y="289918"/>
                </a:lnTo>
                <a:lnTo>
                  <a:pt x="217101" y="72817"/>
                </a:lnTo>
                <a:lnTo>
                  <a:pt x="174559" y="30387"/>
                </a:lnTo>
                <a:lnTo>
                  <a:pt x="369488" y="0"/>
                </a:lnTo>
                <a:lnTo>
                  <a:pt x="339101" y="194929"/>
                </a:lnTo>
                <a:lnTo>
                  <a:pt x="296671" y="152387"/>
                </a:lnTo>
                <a:lnTo>
                  <a:pt x="79570" y="3694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37A42-2238-4A97-8F19-A759C39D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93" y="677511"/>
            <a:ext cx="337638" cy="337638"/>
          </a:xfrm>
          <a:custGeom xmlns:a="http://schemas.openxmlformats.org/drawingml/2006/main">
            <a:pathLst>
              <a:path w="337638" h="337638">
                <a:moveTo>
                  <a:pt x="0" y="135055"/>
                </a:moveTo>
                <a:lnTo>
                  <a:pt x="135055" y="135055"/>
                </a:lnTo>
                <a:lnTo>
                  <a:pt x="135055" y="0"/>
                </a:lnTo>
                <a:lnTo>
                  <a:pt x="202583" y="0"/>
                </a:lnTo>
                <a:lnTo>
                  <a:pt x="202583" y="135055"/>
                </a:lnTo>
                <a:lnTo>
                  <a:pt x="337638" y="135055"/>
                </a:lnTo>
                <a:lnTo>
                  <a:pt x="337638" y="202583"/>
                </a:lnTo>
                <a:lnTo>
                  <a:pt x="202583" y="202583"/>
                </a:lnTo>
                <a:lnTo>
                  <a:pt x="202583" y="337638"/>
                </a:lnTo>
                <a:lnTo>
                  <a:pt x="135055" y="337638"/>
                </a:lnTo>
                <a:lnTo>
                  <a:pt x="135055" y="202583"/>
                </a:lnTo>
                <a:lnTo>
                  <a:pt x="0" y="202583"/>
                </a:lnTo>
                <a:lnTo>
                  <a:pt x="0" y="1350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8B13F-881A-46B0-B8DD-79CF960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93" y="677511"/>
            <a:ext cx="337638" cy="337638"/>
          </a:xfrm>
          <a:custGeom xmlns:a="http://schemas.openxmlformats.org/drawingml/2006/main">
            <a:pathLst>
              <a:path w="337638" h="337638" fill="none">
                <a:moveTo>
                  <a:pt x="0" y="135055"/>
                </a:moveTo>
                <a:lnTo>
                  <a:pt x="135055" y="135055"/>
                </a:lnTo>
                <a:lnTo>
                  <a:pt x="135055" y="0"/>
                </a:lnTo>
                <a:lnTo>
                  <a:pt x="202583" y="0"/>
                </a:lnTo>
                <a:lnTo>
                  <a:pt x="202583" y="135055"/>
                </a:lnTo>
                <a:lnTo>
                  <a:pt x="337638" y="135055"/>
                </a:lnTo>
                <a:lnTo>
                  <a:pt x="337638" y="202583"/>
                </a:lnTo>
                <a:lnTo>
                  <a:pt x="202583" y="202583"/>
                </a:lnTo>
                <a:lnTo>
                  <a:pt x="202583" y="337638"/>
                </a:lnTo>
                <a:lnTo>
                  <a:pt x="135055" y="337638"/>
                </a:lnTo>
                <a:lnTo>
                  <a:pt x="135055" y="202583"/>
                </a:lnTo>
                <a:lnTo>
                  <a:pt x="0" y="202583"/>
                </a:lnTo>
                <a:lnTo>
                  <a:pt x="0" y="1350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42792-E606-47CC-A85A-6911E89D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826" y="670196"/>
            <a:ext cx="369488" cy="369488"/>
          </a:xfrm>
          <a:custGeom xmlns:a="http://schemas.openxmlformats.org/drawingml/2006/main">
            <a:pathLst>
              <a:path w="369488" h="369488" fill="none">
                <a:moveTo>
                  <a:pt x="369488" y="289918"/>
                </a:moveTo>
                <a:lnTo>
                  <a:pt x="289918" y="369488"/>
                </a:lnTo>
                <a:lnTo>
                  <a:pt x="72817" y="152387"/>
                </a:lnTo>
                <a:lnTo>
                  <a:pt x="30387" y="194929"/>
                </a:lnTo>
                <a:lnTo>
                  <a:pt x="0" y="0"/>
                </a:lnTo>
                <a:lnTo>
                  <a:pt x="194929" y="30387"/>
                </a:lnTo>
                <a:lnTo>
                  <a:pt x="152387" y="72817"/>
                </a:lnTo>
                <a:lnTo>
                  <a:pt x="369488" y="2899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211CF-5C41-4D95-A195-7C0259D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72" y="2860901"/>
            <a:ext cx="1913280" cy="112546"/>
          </a:xfrm>
          <a:custGeom xmlns:a="http://schemas.openxmlformats.org/drawingml/2006/main">
            <a:pathLst>
              <a:path w="1913280" h="112546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6B452-B669-458F-9621-1E52238D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72" y="2860901"/>
            <a:ext cx="1913280" cy="112546"/>
          </a:xfrm>
          <a:custGeom xmlns:a="http://schemas.openxmlformats.org/drawingml/2006/main">
            <a:pathLst>
              <a:path w="1913280" h="112546" fill="none">
                <a:moveTo>
                  <a:pt x="0" y="0"/>
                </a:moveTo>
                <a:lnTo>
                  <a:pt x="1913280" y="0"/>
                </a:lnTo>
                <a:lnTo>
                  <a:pt x="1913280" y="112546"/>
                </a:lnTo>
                <a:lnTo>
                  <a:pt x="0" y="1125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36393D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1FB74-3AB4-4626-BEF1-9DCD5FED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68" y="2360185"/>
            <a:ext cx="561604" cy="473255"/>
          </a:xfrm>
          <a:custGeom xmlns:a="http://schemas.openxmlformats.org/drawingml/2006/main">
            <a:pathLst>
              <a:path w="561604" h="473255" fill="none">
                <a:moveTo>
                  <a:pt x="561604" y="386032"/>
                </a:moveTo>
                <a:lnTo>
                  <a:pt x="490362" y="473255"/>
                </a:lnTo>
                <a:lnTo>
                  <a:pt x="87786" y="144284"/>
                </a:lnTo>
                <a:lnTo>
                  <a:pt x="49745" y="190765"/>
                </a:lnTo>
                <a:lnTo>
                  <a:pt x="0" y="0"/>
                </a:lnTo>
                <a:lnTo>
                  <a:pt x="196955" y="10692"/>
                </a:lnTo>
                <a:lnTo>
                  <a:pt x="158915" y="57173"/>
                </a:lnTo>
                <a:lnTo>
                  <a:pt x="561604" y="3860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D8710-3483-466E-AF69-347F95F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575" y="2357934"/>
            <a:ext cx="572408" cy="465040"/>
          </a:xfrm>
          <a:custGeom xmlns:a="http://schemas.openxmlformats.org/drawingml/2006/main">
            <a:pathLst>
              <a:path w="572408" h="465040" fill="none">
                <a:moveTo>
                  <a:pt x="69441" y="465040"/>
                </a:moveTo>
                <a:lnTo>
                  <a:pt x="0" y="376353"/>
                </a:lnTo>
                <a:lnTo>
                  <a:pt x="412256" y="53797"/>
                </a:lnTo>
                <a:lnTo>
                  <a:pt x="375228" y="6528"/>
                </a:lnTo>
                <a:lnTo>
                  <a:pt x="572408" y="0"/>
                </a:lnTo>
                <a:lnTo>
                  <a:pt x="518611" y="189752"/>
                </a:lnTo>
                <a:lnTo>
                  <a:pt x="481584" y="142483"/>
                </a:lnTo>
                <a:lnTo>
                  <a:pt x="69441" y="4650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BA218-9DD2-485D-B65A-3BD64A76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45" y="2990328"/>
            <a:ext cx="1913280" cy="107856"/>
          </a:xfrm>
          <a:custGeom xmlns:a="http://schemas.openxmlformats.org/drawingml/2006/main">
            <a:pathLst>
              <a:path w="1913280" h="107856" fill="none">
                <a:moveTo>
                  <a:pt x="0" y="0"/>
                </a:moveTo>
                <a:lnTo>
                  <a:pt x="0" y="28136"/>
                </a:lnTo>
                <a:cubicBezTo>
                  <a:pt x="0" y="46894"/>
                  <a:pt x="37515" y="56273"/>
                  <a:pt x="112546" y="56273"/>
                </a:cubicBezTo>
                <a:lnTo>
                  <a:pt x="844094" y="56273"/>
                </a:lnTo>
                <a:cubicBezTo>
                  <a:pt x="919125" y="56273"/>
                  <a:pt x="956640" y="65651"/>
                  <a:pt x="956640" y="84409"/>
                </a:cubicBezTo>
                <a:lnTo>
                  <a:pt x="956640" y="98478"/>
                </a:lnTo>
                <a:cubicBezTo>
                  <a:pt x="956640" y="107856"/>
                  <a:pt x="956640" y="103167"/>
                  <a:pt x="956640" y="84409"/>
                </a:cubicBezTo>
                <a:lnTo>
                  <a:pt x="956640" y="70341"/>
                </a:lnTo>
                <a:cubicBezTo>
                  <a:pt x="956640" y="60963"/>
                  <a:pt x="994155" y="56273"/>
                  <a:pt x="1069186" y="56273"/>
                </a:cubicBezTo>
                <a:lnTo>
                  <a:pt x="1800734" y="56273"/>
                </a:lnTo>
                <a:cubicBezTo>
                  <a:pt x="1875765" y="56273"/>
                  <a:pt x="1913280" y="46894"/>
                  <a:pt x="1913280" y="28136"/>
                </a:cubicBezTo>
                <a:lnTo>
                  <a:pt x="1913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509" cap="flat">
            <a:solidFill>
              <a:srgbClr val="0066CC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44DF67-03E9-4B44-8BFC-CC9ED724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849" y="3124411"/>
            <a:ext cx="66927" cy="96157"/>
          </a:xfrm>
          <a:custGeom xmlns:a="http://schemas.openxmlformats.org/drawingml/2006/main">
            <a:pathLst>
              <a:path w="66927" h="96157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CE5F9-196E-4A20-8854-2BE5C45B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849" y="3124411"/>
            <a:ext cx="66927" cy="96157"/>
          </a:xfrm>
          <a:custGeom xmlns:a="http://schemas.openxmlformats.org/drawingml/2006/main">
            <a:pathLst>
              <a:path w="66927" h="96157" fill="none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9F31A-5DAE-4620-A4B0-ED6ED7D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889" y="3175377"/>
            <a:ext cx="33219" cy="64313"/>
          </a:xfrm>
          <a:custGeom xmlns:a="http://schemas.openxmlformats.org/drawingml/2006/main">
            <a:pathLst>
              <a:path w="33219" h="64313">
                <a:moveTo>
                  <a:pt x="12554" y="8498"/>
                </a:moveTo>
                <a:lnTo>
                  <a:pt x="11298" y="8981"/>
                </a:lnTo>
                <a:cubicBezTo>
                  <a:pt x="10397" y="9303"/>
                  <a:pt x="9109" y="9624"/>
                  <a:pt x="7436" y="9946"/>
                </a:cubicBezTo>
                <a:cubicBezTo>
                  <a:pt x="5762" y="10268"/>
                  <a:pt x="3895" y="10494"/>
                  <a:pt x="1835" y="10622"/>
                </a:cubicBezTo>
                <a:lnTo>
                  <a:pt x="0" y="10622"/>
                </a:lnTo>
                <a:lnTo>
                  <a:pt x="0" y="6180"/>
                </a:lnTo>
                <a:lnTo>
                  <a:pt x="1835" y="6180"/>
                </a:lnTo>
                <a:cubicBezTo>
                  <a:pt x="4861" y="6052"/>
                  <a:pt x="7661" y="5569"/>
                  <a:pt x="10236" y="4732"/>
                </a:cubicBezTo>
                <a:cubicBezTo>
                  <a:pt x="12811" y="3895"/>
                  <a:pt x="14614" y="3122"/>
                  <a:pt x="15644" y="2414"/>
                </a:cubicBezTo>
                <a:cubicBezTo>
                  <a:pt x="16674" y="1706"/>
                  <a:pt x="17575" y="998"/>
                  <a:pt x="18348" y="290"/>
                </a:cubicBezTo>
                <a:cubicBezTo>
                  <a:pt x="18476" y="97"/>
                  <a:pt x="18863" y="0"/>
                  <a:pt x="19506" y="0"/>
                </a:cubicBezTo>
                <a:cubicBezTo>
                  <a:pt x="20086" y="0"/>
                  <a:pt x="20633" y="193"/>
                  <a:pt x="21148" y="579"/>
                </a:cubicBezTo>
                <a:lnTo>
                  <a:pt x="21148" y="29453"/>
                </a:lnTo>
                <a:lnTo>
                  <a:pt x="21245" y="58423"/>
                </a:lnTo>
                <a:cubicBezTo>
                  <a:pt x="21695" y="58874"/>
                  <a:pt x="22082" y="59163"/>
                  <a:pt x="22403" y="59292"/>
                </a:cubicBezTo>
                <a:cubicBezTo>
                  <a:pt x="22725" y="59421"/>
                  <a:pt x="23498" y="59549"/>
                  <a:pt x="24721" y="59678"/>
                </a:cubicBezTo>
                <a:cubicBezTo>
                  <a:pt x="25944" y="59807"/>
                  <a:pt x="27940" y="59871"/>
                  <a:pt x="30708" y="59871"/>
                </a:cubicBezTo>
                <a:lnTo>
                  <a:pt x="33219" y="59871"/>
                </a:lnTo>
                <a:lnTo>
                  <a:pt x="33219" y="64313"/>
                </a:lnTo>
                <a:lnTo>
                  <a:pt x="32157" y="64313"/>
                </a:lnTo>
                <a:cubicBezTo>
                  <a:pt x="30805" y="64120"/>
                  <a:pt x="25687" y="64024"/>
                  <a:pt x="16803" y="64024"/>
                </a:cubicBezTo>
                <a:cubicBezTo>
                  <a:pt x="8047" y="64024"/>
                  <a:pt x="2994" y="64120"/>
                  <a:pt x="1642" y="64313"/>
                </a:cubicBezTo>
                <a:lnTo>
                  <a:pt x="483" y="64313"/>
                </a:lnTo>
                <a:lnTo>
                  <a:pt x="483" y="59871"/>
                </a:lnTo>
                <a:lnTo>
                  <a:pt x="2994" y="59871"/>
                </a:lnTo>
                <a:cubicBezTo>
                  <a:pt x="4410" y="59871"/>
                  <a:pt x="5633" y="59871"/>
                  <a:pt x="6663" y="59871"/>
                </a:cubicBezTo>
                <a:cubicBezTo>
                  <a:pt x="7693" y="59871"/>
                  <a:pt x="8498" y="59839"/>
                  <a:pt x="9077" y="59775"/>
                </a:cubicBezTo>
                <a:cubicBezTo>
                  <a:pt x="9657" y="59710"/>
                  <a:pt x="10172" y="59614"/>
                  <a:pt x="10622" y="59485"/>
                </a:cubicBezTo>
                <a:cubicBezTo>
                  <a:pt x="11073" y="59356"/>
                  <a:pt x="11330" y="59292"/>
                  <a:pt x="11395" y="59292"/>
                </a:cubicBezTo>
                <a:cubicBezTo>
                  <a:pt x="11459" y="59292"/>
                  <a:pt x="11652" y="59131"/>
                  <a:pt x="11974" y="58809"/>
                </a:cubicBezTo>
                <a:cubicBezTo>
                  <a:pt x="12296" y="58487"/>
                  <a:pt x="12489" y="58358"/>
                  <a:pt x="12554" y="58423"/>
                </a:cubicBezTo>
                <a:lnTo>
                  <a:pt x="12554" y="8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BB6C5-AA96-43D1-936D-805B2F66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889" y="3175377"/>
            <a:ext cx="33219" cy="64313"/>
          </a:xfrm>
          <a:custGeom xmlns:a="http://schemas.openxmlformats.org/drawingml/2006/main">
            <a:pathLst>
              <a:path w="33219" h="64313" fill="none">
                <a:moveTo>
                  <a:pt x="12554" y="8498"/>
                </a:moveTo>
                <a:lnTo>
                  <a:pt x="11298" y="8981"/>
                </a:lnTo>
                <a:cubicBezTo>
                  <a:pt x="10397" y="9303"/>
                  <a:pt x="9109" y="9624"/>
                  <a:pt x="7436" y="9946"/>
                </a:cubicBezTo>
                <a:cubicBezTo>
                  <a:pt x="5762" y="10268"/>
                  <a:pt x="3895" y="10494"/>
                  <a:pt x="1835" y="10622"/>
                </a:cubicBezTo>
                <a:lnTo>
                  <a:pt x="0" y="10622"/>
                </a:lnTo>
                <a:lnTo>
                  <a:pt x="0" y="6180"/>
                </a:lnTo>
                <a:lnTo>
                  <a:pt x="1835" y="6180"/>
                </a:lnTo>
                <a:cubicBezTo>
                  <a:pt x="4861" y="6052"/>
                  <a:pt x="7661" y="5569"/>
                  <a:pt x="10236" y="4732"/>
                </a:cubicBezTo>
                <a:cubicBezTo>
                  <a:pt x="12811" y="3895"/>
                  <a:pt x="14614" y="3122"/>
                  <a:pt x="15644" y="2414"/>
                </a:cubicBezTo>
                <a:cubicBezTo>
                  <a:pt x="16674" y="1706"/>
                  <a:pt x="17575" y="998"/>
                  <a:pt x="18348" y="290"/>
                </a:cubicBezTo>
                <a:cubicBezTo>
                  <a:pt x="18476" y="97"/>
                  <a:pt x="18863" y="0"/>
                  <a:pt x="19506" y="0"/>
                </a:cubicBezTo>
                <a:cubicBezTo>
                  <a:pt x="20086" y="0"/>
                  <a:pt x="20633" y="193"/>
                  <a:pt x="21148" y="579"/>
                </a:cubicBezTo>
                <a:lnTo>
                  <a:pt x="21148" y="29453"/>
                </a:lnTo>
                <a:lnTo>
                  <a:pt x="21245" y="58423"/>
                </a:lnTo>
                <a:cubicBezTo>
                  <a:pt x="21695" y="58874"/>
                  <a:pt x="22082" y="59163"/>
                  <a:pt x="22403" y="59292"/>
                </a:cubicBezTo>
                <a:cubicBezTo>
                  <a:pt x="22725" y="59421"/>
                  <a:pt x="23498" y="59549"/>
                  <a:pt x="24721" y="59678"/>
                </a:cubicBezTo>
                <a:cubicBezTo>
                  <a:pt x="25944" y="59807"/>
                  <a:pt x="27940" y="59871"/>
                  <a:pt x="30708" y="59871"/>
                </a:cubicBezTo>
                <a:lnTo>
                  <a:pt x="33219" y="59871"/>
                </a:lnTo>
                <a:lnTo>
                  <a:pt x="33219" y="64313"/>
                </a:lnTo>
                <a:lnTo>
                  <a:pt x="32157" y="64313"/>
                </a:lnTo>
                <a:cubicBezTo>
                  <a:pt x="30805" y="64120"/>
                  <a:pt x="25687" y="64024"/>
                  <a:pt x="16803" y="64024"/>
                </a:cubicBezTo>
                <a:cubicBezTo>
                  <a:pt x="8047" y="64024"/>
                  <a:pt x="2994" y="64120"/>
                  <a:pt x="1642" y="64313"/>
                </a:cubicBezTo>
                <a:lnTo>
                  <a:pt x="483" y="64313"/>
                </a:lnTo>
                <a:lnTo>
                  <a:pt x="483" y="59871"/>
                </a:lnTo>
                <a:lnTo>
                  <a:pt x="2994" y="59871"/>
                </a:lnTo>
                <a:cubicBezTo>
                  <a:pt x="4410" y="59871"/>
                  <a:pt x="5633" y="59871"/>
                  <a:pt x="6663" y="59871"/>
                </a:cubicBezTo>
                <a:cubicBezTo>
                  <a:pt x="7693" y="59871"/>
                  <a:pt x="8498" y="59839"/>
                  <a:pt x="9077" y="59775"/>
                </a:cubicBezTo>
                <a:cubicBezTo>
                  <a:pt x="9657" y="59710"/>
                  <a:pt x="10172" y="59614"/>
                  <a:pt x="10622" y="59485"/>
                </a:cubicBezTo>
                <a:cubicBezTo>
                  <a:pt x="11073" y="59356"/>
                  <a:pt x="11330" y="59292"/>
                  <a:pt x="11395" y="59292"/>
                </a:cubicBezTo>
                <a:cubicBezTo>
                  <a:pt x="11459" y="59292"/>
                  <a:pt x="11652" y="59131"/>
                  <a:pt x="11974" y="58809"/>
                </a:cubicBezTo>
                <a:cubicBezTo>
                  <a:pt x="12296" y="58487"/>
                  <a:pt x="12489" y="58358"/>
                  <a:pt x="12554" y="58423"/>
                </a:cubicBezTo>
                <a:lnTo>
                  <a:pt x="12554" y="8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000000">
                <a:alpha val="1850"/>
              </a:srgbClr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B92B7-CEC2-474D-80F0-CB0891AB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849" y="220728"/>
            <a:ext cx="66927" cy="96157"/>
          </a:xfrm>
          <a:custGeom xmlns:a="http://schemas.openxmlformats.org/drawingml/2006/main">
            <a:pathLst>
              <a:path w="66927" h="96157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03D59E-272C-4716-8DE3-DDCCC704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849" y="220728"/>
            <a:ext cx="66927" cy="96157"/>
          </a:xfrm>
          <a:custGeom xmlns:a="http://schemas.openxmlformats.org/drawingml/2006/main">
            <a:pathLst>
              <a:path w="66927" h="96157" fill="none">
                <a:moveTo>
                  <a:pt x="45483" y="1502"/>
                </a:moveTo>
                <a:cubicBezTo>
                  <a:pt x="45574" y="1502"/>
                  <a:pt x="48852" y="1275"/>
                  <a:pt x="55318" y="820"/>
                </a:cubicBezTo>
                <a:cubicBezTo>
                  <a:pt x="61783" y="364"/>
                  <a:pt x="65106" y="91"/>
                  <a:pt x="65288" y="0"/>
                </a:cubicBezTo>
                <a:cubicBezTo>
                  <a:pt x="66381" y="0"/>
                  <a:pt x="66927" y="364"/>
                  <a:pt x="66927" y="1093"/>
                </a:cubicBezTo>
                <a:cubicBezTo>
                  <a:pt x="66927" y="1730"/>
                  <a:pt x="63604" y="15480"/>
                  <a:pt x="56957" y="42342"/>
                </a:cubicBezTo>
                <a:cubicBezTo>
                  <a:pt x="50309" y="69204"/>
                  <a:pt x="46895" y="82908"/>
                  <a:pt x="46713" y="83454"/>
                </a:cubicBezTo>
                <a:cubicBezTo>
                  <a:pt x="46531" y="84001"/>
                  <a:pt x="46485" y="84684"/>
                  <a:pt x="46576" y="85503"/>
                </a:cubicBezTo>
                <a:cubicBezTo>
                  <a:pt x="46576" y="89328"/>
                  <a:pt x="47851" y="91240"/>
                  <a:pt x="50400" y="91240"/>
                </a:cubicBezTo>
                <a:cubicBezTo>
                  <a:pt x="51220" y="91149"/>
                  <a:pt x="52131" y="90739"/>
                  <a:pt x="53132" y="90011"/>
                </a:cubicBezTo>
                <a:cubicBezTo>
                  <a:pt x="55044" y="88189"/>
                  <a:pt x="56911" y="83819"/>
                  <a:pt x="58732" y="76898"/>
                </a:cubicBezTo>
                <a:cubicBezTo>
                  <a:pt x="59279" y="75077"/>
                  <a:pt x="59734" y="74121"/>
                  <a:pt x="60098" y="74030"/>
                </a:cubicBezTo>
                <a:cubicBezTo>
                  <a:pt x="60280" y="73939"/>
                  <a:pt x="60736" y="73893"/>
                  <a:pt x="61464" y="73893"/>
                </a:cubicBezTo>
                <a:lnTo>
                  <a:pt x="62010" y="73893"/>
                </a:lnTo>
                <a:lnTo>
                  <a:pt x="62557" y="73893"/>
                </a:lnTo>
                <a:cubicBezTo>
                  <a:pt x="63923" y="73893"/>
                  <a:pt x="64605" y="74258"/>
                  <a:pt x="64605" y="74986"/>
                </a:cubicBezTo>
                <a:cubicBezTo>
                  <a:pt x="64605" y="75441"/>
                  <a:pt x="64469" y="76170"/>
                  <a:pt x="64196" y="77171"/>
                </a:cubicBezTo>
                <a:cubicBezTo>
                  <a:pt x="63012" y="81724"/>
                  <a:pt x="61646" y="85412"/>
                  <a:pt x="60098" y="88235"/>
                </a:cubicBezTo>
                <a:cubicBezTo>
                  <a:pt x="58550" y="91058"/>
                  <a:pt x="57275" y="92879"/>
                  <a:pt x="56274" y="93698"/>
                </a:cubicBezTo>
                <a:cubicBezTo>
                  <a:pt x="55272" y="94518"/>
                  <a:pt x="53997" y="95246"/>
                  <a:pt x="52449" y="95884"/>
                </a:cubicBezTo>
                <a:cubicBezTo>
                  <a:pt x="51721" y="96066"/>
                  <a:pt x="50628" y="96157"/>
                  <a:pt x="49171" y="96157"/>
                </a:cubicBezTo>
                <a:cubicBezTo>
                  <a:pt x="46075" y="96157"/>
                  <a:pt x="43480" y="95474"/>
                  <a:pt x="41386" y="94108"/>
                </a:cubicBezTo>
                <a:cubicBezTo>
                  <a:pt x="39291" y="92742"/>
                  <a:pt x="37926" y="91331"/>
                  <a:pt x="37288" y="89874"/>
                </a:cubicBezTo>
                <a:lnTo>
                  <a:pt x="36469" y="87825"/>
                </a:lnTo>
                <a:cubicBezTo>
                  <a:pt x="36378" y="87734"/>
                  <a:pt x="36195" y="87780"/>
                  <a:pt x="35922" y="87962"/>
                </a:cubicBezTo>
                <a:cubicBezTo>
                  <a:pt x="35740" y="88144"/>
                  <a:pt x="35558" y="88326"/>
                  <a:pt x="35376" y="88508"/>
                </a:cubicBezTo>
                <a:cubicBezTo>
                  <a:pt x="30004" y="93607"/>
                  <a:pt x="24540" y="96157"/>
                  <a:pt x="18986" y="96157"/>
                </a:cubicBezTo>
                <a:cubicBezTo>
                  <a:pt x="13977" y="96157"/>
                  <a:pt x="9561" y="94336"/>
                  <a:pt x="5737" y="90694"/>
                </a:cubicBezTo>
                <a:cubicBezTo>
                  <a:pt x="1912" y="87051"/>
                  <a:pt x="0" y="81269"/>
                  <a:pt x="0" y="73347"/>
                </a:cubicBezTo>
                <a:cubicBezTo>
                  <a:pt x="0" y="68976"/>
                  <a:pt x="911" y="64514"/>
                  <a:pt x="2732" y="59962"/>
                </a:cubicBezTo>
                <a:cubicBezTo>
                  <a:pt x="4553" y="55409"/>
                  <a:pt x="6738" y="51493"/>
                  <a:pt x="9288" y="48215"/>
                </a:cubicBezTo>
                <a:cubicBezTo>
                  <a:pt x="13568" y="43025"/>
                  <a:pt x="17847" y="39428"/>
                  <a:pt x="22127" y="37425"/>
                </a:cubicBezTo>
                <a:cubicBezTo>
                  <a:pt x="26407" y="35421"/>
                  <a:pt x="30277" y="34420"/>
                  <a:pt x="33737" y="34420"/>
                </a:cubicBezTo>
                <a:cubicBezTo>
                  <a:pt x="38836" y="34420"/>
                  <a:pt x="42661" y="36332"/>
                  <a:pt x="45210" y="40156"/>
                </a:cubicBezTo>
                <a:cubicBezTo>
                  <a:pt x="45665" y="40703"/>
                  <a:pt x="45893" y="40885"/>
                  <a:pt x="45893" y="40703"/>
                </a:cubicBezTo>
                <a:cubicBezTo>
                  <a:pt x="45984" y="40339"/>
                  <a:pt x="47213" y="35376"/>
                  <a:pt x="49581" y="25815"/>
                </a:cubicBezTo>
                <a:cubicBezTo>
                  <a:pt x="51948" y="16254"/>
                  <a:pt x="53223" y="11200"/>
                  <a:pt x="53405" y="10654"/>
                </a:cubicBezTo>
                <a:cubicBezTo>
                  <a:pt x="53405" y="9470"/>
                  <a:pt x="53087" y="8742"/>
                  <a:pt x="52449" y="8468"/>
                </a:cubicBezTo>
                <a:cubicBezTo>
                  <a:pt x="51812" y="8195"/>
                  <a:pt x="50036" y="7968"/>
                  <a:pt x="47122" y="7785"/>
                </a:cubicBezTo>
                <a:lnTo>
                  <a:pt x="44254" y="7785"/>
                </a:lnTo>
                <a:cubicBezTo>
                  <a:pt x="43708" y="7239"/>
                  <a:pt x="43435" y="6875"/>
                  <a:pt x="43435" y="6693"/>
                </a:cubicBezTo>
                <a:cubicBezTo>
                  <a:pt x="43435" y="6511"/>
                  <a:pt x="43526" y="5646"/>
                  <a:pt x="43708" y="4098"/>
                </a:cubicBezTo>
                <a:cubicBezTo>
                  <a:pt x="44163" y="2367"/>
                  <a:pt x="44755" y="1502"/>
                  <a:pt x="45483" y="1502"/>
                </a:cubicBezTo>
                <a:close/>
                <a:moveTo>
                  <a:pt x="43571" y="50264"/>
                </a:moveTo>
                <a:cubicBezTo>
                  <a:pt x="41477" y="43070"/>
                  <a:pt x="38062" y="39474"/>
                  <a:pt x="33327" y="39474"/>
                </a:cubicBezTo>
                <a:cubicBezTo>
                  <a:pt x="30140" y="39474"/>
                  <a:pt x="27090" y="40885"/>
                  <a:pt x="24176" y="43708"/>
                </a:cubicBezTo>
                <a:cubicBezTo>
                  <a:pt x="21262" y="46531"/>
                  <a:pt x="18986" y="50218"/>
                  <a:pt x="17346" y="54771"/>
                </a:cubicBezTo>
                <a:cubicBezTo>
                  <a:pt x="14706" y="61965"/>
                  <a:pt x="12839" y="69432"/>
                  <a:pt x="11746" y="77171"/>
                </a:cubicBezTo>
                <a:cubicBezTo>
                  <a:pt x="11746" y="77445"/>
                  <a:pt x="11746" y="77945"/>
                  <a:pt x="11746" y="78674"/>
                </a:cubicBezTo>
                <a:cubicBezTo>
                  <a:pt x="11746" y="79402"/>
                  <a:pt x="11701" y="79949"/>
                  <a:pt x="11610" y="80313"/>
                </a:cubicBezTo>
                <a:cubicBezTo>
                  <a:pt x="11610" y="84411"/>
                  <a:pt x="12429" y="87233"/>
                  <a:pt x="14068" y="88781"/>
                </a:cubicBezTo>
                <a:cubicBezTo>
                  <a:pt x="15707" y="90329"/>
                  <a:pt x="17665" y="91149"/>
                  <a:pt x="19942" y="91240"/>
                </a:cubicBezTo>
                <a:cubicBezTo>
                  <a:pt x="24859" y="91240"/>
                  <a:pt x="29912" y="87962"/>
                  <a:pt x="35103" y="81406"/>
                </a:cubicBezTo>
                <a:lnTo>
                  <a:pt x="36195" y="79903"/>
                </a:lnTo>
                <a:lnTo>
                  <a:pt x="43571" y="502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" cap="flat">
            <a:solidFill>
              <a:srgbClr val="000000">
                <a:alpha val="2620"/>
              </a:srgbClr>
            </a:solidFill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5EC0E-9DD2-4287-AA83-6F84F290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02" y="271693"/>
            <a:ext cx="38530" cy="64313"/>
          </a:xfrm>
          <a:custGeom xmlns:a="http://schemas.openxmlformats.org/drawingml/2006/main">
            <a:pathLst>
              <a:path w="38530" h="64313">
                <a:moveTo>
                  <a:pt x="5697" y="22886"/>
                </a:moveTo>
                <a:cubicBezTo>
                  <a:pt x="3959" y="22886"/>
                  <a:pt x="2575" y="22307"/>
                  <a:pt x="1545" y="21148"/>
                </a:cubicBezTo>
                <a:cubicBezTo>
                  <a:pt x="515" y="19989"/>
                  <a:pt x="0" y="18573"/>
                  <a:pt x="0" y="16899"/>
                </a:cubicBezTo>
                <a:cubicBezTo>
                  <a:pt x="0" y="12328"/>
                  <a:pt x="1706" y="8369"/>
                  <a:pt x="5118" y="5021"/>
                </a:cubicBezTo>
                <a:cubicBezTo>
                  <a:pt x="8530" y="1674"/>
                  <a:pt x="12779" y="0"/>
                  <a:pt x="17865" y="0"/>
                </a:cubicBezTo>
                <a:cubicBezTo>
                  <a:pt x="23723" y="0"/>
                  <a:pt x="28616" y="1803"/>
                  <a:pt x="32543" y="5408"/>
                </a:cubicBezTo>
                <a:cubicBezTo>
                  <a:pt x="36470" y="9013"/>
                  <a:pt x="38466" y="13680"/>
                  <a:pt x="38530" y="19410"/>
                </a:cubicBezTo>
                <a:cubicBezTo>
                  <a:pt x="38530" y="22178"/>
                  <a:pt x="37886" y="24818"/>
                  <a:pt x="36599" y="27328"/>
                </a:cubicBezTo>
                <a:cubicBezTo>
                  <a:pt x="35311" y="29839"/>
                  <a:pt x="33766" y="32028"/>
                  <a:pt x="31964" y="33895"/>
                </a:cubicBezTo>
                <a:cubicBezTo>
                  <a:pt x="30161" y="35762"/>
                  <a:pt x="27586" y="38144"/>
                  <a:pt x="24238" y="41041"/>
                </a:cubicBezTo>
                <a:cubicBezTo>
                  <a:pt x="21921" y="43037"/>
                  <a:pt x="18702" y="45998"/>
                  <a:pt x="14582" y="49925"/>
                </a:cubicBezTo>
                <a:lnTo>
                  <a:pt x="8884" y="55333"/>
                </a:lnTo>
                <a:lnTo>
                  <a:pt x="16223" y="55429"/>
                </a:lnTo>
                <a:cubicBezTo>
                  <a:pt x="26331" y="55429"/>
                  <a:pt x="31706" y="55268"/>
                  <a:pt x="32350" y="54946"/>
                </a:cubicBezTo>
                <a:cubicBezTo>
                  <a:pt x="32800" y="54818"/>
                  <a:pt x="33573" y="51953"/>
                  <a:pt x="34667" y="46352"/>
                </a:cubicBezTo>
                <a:lnTo>
                  <a:pt x="34667" y="46062"/>
                </a:lnTo>
                <a:lnTo>
                  <a:pt x="38530" y="46062"/>
                </a:lnTo>
                <a:lnTo>
                  <a:pt x="38530" y="46352"/>
                </a:lnTo>
                <a:cubicBezTo>
                  <a:pt x="38466" y="46545"/>
                  <a:pt x="38047" y="49474"/>
                  <a:pt x="37275" y="55140"/>
                </a:cubicBezTo>
                <a:cubicBezTo>
                  <a:pt x="36502" y="60805"/>
                  <a:pt x="36019" y="63766"/>
                  <a:pt x="35826" y="64024"/>
                </a:cubicBezTo>
                <a:lnTo>
                  <a:pt x="35826" y="64313"/>
                </a:lnTo>
                <a:lnTo>
                  <a:pt x="0" y="64313"/>
                </a:lnTo>
                <a:lnTo>
                  <a:pt x="0" y="62479"/>
                </a:lnTo>
                <a:lnTo>
                  <a:pt x="0" y="61320"/>
                </a:lnTo>
                <a:cubicBezTo>
                  <a:pt x="0" y="60869"/>
                  <a:pt x="193" y="60386"/>
                  <a:pt x="579" y="59871"/>
                </a:cubicBezTo>
                <a:cubicBezTo>
                  <a:pt x="966" y="59356"/>
                  <a:pt x="1931" y="58230"/>
                  <a:pt x="3476" y="56492"/>
                </a:cubicBezTo>
                <a:cubicBezTo>
                  <a:pt x="5343" y="54431"/>
                  <a:pt x="6953" y="52629"/>
                  <a:pt x="8305" y="51084"/>
                </a:cubicBezTo>
                <a:cubicBezTo>
                  <a:pt x="8884" y="50440"/>
                  <a:pt x="9979" y="49249"/>
                  <a:pt x="11588" y="47511"/>
                </a:cubicBezTo>
                <a:cubicBezTo>
                  <a:pt x="13197" y="45773"/>
                  <a:pt x="14292" y="44582"/>
                  <a:pt x="14871" y="43938"/>
                </a:cubicBezTo>
                <a:cubicBezTo>
                  <a:pt x="15451" y="43294"/>
                  <a:pt x="16384" y="42232"/>
                  <a:pt x="17672" y="40751"/>
                </a:cubicBezTo>
                <a:cubicBezTo>
                  <a:pt x="18959" y="39270"/>
                  <a:pt x="19861" y="38176"/>
                  <a:pt x="20376" y="37468"/>
                </a:cubicBezTo>
                <a:cubicBezTo>
                  <a:pt x="20891" y="36760"/>
                  <a:pt x="21631" y="35794"/>
                  <a:pt x="22597" y="34571"/>
                </a:cubicBezTo>
                <a:cubicBezTo>
                  <a:pt x="23562" y="33348"/>
                  <a:pt x="24238" y="32318"/>
                  <a:pt x="24625" y="31481"/>
                </a:cubicBezTo>
                <a:cubicBezTo>
                  <a:pt x="25011" y="30644"/>
                  <a:pt x="25494" y="29710"/>
                  <a:pt x="26073" y="28680"/>
                </a:cubicBezTo>
                <a:cubicBezTo>
                  <a:pt x="26652" y="27650"/>
                  <a:pt x="27071" y="26620"/>
                  <a:pt x="27328" y="25590"/>
                </a:cubicBezTo>
                <a:cubicBezTo>
                  <a:pt x="27586" y="24560"/>
                  <a:pt x="27811" y="23594"/>
                  <a:pt x="28004" y="22693"/>
                </a:cubicBezTo>
                <a:cubicBezTo>
                  <a:pt x="28197" y="21792"/>
                  <a:pt x="28294" y="20730"/>
                  <a:pt x="28294" y="19506"/>
                </a:cubicBezTo>
                <a:cubicBezTo>
                  <a:pt x="28294" y="15451"/>
                  <a:pt x="27200" y="11942"/>
                  <a:pt x="25011" y="8981"/>
                </a:cubicBezTo>
                <a:cubicBezTo>
                  <a:pt x="22822" y="6019"/>
                  <a:pt x="19700" y="4539"/>
                  <a:pt x="15644" y="4539"/>
                </a:cubicBezTo>
                <a:cubicBezTo>
                  <a:pt x="13519" y="4539"/>
                  <a:pt x="11652" y="5086"/>
                  <a:pt x="10043" y="6180"/>
                </a:cubicBezTo>
                <a:cubicBezTo>
                  <a:pt x="8433" y="7275"/>
                  <a:pt x="7307" y="8337"/>
                  <a:pt x="6663" y="9367"/>
                </a:cubicBezTo>
                <a:cubicBezTo>
                  <a:pt x="6019" y="10397"/>
                  <a:pt x="5697" y="11009"/>
                  <a:pt x="5697" y="11202"/>
                </a:cubicBezTo>
                <a:cubicBezTo>
                  <a:pt x="5697" y="11266"/>
                  <a:pt x="5858" y="11298"/>
                  <a:pt x="6180" y="11298"/>
                </a:cubicBezTo>
                <a:cubicBezTo>
                  <a:pt x="7339" y="11298"/>
                  <a:pt x="8530" y="11749"/>
                  <a:pt x="9753" y="12650"/>
                </a:cubicBezTo>
                <a:cubicBezTo>
                  <a:pt x="10976" y="13552"/>
                  <a:pt x="11588" y="15032"/>
                  <a:pt x="11588" y="17092"/>
                </a:cubicBezTo>
                <a:cubicBezTo>
                  <a:pt x="11588" y="18702"/>
                  <a:pt x="11073" y="20054"/>
                  <a:pt x="10043" y="21148"/>
                </a:cubicBezTo>
                <a:cubicBezTo>
                  <a:pt x="9013" y="22243"/>
                  <a:pt x="7564" y="22822"/>
                  <a:pt x="5697" y="228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23624-DD42-47C0-AB79-39AD29A2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02" y="271693"/>
            <a:ext cx="38530" cy="64313"/>
          </a:xfrm>
          <a:custGeom xmlns:a="http://schemas.openxmlformats.org/drawingml/2006/main">
            <a:pathLst>
              <a:path w="38530" h="64313" fill="none">
                <a:moveTo>
                  <a:pt x="5697" y="22886"/>
                </a:moveTo>
                <a:cubicBezTo>
                  <a:pt x="3959" y="22886"/>
                  <a:pt x="2575" y="22307"/>
                  <a:pt x="1545" y="21148"/>
                </a:cubicBezTo>
                <a:cubicBezTo>
                  <a:pt x="515" y="19989"/>
                  <a:pt x="0" y="18573"/>
                  <a:pt x="0" y="16899"/>
                </a:cubicBezTo>
                <a:cubicBezTo>
                  <a:pt x="0" y="12328"/>
                  <a:pt x="1706" y="8369"/>
                  <a:pt x="5118" y="5021"/>
                </a:cubicBezTo>
                <a:cubicBezTo>
                  <a:pt x="8530" y="1674"/>
                  <a:pt x="12779" y="0"/>
                  <a:pt x="17865" y="0"/>
                </a:cubicBezTo>
                <a:cubicBezTo>
                  <a:pt x="23723" y="0"/>
                  <a:pt x="28616" y="1803"/>
                  <a:pt x="32543" y="5408"/>
                </a:cubicBezTo>
                <a:cubicBezTo>
                  <a:pt x="36470" y="9013"/>
                  <a:pt x="38466" y="13680"/>
                  <a:pt x="38530" y="19410"/>
                </a:cubicBezTo>
                <a:cubicBezTo>
                  <a:pt x="38530" y="22178"/>
                  <a:pt x="37886" y="24818"/>
                  <a:pt x="36599" y="27328"/>
                </a:cubicBezTo>
                <a:cubicBezTo>
                  <a:pt x="35311" y="29839"/>
                  <a:pt x="33766" y="32028"/>
                  <a:pt x="31964" y="33895"/>
                </a:cubicBezTo>
                <a:cubicBezTo>
                  <a:pt x="30161" y="35762"/>
                  <a:pt x="27586" y="38144"/>
                  <a:pt x="24238" y="41041"/>
                </a:cubicBezTo>
                <a:cubicBezTo>
                  <a:pt x="21921" y="43037"/>
                  <a:pt x="18702" y="45998"/>
                  <a:pt x="14582" y="49925"/>
                </a:cubicBezTo>
                <a:lnTo>
                  <a:pt x="8884" y="55333"/>
                </a:lnTo>
                <a:lnTo>
                  <a:pt x="16223" y="55429"/>
                </a:lnTo>
                <a:cubicBezTo>
                  <a:pt x="26331" y="55429"/>
                  <a:pt x="31706" y="55268"/>
                  <a:pt x="32350" y="54946"/>
                </a:cubicBezTo>
                <a:cubicBezTo>
                  <a:pt x="32800" y="54818"/>
                  <a:pt x="33573" y="51953"/>
                  <a:pt x="34667" y="46352"/>
                </a:cubicBezTo>
                <a:lnTo>
                  <a:pt x="34667" y="46062"/>
                </a:lnTo>
                <a:lnTo>
                  <a:pt x="38530" y="46062"/>
                </a:lnTo>
                <a:lnTo>
                  <a:pt x="38530" y="46352"/>
                </a:lnTo>
                <a:cubicBezTo>
                  <a:pt x="38466" y="46545"/>
                  <a:pt x="38047" y="49474"/>
                  <a:pt x="37275" y="55140"/>
                </a:cubicBezTo>
                <a:cubicBezTo>
                  <a:pt x="36502" y="60805"/>
                  <a:pt x="36019" y="63766"/>
                  <a:pt x="35826" y="64024"/>
                </a:cubicBezTo>
                <a:lnTo>
                  <a:pt x="35826" y="64313"/>
                </a:lnTo>
                <a:lnTo>
                  <a:pt x="0" y="64313"/>
                </a:lnTo>
                <a:lnTo>
                  <a:pt x="0" y="62479"/>
                </a:lnTo>
                <a:lnTo>
                  <a:pt x="0" y="61320"/>
                </a:lnTo>
                <a:cubicBezTo>
                  <a:pt x="0" y="60869"/>
                  <a:pt x="193" y="60386"/>
                  <a:pt x="579" y="59871"/>
                </a:cubicBezTo>
                <a:cubicBezTo>
                  <a:pt x="966" y="59356"/>
                  <a:pt x="1931" y="58230"/>
                  <a:pt x="3476" y="56492"/>
                </a:cubicBezTo>
                <a:cubicBezTo>
                  <a:pt x="5343" y="54431"/>
                  <a:pt x="6953" y="52629"/>
                  <a:pt x="8305" y="51084"/>
                </a:cubicBezTo>
                <a:cubicBezTo>
                  <a:pt x="8884" y="50440"/>
                  <a:pt x="9979" y="49249"/>
                  <a:pt x="11588" y="47511"/>
                </a:cubicBezTo>
                <a:cubicBezTo>
                  <a:pt x="13197" y="45773"/>
                  <a:pt x="14292" y="44582"/>
                  <a:pt x="14871" y="43938"/>
                </a:cubicBezTo>
                <a:cubicBezTo>
                  <a:pt x="15451" y="43294"/>
                  <a:pt x="16384" y="42232"/>
                  <a:pt x="17672" y="40751"/>
                </a:cubicBezTo>
                <a:cubicBezTo>
                  <a:pt x="18959" y="39270"/>
                  <a:pt x="19861" y="38176"/>
                  <a:pt x="20376" y="37468"/>
                </a:cubicBezTo>
                <a:cubicBezTo>
                  <a:pt x="20891" y="36760"/>
                  <a:pt x="21631" y="35794"/>
                  <a:pt x="22597" y="34571"/>
                </a:cubicBezTo>
                <a:cubicBezTo>
                  <a:pt x="23562" y="33348"/>
                  <a:pt x="24238" y="32318"/>
                  <a:pt x="24625" y="31481"/>
                </a:cubicBezTo>
                <a:cubicBezTo>
                  <a:pt x="25011" y="30644"/>
                  <a:pt x="25494" y="29710"/>
                  <a:pt x="26073" y="28680"/>
                </a:cubicBezTo>
                <a:cubicBezTo>
                  <a:pt x="26652" y="27650"/>
                  <a:pt x="27071" y="26620"/>
                  <a:pt x="27328" y="25590"/>
                </a:cubicBezTo>
                <a:cubicBezTo>
                  <a:pt x="27586" y="24560"/>
                  <a:pt x="27811" y="23594"/>
                  <a:pt x="28004" y="22693"/>
                </a:cubicBezTo>
                <a:cubicBezTo>
                  <a:pt x="28197" y="21792"/>
                  <a:pt x="28294" y="20730"/>
                  <a:pt x="28294" y="19506"/>
                </a:cubicBezTo>
                <a:cubicBezTo>
                  <a:pt x="28294" y="15451"/>
                  <a:pt x="27200" y="11942"/>
                  <a:pt x="25011" y="8981"/>
                </a:cubicBezTo>
                <a:cubicBezTo>
                  <a:pt x="22822" y="6019"/>
                  <a:pt x="19700" y="4539"/>
                  <a:pt x="15644" y="4539"/>
                </a:cubicBezTo>
                <a:cubicBezTo>
                  <a:pt x="13519" y="4539"/>
                  <a:pt x="11652" y="5086"/>
                  <a:pt x="10043" y="6180"/>
                </a:cubicBezTo>
                <a:cubicBezTo>
                  <a:pt x="8433" y="7275"/>
                  <a:pt x="7307" y="8337"/>
                  <a:pt x="6663" y="9367"/>
                </a:cubicBezTo>
                <a:cubicBezTo>
                  <a:pt x="6019" y="10397"/>
                  <a:pt x="5697" y="11009"/>
                  <a:pt x="5697" y="11202"/>
                </a:cubicBezTo>
                <a:cubicBezTo>
                  <a:pt x="5697" y="11266"/>
                  <a:pt x="5858" y="11298"/>
                  <a:pt x="6180" y="11298"/>
                </a:cubicBezTo>
                <a:cubicBezTo>
                  <a:pt x="7339" y="11298"/>
                  <a:pt x="8530" y="11749"/>
                  <a:pt x="9753" y="12650"/>
                </a:cubicBezTo>
                <a:cubicBezTo>
                  <a:pt x="10976" y="13552"/>
                  <a:pt x="11588" y="15032"/>
                  <a:pt x="11588" y="17092"/>
                </a:cubicBezTo>
                <a:cubicBezTo>
                  <a:pt x="11588" y="18702"/>
                  <a:pt x="11073" y="20054"/>
                  <a:pt x="10043" y="21148"/>
                </a:cubicBezTo>
                <a:cubicBezTo>
                  <a:pt x="9013" y="22243"/>
                  <a:pt x="7564" y="22822"/>
                  <a:pt x="5697" y="2288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7" cap="flat">
            <a:solidFill>
              <a:srgbClr val="000000">
                <a:alpha val="1850"/>
              </a:srgbClr>
            </a:solidFill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8907F-F01C-44AB-9AE0-0F7E8188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632" y="1532860"/>
            <a:ext cx="900367" cy="107856"/>
          </a:xfrm>
          <a:custGeom xmlns:a="http://schemas.openxmlformats.org/drawingml/2006/main">
            <a:pathLst>
              <a:path w="900367" h="107856" fill="none">
                <a:moveTo>
                  <a:pt x="0" y="0"/>
                </a:moveTo>
                <a:lnTo>
                  <a:pt x="0" y="28136"/>
                </a:lnTo>
                <a:cubicBezTo>
                  <a:pt x="0" y="46894"/>
                  <a:pt x="37515" y="56273"/>
                  <a:pt x="112546" y="56273"/>
                </a:cubicBezTo>
                <a:lnTo>
                  <a:pt x="337638" y="56273"/>
                </a:lnTo>
                <a:cubicBezTo>
                  <a:pt x="412668" y="56273"/>
                  <a:pt x="450184" y="65651"/>
                  <a:pt x="450184" y="84409"/>
                </a:cubicBezTo>
                <a:lnTo>
                  <a:pt x="450184" y="98478"/>
                </a:lnTo>
                <a:cubicBezTo>
                  <a:pt x="450184" y="107856"/>
                  <a:pt x="450184" y="103167"/>
                  <a:pt x="450184" y="84409"/>
                </a:cubicBezTo>
                <a:lnTo>
                  <a:pt x="450184" y="70341"/>
                </a:lnTo>
                <a:cubicBezTo>
                  <a:pt x="450184" y="60963"/>
                  <a:pt x="487699" y="56273"/>
                  <a:pt x="562729" y="56273"/>
                </a:cubicBezTo>
                <a:lnTo>
                  <a:pt x="787821" y="56273"/>
                </a:lnTo>
                <a:cubicBezTo>
                  <a:pt x="862852" y="56273"/>
                  <a:pt x="900367" y="46894"/>
                  <a:pt x="900367" y="28136"/>
                </a:cubicBezTo>
                <a:lnTo>
                  <a:pt x="9003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66CC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04750-480E-45C3-81BB-C665AF0D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81" y="405451"/>
            <a:ext cx="1913280" cy="107856"/>
          </a:xfrm>
          <a:custGeom xmlns:a="http://schemas.openxmlformats.org/drawingml/2006/main">
            <a:pathLst>
              <a:path w="1913280" h="107856" fill="none">
                <a:moveTo>
                  <a:pt x="1913280" y="107856"/>
                </a:moveTo>
                <a:lnTo>
                  <a:pt x="1913280" y="79720"/>
                </a:lnTo>
                <a:cubicBezTo>
                  <a:pt x="1913280" y="60962"/>
                  <a:pt x="1875765" y="51583"/>
                  <a:pt x="1800734" y="51583"/>
                </a:cubicBezTo>
                <a:lnTo>
                  <a:pt x="1069186" y="51583"/>
                </a:lnTo>
                <a:cubicBezTo>
                  <a:pt x="994155" y="51583"/>
                  <a:pt x="956640" y="42205"/>
                  <a:pt x="956640" y="23447"/>
                </a:cubicBezTo>
                <a:lnTo>
                  <a:pt x="956640" y="9378"/>
                </a:lnTo>
                <a:cubicBezTo>
                  <a:pt x="956640" y="0"/>
                  <a:pt x="956640" y="4689"/>
                  <a:pt x="956640" y="23447"/>
                </a:cubicBezTo>
                <a:lnTo>
                  <a:pt x="956640" y="37515"/>
                </a:lnTo>
                <a:cubicBezTo>
                  <a:pt x="956640" y="46893"/>
                  <a:pt x="919125" y="51583"/>
                  <a:pt x="844094" y="51583"/>
                </a:cubicBezTo>
                <a:lnTo>
                  <a:pt x="112546" y="51583"/>
                </a:lnTo>
                <a:cubicBezTo>
                  <a:pt x="37515" y="51583"/>
                  <a:pt x="0" y="60962"/>
                  <a:pt x="0" y="79720"/>
                </a:cubicBezTo>
                <a:lnTo>
                  <a:pt x="0" y="107856"/>
                </a:lnTo>
              </a:path>
            </a:pathLst>
          </a:custGeom>
          <a:noFill xmlns:a="http://schemas.openxmlformats.org/drawingml/2006/main"/>
          <a:ln xmlns:a="http://schemas.openxmlformats.org/drawingml/2006/main" w="22509" cap="flat">
            <a:solidFill>
              <a:srgbClr val="0066CC"/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BB09B-49F2-4BF8-94CE-DF255BE0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68" y="2865515"/>
            <a:ext cx="110784" cy="103050"/>
          </a:xfrm>
          <a:custGeom xmlns:a="http://schemas.openxmlformats.org/drawingml/2006/main">
            <a:pathLst>
              <a:path w="110784" h="103050">
                <a:moveTo>
                  <a:pt x="3867" y="34805"/>
                </a:moveTo>
                <a:cubicBezTo>
                  <a:pt x="4929" y="28435"/>
                  <a:pt x="9023" y="21080"/>
                  <a:pt x="16151" y="12739"/>
                </a:cubicBezTo>
                <a:cubicBezTo>
                  <a:pt x="23279" y="4398"/>
                  <a:pt x="32075" y="152"/>
                  <a:pt x="42539" y="0"/>
                </a:cubicBezTo>
                <a:cubicBezTo>
                  <a:pt x="47847" y="0"/>
                  <a:pt x="52700" y="1365"/>
                  <a:pt x="57098" y="4095"/>
                </a:cubicBezTo>
                <a:cubicBezTo>
                  <a:pt x="61496" y="6824"/>
                  <a:pt x="64757" y="10237"/>
                  <a:pt x="66880" y="14331"/>
                </a:cubicBezTo>
                <a:cubicBezTo>
                  <a:pt x="73250" y="4777"/>
                  <a:pt x="80908" y="0"/>
                  <a:pt x="89856" y="0"/>
                </a:cubicBezTo>
                <a:cubicBezTo>
                  <a:pt x="95467" y="0"/>
                  <a:pt x="100320" y="1668"/>
                  <a:pt x="104415" y="5005"/>
                </a:cubicBezTo>
                <a:cubicBezTo>
                  <a:pt x="108509" y="8341"/>
                  <a:pt x="110633" y="12815"/>
                  <a:pt x="110784" y="18426"/>
                </a:cubicBezTo>
                <a:cubicBezTo>
                  <a:pt x="110784" y="22824"/>
                  <a:pt x="109723" y="26388"/>
                  <a:pt x="107599" y="29118"/>
                </a:cubicBezTo>
                <a:cubicBezTo>
                  <a:pt x="105476" y="31848"/>
                  <a:pt x="103429" y="33516"/>
                  <a:pt x="101457" y="34122"/>
                </a:cubicBezTo>
                <a:cubicBezTo>
                  <a:pt x="99486" y="34729"/>
                  <a:pt x="97742" y="35032"/>
                  <a:pt x="96225" y="35032"/>
                </a:cubicBezTo>
                <a:cubicBezTo>
                  <a:pt x="93344" y="35032"/>
                  <a:pt x="90993" y="34198"/>
                  <a:pt x="89173" y="32530"/>
                </a:cubicBezTo>
                <a:cubicBezTo>
                  <a:pt x="87353" y="30862"/>
                  <a:pt x="86444" y="28663"/>
                  <a:pt x="86444" y="25933"/>
                </a:cubicBezTo>
                <a:cubicBezTo>
                  <a:pt x="86444" y="18957"/>
                  <a:pt x="90235" y="14180"/>
                  <a:pt x="97818" y="11602"/>
                </a:cubicBezTo>
                <a:cubicBezTo>
                  <a:pt x="96149" y="9630"/>
                  <a:pt x="93116" y="8644"/>
                  <a:pt x="88718" y="8644"/>
                </a:cubicBezTo>
                <a:cubicBezTo>
                  <a:pt x="86747" y="8644"/>
                  <a:pt x="85306" y="8796"/>
                  <a:pt x="84396" y="9099"/>
                </a:cubicBezTo>
                <a:cubicBezTo>
                  <a:pt x="78633" y="11526"/>
                  <a:pt x="74387" y="16530"/>
                  <a:pt x="71657" y="24113"/>
                </a:cubicBezTo>
                <a:cubicBezTo>
                  <a:pt x="62558" y="57629"/>
                  <a:pt x="58008" y="77193"/>
                  <a:pt x="58008" y="82804"/>
                </a:cubicBezTo>
                <a:cubicBezTo>
                  <a:pt x="58008" y="87050"/>
                  <a:pt x="59221" y="90083"/>
                  <a:pt x="61648" y="91903"/>
                </a:cubicBezTo>
                <a:cubicBezTo>
                  <a:pt x="64074" y="93723"/>
                  <a:pt x="66728" y="94633"/>
                  <a:pt x="69610" y="94633"/>
                </a:cubicBezTo>
                <a:cubicBezTo>
                  <a:pt x="75221" y="94633"/>
                  <a:pt x="80756" y="92131"/>
                  <a:pt x="86216" y="87126"/>
                </a:cubicBezTo>
                <a:cubicBezTo>
                  <a:pt x="91676" y="82121"/>
                  <a:pt x="95391" y="75979"/>
                  <a:pt x="97363" y="68700"/>
                </a:cubicBezTo>
                <a:cubicBezTo>
                  <a:pt x="97818" y="67183"/>
                  <a:pt x="98273" y="66349"/>
                  <a:pt x="98728" y="66198"/>
                </a:cubicBezTo>
                <a:cubicBezTo>
                  <a:pt x="99183" y="66046"/>
                  <a:pt x="100396" y="65894"/>
                  <a:pt x="102367" y="65743"/>
                </a:cubicBezTo>
                <a:lnTo>
                  <a:pt x="103277" y="65743"/>
                </a:lnTo>
                <a:cubicBezTo>
                  <a:pt x="105552" y="65743"/>
                  <a:pt x="106690" y="66349"/>
                  <a:pt x="106690" y="67562"/>
                </a:cubicBezTo>
                <a:cubicBezTo>
                  <a:pt x="106690" y="67714"/>
                  <a:pt x="106538" y="68548"/>
                  <a:pt x="106235" y="70065"/>
                </a:cubicBezTo>
                <a:cubicBezTo>
                  <a:pt x="103808" y="78709"/>
                  <a:pt x="99107" y="86368"/>
                  <a:pt x="92131" y="93041"/>
                </a:cubicBezTo>
                <a:cubicBezTo>
                  <a:pt x="85154" y="99713"/>
                  <a:pt x="77041" y="103050"/>
                  <a:pt x="67790" y="103050"/>
                </a:cubicBezTo>
                <a:cubicBezTo>
                  <a:pt x="57174" y="103050"/>
                  <a:pt x="49136" y="98273"/>
                  <a:pt x="43677" y="88718"/>
                </a:cubicBezTo>
                <a:cubicBezTo>
                  <a:pt x="37459" y="98121"/>
                  <a:pt x="30331" y="102822"/>
                  <a:pt x="22293" y="102822"/>
                </a:cubicBezTo>
                <a:lnTo>
                  <a:pt x="20928" y="102822"/>
                </a:lnTo>
                <a:cubicBezTo>
                  <a:pt x="13497" y="102822"/>
                  <a:pt x="8189" y="100851"/>
                  <a:pt x="5005" y="96908"/>
                </a:cubicBezTo>
                <a:cubicBezTo>
                  <a:pt x="1820" y="92965"/>
                  <a:pt x="152" y="88794"/>
                  <a:pt x="0" y="84396"/>
                </a:cubicBezTo>
                <a:cubicBezTo>
                  <a:pt x="0" y="79543"/>
                  <a:pt x="1441" y="75600"/>
                  <a:pt x="4322" y="72567"/>
                </a:cubicBezTo>
                <a:cubicBezTo>
                  <a:pt x="7204" y="69534"/>
                  <a:pt x="10616" y="68017"/>
                  <a:pt x="14559" y="68017"/>
                </a:cubicBezTo>
                <a:cubicBezTo>
                  <a:pt x="21080" y="68017"/>
                  <a:pt x="24341" y="71202"/>
                  <a:pt x="24341" y="77572"/>
                </a:cubicBezTo>
                <a:cubicBezTo>
                  <a:pt x="24341" y="80605"/>
                  <a:pt x="23431" y="83259"/>
                  <a:pt x="21611" y="85534"/>
                </a:cubicBezTo>
                <a:cubicBezTo>
                  <a:pt x="19791" y="87808"/>
                  <a:pt x="18047" y="89325"/>
                  <a:pt x="16379" y="90083"/>
                </a:cubicBezTo>
                <a:cubicBezTo>
                  <a:pt x="14711" y="90842"/>
                  <a:pt x="13725" y="91221"/>
                  <a:pt x="13421" y="91221"/>
                </a:cubicBezTo>
                <a:lnTo>
                  <a:pt x="12739" y="91448"/>
                </a:lnTo>
                <a:cubicBezTo>
                  <a:pt x="12739" y="91600"/>
                  <a:pt x="13194" y="91903"/>
                  <a:pt x="14104" y="92358"/>
                </a:cubicBezTo>
                <a:cubicBezTo>
                  <a:pt x="15014" y="92813"/>
                  <a:pt x="16227" y="93344"/>
                  <a:pt x="17744" y="93950"/>
                </a:cubicBezTo>
                <a:cubicBezTo>
                  <a:pt x="19260" y="94557"/>
                  <a:pt x="20701" y="94785"/>
                  <a:pt x="22066" y="94633"/>
                </a:cubicBezTo>
                <a:cubicBezTo>
                  <a:pt x="27525" y="94633"/>
                  <a:pt x="32227" y="91221"/>
                  <a:pt x="36170" y="84396"/>
                </a:cubicBezTo>
                <a:cubicBezTo>
                  <a:pt x="37535" y="81970"/>
                  <a:pt x="39279" y="76813"/>
                  <a:pt x="41402" y="68927"/>
                </a:cubicBezTo>
                <a:cubicBezTo>
                  <a:pt x="43525" y="61041"/>
                  <a:pt x="45648" y="52852"/>
                  <a:pt x="47771" y="44359"/>
                </a:cubicBezTo>
                <a:cubicBezTo>
                  <a:pt x="49895" y="35866"/>
                  <a:pt x="51108" y="30862"/>
                  <a:pt x="51411" y="29345"/>
                </a:cubicBezTo>
                <a:cubicBezTo>
                  <a:pt x="52169" y="25251"/>
                  <a:pt x="52549" y="22293"/>
                  <a:pt x="52549" y="20473"/>
                </a:cubicBezTo>
                <a:cubicBezTo>
                  <a:pt x="52549" y="16227"/>
                  <a:pt x="51411" y="13194"/>
                  <a:pt x="49136" y="11374"/>
                </a:cubicBezTo>
                <a:cubicBezTo>
                  <a:pt x="46862" y="9554"/>
                  <a:pt x="44283" y="8644"/>
                  <a:pt x="41402" y="8644"/>
                </a:cubicBezTo>
                <a:cubicBezTo>
                  <a:pt x="35336" y="8644"/>
                  <a:pt x="29649" y="11071"/>
                  <a:pt x="24341" y="15924"/>
                </a:cubicBezTo>
                <a:cubicBezTo>
                  <a:pt x="19033" y="20777"/>
                  <a:pt x="15317" y="26995"/>
                  <a:pt x="13194" y="34577"/>
                </a:cubicBezTo>
                <a:cubicBezTo>
                  <a:pt x="12891" y="35942"/>
                  <a:pt x="12512" y="36701"/>
                  <a:pt x="12057" y="36852"/>
                </a:cubicBezTo>
                <a:cubicBezTo>
                  <a:pt x="11602" y="37004"/>
                  <a:pt x="10388" y="37156"/>
                  <a:pt x="8417" y="37307"/>
                </a:cubicBezTo>
                <a:lnTo>
                  <a:pt x="5232" y="37307"/>
                </a:lnTo>
                <a:cubicBezTo>
                  <a:pt x="4322" y="36397"/>
                  <a:pt x="3867" y="35563"/>
                  <a:pt x="3867" y="34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55984-3F22-46E3-906A-C406A95C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68" y="2865515"/>
            <a:ext cx="110784" cy="103050"/>
          </a:xfrm>
          <a:custGeom xmlns:a="http://schemas.openxmlformats.org/drawingml/2006/main">
            <a:pathLst>
              <a:path w="110784" h="103050" fill="none">
                <a:moveTo>
                  <a:pt x="3867" y="34805"/>
                </a:moveTo>
                <a:cubicBezTo>
                  <a:pt x="4929" y="28435"/>
                  <a:pt x="9023" y="21080"/>
                  <a:pt x="16151" y="12739"/>
                </a:cubicBezTo>
                <a:cubicBezTo>
                  <a:pt x="23279" y="4398"/>
                  <a:pt x="32075" y="152"/>
                  <a:pt x="42539" y="0"/>
                </a:cubicBezTo>
                <a:cubicBezTo>
                  <a:pt x="47847" y="0"/>
                  <a:pt x="52700" y="1365"/>
                  <a:pt x="57098" y="4095"/>
                </a:cubicBezTo>
                <a:cubicBezTo>
                  <a:pt x="61496" y="6824"/>
                  <a:pt x="64757" y="10237"/>
                  <a:pt x="66880" y="14331"/>
                </a:cubicBezTo>
                <a:cubicBezTo>
                  <a:pt x="73250" y="4777"/>
                  <a:pt x="80908" y="0"/>
                  <a:pt x="89856" y="0"/>
                </a:cubicBezTo>
                <a:cubicBezTo>
                  <a:pt x="95467" y="0"/>
                  <a:pt x="100320" y="1668"/>
                  <a:pt x="104415" y="5005"/>
                </a:cubicBezTo>
                <a:cubicBezTo>
                  <a:pt x="108509" y="8341"/>
                  <a:pt x="110633" y="12815"/>
                  <a:pt x="110784" y="18426"/>
                </a:cubicBezTo>
                <a:cubicBezTo>
                  <a:pt x="110784" y="22824"/>
                  <a:pt x="109723" y="26388"/>
                  <a:pt x="107599" y="29118"/>
                </a:cubicBezTo>
                <a:cubicBezTo>
                  <a:pt x="105476" y="31848"/>
                  <a:pt x="103429" y="33516"/>
                  <a:pt x="101457" y="34122"/>
                </a:cubicBezTo>
                <a:cubicBezTo>
                  <a:pt x="99486" y="34729"/>
                  <a:pt x="97742" y="35032"/>
                  <a:pt x="96225" y="35032"/>
                </a:cubicBezTo>
                <a:cubicBezTo>
                  <a:pt x="93344" y="35032"/>
                  <a:pt x="90993" y="34198"/>
                  <a:pt x="89173" y="32530"/>
                </a:cubicBezTo>
                <a:cubicBezTo>
                  <a:pt x="87353" y="30862"/>
                  <a:pt x="86444" y="28663"/>
                  <a:pt x="86444" y="25933"/>
                </a:cubicBezTo>
                <a:cubicBezTo>
                  <a:pt x="86444" y="18957"/>
                  <a:pt x="90235" y="14180"/>
                  <a:pt x="97818" y="11602"/>
                </a:cubicBezTo>
                <a:cubicBezTo>
                  <a:pt x="96149" y="9630"/>
                  <a:pt x="93116" y="8644"/>
                  <a:pt x="88718" y="8644"/>
                </a:cubicBezTo>
                <a:cubicBezTo>
                  <a:pt x="86747" y="8644"/>
                  <a:pt x="85306" y="8796"/>
                  <a:pt x="84396" y="9099"/>
                </a:cubicBezTo>
                <a:cubicBezTo>
                  <a:pt x="78633" y="11526"/>
                  <a:pt x="74387" y="16530"/>
                  <a:pt x="71657" y="24113"/>
                </a:cubicBezTo>
                <a:cubicBezTo>
                  <a:pt x="62558" y="57629"/>
                  <a:pt x="58008" y="77193"/>
                  <a:pt x="58008" y="82804"/>
                </a:cubicBezTo>
                <a:cubicBezTo>
                  <a:pt x="58008" y="87050"/>
                  <a:pt x="59221" y="90083"/>
                  <a:pt x="61648" y="91903"/>
                </a:cubicBezTo>
                <a:cubicBezTo>
                  <a:pt x="64074" y="93723"/>
                  <a:pt x="66728" y="94633"/>
                  <a:pt x="69610" y="94633"/>
                </a:cubicBezTo>
                <a:cubicBezTo>
                  <a:pt x="75221" y="94633"/>
                  <a:pt x="80756" y="92131"/>
                  <a:pt x="86216" y="87126"/>
                </a:cubicBezTo>
                <a:cubicBezTo>
                  <a:pt x="91676" y="82121"/>
                  <a:pt x="95391" y="75979"/>
                  <a:pt x="97363" y="68700"/>
                </a:cubicBezTo>
                <a:cubicBezTo>
                  <a:pt x="97818" y="67183"/>
                  <a:pt x="98273" y="66349"/>
                  <a:pt x="98728" y="66198"/>
                </a:cubicBezTo>
                <a:cubicBezTo>
                  <a:pt x="99183" y="66046"/>
                  <a:pt x="100396" y="65894"/>
                  <a:pt x="102367" y="65743"/>
                </a:cubicBezTo>
                <a:lnTo>
                  <a:pt x="103277" y="65743"/>
                </a:lnTo>
                <a:cubicBezTo>
                  <a:pt x="105552" y="65743"/>
                  <a:pt x="106690" y="66349"/>
                  <a:pt x="106690" y="67562"/>
                </a:cubicBezTo>
                <a:cubicBezTo>
                  <a:pt x="106690" y="67714"/>
                  <a:pt x="106538" y="68548"/>
                  <a:pt x="106235" y="70065"/>
                </a:cubicBezTo>
                <a:cubicBezTo>
                  <a:pt x="103808" y="78709"/>
                  <a:pt x="99107" y="86368"/>
                  <a:pt x="92131" y="93041"/>
                </a:cubicBezTo>
                <a:cubicBezTo>
                  <a:pt x="85154" y="99713"/>
                  <a:pt x="77041" y="103050"/>
                  <a:pt x="67790" y="103050"/>
                </a:cubicBezTo>
                <a:cubicBezTo>
                  <a:pt x="57174" y="103050"/>
                  <a:pt x="49136" y="98273"/>
                  <a:pt x="43677" y="88718"/>
                </a:cubicBezTo>
                <a:cubicBezTo>
                  <a:pt x="37459" y="98121"/>
                  <a:pt x="30331" y="102822"/>
                  <a:pt x="22293" y="102822"/>
                </a:cubicBezTo>
                <a:lnTo>
                  <a:pt x="20928" y="102822"/>
                </a:lnTo>
                <a:cubicBezTo>
                  <a:pt x="13497" y="102822"/>
                  <a:pt x="8189" y="100851"/>
                  <a:pt x="5005" y="96908"/>
                </a:cubicBezTo>
                <a:cubicBezTo>
                  <a:pt x="1820" y="92965"/>
                  <a:pt x="152" y="88794"/>
                  <a:pt x="0" y="84396"/>
                </a:cubicBezTo>
                <a:cubicBezTo>
                  <a:pt x="0" y="79543"/>
                  <a:pt x="1441" y="75600"/>
                  <a:pt x="4322" y="72567"/>
                </a:cubicBezTo>
                <a:cubicBezTo>
                  <a:pt x="7204" y="69534"/>
                  <a:pt x="10616" y="68017"/>
                  <a:pt x="14559" y="68017"/>
                </a:cubicBezTo>
                <a:cubicBezTo>
                  <a:pt x="21080" y="68017"/>
                  <a:pt x="24341" y="71202"/>
                  <a:pt x="24341" y="77572"/>
                </a:cubicBezTo>
                <a:cubicBezTo>
                  <a:pt x="24341" y="80605"/>
                  <a:pt x="23431" y="83259"/>
                  <a:pt x="21611" y="85534"/>
                </a:cubicBezTo>
                <a:cubicBezTo>
                  <a:pt x="19791" y="87808"/>
                  <a:pt x="18047" y="89325"/>
                  <a:pt x="16379" y="90083"/>
                </a:cubicBezTo>
                <a:cubicBezTo>
                  <a:pt x="14711" y="90842"/>
                  <a:pt x="13725" y="91221"/>
                  <a:pt x="13421" y="91221"/>
                </a:cubicBezTo>
                <a:lnTo>
                  <a:pt x="12739" y="91448"/>
                </a:lnTo>
                <a:cubicBezTo>
                  <a:pt x="12739" y="91600"/>
                  <a:pt x="13194" y="91903"/>
                  <a:pt x="14104" y="92358"/>
                </a:cubicBezTo>
                <a:cubicBezTo>
                  <a:pt x="15014" y="92813"/>
                  <a:pt x="16227" y="93344"/>
                  <a:pt x="17744" y="93950"/>
                </a:cubicBezTo>
                <a:cubicBezTo>
                  <a:pt x="19260" y="94557"/>
                  <a:pt x="20701" y="94785"/>
                  <a:pt x="22066" y="94633"/>
                </a:cubicBezTo>
                <a:cubicBezTo>
                  <a:pt x="27525" y="94633"/>
                  <a:pt x="32227" y="91221"/>
                  <a:pt x="36170" y="84396"/>
                </a:cubicBezTo>
                <a:cubicBezTo>
                  <a:pt x="37535" y="81970"/>
                  <a:pt x="39279" y="76813"/>
                  <a:pt x="41402" y="68927"/>
                </a:cubicBezTo>
                <a:cubicBezTo>
                  <a:pt x="43525" y="61041"/>
                  <a:pt x="45648" y="52852"/>
                  <a:pt x="47771" y="44359"/>
                </a:cubicBezTo>
                <a:cubicBezTo>
                  <a:pt x="49895" y="35866"/>
                  <a:pt x="51108" y="30862"/>
                  <a:pt x="51411" y="29345"/>
                </a:cubicBezTo>
                <a:cubicBezTo>
                  <a:pt x="52169" y="25251"/>
                  <a:pt x="52549" y="22293"/>
                  <a:pt x="52549" y="20473"/>
                </a:cubicBezTo>
                <a:cubicBezTo>
                  <a:pt x="52549" y="16227"/>
                  <a:pt x="51411" y="13194"/>
                  <a:pt x="49136" y="11374"/>
                </a:cubicBezTo>
                <a:cubicBezTo>
                  <a:pt x="46862" y="9554"/>
                  <a:pt x="44283" y="8644"/>
                  <a:pt x="41402" y="8644"/>
                </a:cubicBezTo>
                <a:cubicBezTo>
                  <a:pt x="35336" y="8644"/>
                  <a:pt x="29649" y="11071"/>
                  <a:pt x="24341" y="15924"/>
                </a:cubicBezTo>
                <a:cubicBezTo>
                  <a:pt x="19033" y="20777"/>
                  <a:pt x="15317" y="26995"/>
                  <a:pt x="13194" y="34577"/>
                </a:cubicBezTo>
                <a:cubicBezTo>
                  <a:pt x="12891" y="35942"/>
                  <a:pt x="12512" y="36701"/>
                  <a:pt x="12057" y="36852"/>
                </a:cubicBezTo>
                <a:cubicBezTo>
                  <a:pt x="11602" y="37004"/>
                  <a:pt x="10388" y="37156"/>
                  <a:pt x="8417" y="37307"/>
                </a:cubicBezTo>
                <a:lnTo>
                  <a:pt x="5232" y="37307"/>
                </a:lnTo>
                <a:cubicBezTo>
                  <a:pt x="4322" y="36397"/>
                  <a:pt x="3867" y="35563"/>
                  <a:pt x="3867" y="348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" cap="flat">
            <a:solidFill>
              <a:srgbClr val="000000">
                <a:alpha val="4360"/>
              </a:srgbClr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D29BC-BE09-4881-918A-7B71D013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73" y="457135"/>
            <a:ext cx="115316" cy="160351"/>
          </a:xfrm>
          <a:custGeom xmlns:a="http://schemas.openxmlformats.org/drawingml/2006/main">
            <a:pathLst>
              <a:path w="115316" h="160351">
                <a:moveTo>
                  <a:pt x="20243" y="2502"/>
                </a:moveTo>
                <a:cubicBezTo>
                  <a:pt x="20395" y="2502"/>
                  <a:pt x="25853" y="2123"/>
                  <a:pt x="36619" y="1365"/>
                </a:cubicBezTo>
                <a:cubicBezTo>
                  <a:pt x="47385" y="607"/>
                  <a:pt x="52920" y="152"/>
                  <a:pt x="53223" y="0"/>
                </a:cubicBezTo>
                <a:cubicBezTo>
                  <a:pt x="55043" y="0"/>
                  <a:pt x="55952" y="682"/>
                  <a:pt x="55952" y="2047"/>
                </a:cubicBezTo>
                <a:cubicBezTo>
                  <a:pt x="55952" y="3715"/>
                  <a:pt x="53223" y="15163"/>
                  <a:pt x="47764" y="36392"/>
                </a:cubicBezTo>
                <a:cubicBezTo>
                  <a:pt x="42002" y="58833"/>
                  <a:pt x="39121" y="70282"/>
                  <a:pt x="39121" y="70737"/>
                </a:cubicBezTo>
                <a:cubicBezTo>
                  <a:pt x="39121" y="71040"/>
                  <a:pt x="39652" y="70661"/>
                  <a:pt x="40713" y="69599"/>
                </a:cubicBezTo>
                <a:cubicBezTo>
                  <a:pt x="49963" y="61411"/>
                  <a:pt x="59819" y="57317"/>
                  <a:pt x="70282" y="57317"/>
                </a:cubicBezTo>
                <a:cubicBezTo>
                  <a:pt x="78470" y="57317"/>
                  <a:pt x="85066" y="59364"/>
                  <a:pt x="90070" y="63458"/>
                </a:cubicBezTo>
                <a:cubicBezTo>
                  <a:pt x="95074" y="67552"/>
                  <a:pt x="97651" y="73542"/>
                  <a:pt x="97803" y="81427"/>
                </a:cubicBezTo>
                <a:cubicBezTo>
                  <a:pt x="97803" y="89160"/>
                  <a:pt x="94922" y="101139"/>
                  <a:pt x="89160" y="117364"/>
                </a:cubicBezTo>
                <a:cubicBezTo>
                  <a:pt x="83398" y="133588"/>
                  <a:pt x="80517" y="143293"/>
                  <a:pt x="80517" y="146477"/>
                </a:cubicBezTo>
                <a:cubicBezTo>
                  <a:pt x="80668" y="148600"/>
                  <a:pt x="81048" y="150040"/>
                  <a:pt x="81654" y="150798"/>
                </a:cubicBezTo>
                <a:cubicBezTo>
                  <a:pt x="82261" y="151557"/>
                  <a:pt x="83398" y="151936"/>
                  <a:pt x="85066" y="151936"/>
                </a:cubicBezTo>
                <a:cubicBezTo>
                  <a:pt x="89312" y="151936"/>
                  <a:pt x="93254" y="149661"/>
                  <a:pt x="96893" y="145112"/>
                </a:cubicBezTo>
                <a:cubicBezTo>
                  <a:pt x="100532" y="140563"/>
                  <a:pt x="103489" y="134346"/>
                  <a:pt x="105764" y="126461"/>
                </a:cubicBezTo>
                <a:cubicBezTo>
                  <a:pt x="106219" y="124794"/>
                  <a:pt x="106673" y="123808"/>
                  <a:pt x="107128" y="123505"/>
                </a:cubicBezTo>
                <a:cubicBezTo>
                  <a:pt x="107583" y="123201"/>
                  <a:pt x="108796" y="123050"/>
                  <a:pt x="110768" y="123050"/>
                </a:cubicBezTo>
                <a:cubicBezTo>
                  <a:pt x="113800" y="123050"/>
                  <a:pt x="115316" y="123656"/>
                  <a:pt x="115316" y="124869"/>
                </a:cubicBezTo>
                <a:cubicBezTo>
                  <a:pt x="115316" y="125021"/>
                  <a:pt x="115013" y="126158"/>
                  <a:pt x="114407" y="128281"/>
                </a:cubicBezTo>
                <a:cubicBezTo>
                  <a:pt x="111981" y="137227"/>
                  <a:pt x="108114" y="144582"/>
                  <a:pt x="102807" y="150344"/>
                </a:cubicBezTo>
                <a:cubicBezTo>
                  <a:pt x="97651" y="156864"/>
                  <a:pt x="91510" y="160124"/>
                  <a:pt x="84383" y="160124"/>
                </a:cubicBezTo>
                <a:lnTo>
                  <a:pt x="83246" y="160124"/>
                </a:lnTo>
                <a:cubicBezTo>
                  <a:pt x="76119" y="160124"/>
                  <a:pt x="70964" y="158077"/>
                  <a:pt x="67780" y="153983"/>
                </a:cubicBezTo>
                <a:cubicBezTo>
                  <a:pt x="64595" y="149889"/>
                  <a:pt x="63003" y="145567"/>
                  <a:pt x="63003" y="141018"/>
                </a:cubicBezTo>
                <a:cubicBezTo>
                  <a:pt x="63003" y="138592"/>
                  <a:pt x="65733" y="129646"/>
                  <a:pt x="71191" y="114179"/>
                </a:cubicBezTo>
                <a:cubicBezTo>
                  <a:pt x="76650" y="98713"/>
                  <a:pt x="79455" y="87113"/>
                  <a:pt x="79607" y="79380"/>
                </a:cubicBezTo>
                <a:cubicBezTo>
                  <a:pt x="79607" y="70433"/>
                  <a:pt x="76271" y="65960"/>
                  <a:pt x="69599" y="65960"/>
                </a:cubicBezTo>
                <a:lnTo>
                  <a:pt x="68462" y="65960"/>
                </a:lnTo>
                <a:cubicBezTo>
                  <a:pt x="55877" y="65960"/>
                  <a:pt x="44959" y="73390"/>
                  <a:pt x="35709" y="88250"/>
                </a:cubicBezTo>
                <a:lnTo>
                  <a:pt x="34117" y="91207"/>
                </a:lnTo>
                <a:lnTo>
                  <a:pt x="26384" y="121912"/>
                </a:lnTo>
                <a:cubicBezTo>
                  <a:pt x="21532" y="141625"/>
                  <a:pt x="18727" y="152391"/>
                  <a:pt x="17968" y="154210"/>
                </a:cubicBezTo>
                <a:cubicBezTo>
                  <a:pt x="15997" y="158304"/>
                  <a:pt x="12661" y="160351"/>
                  <a:pt x="7961" y="160351"/>
                </a:cubicBezTo>
                <a:cubicBezTo>
                  <a:pt x="5838" y="160351"/>
                  <a:pt x="4018" y="159669"/>
                  <a:pt x="2502" y="158304"/>
                </a:cubicBezTo>
                <a:cubicBezTo>
                  <a:pt x="986" y="156940"/>
                  <a:pt x="152" y="155575"/>
                  <a:pt x="0" y="154210"/>
                </a:cubicBezTo>
                <a:cubicBezTo>
                  <a:pt x="0" y="152087"/>
                  <a:pt x="5535" y="129039"/>
                  <a:pt x="16604" y="85066"/>
                </a:cubicBezTo>
                <a:lnTo>
                  <a:pt x="33435" y="17741"/>
                </a:lnTo>
                <a:cubicBezTo>
                  <a:pt x="33435" y="15770"/>
                  <a:pt x="32904" y="14557"/>
                  <a:pt x="31843" y="14102"/>
                </a:cubicBezTo>
                <a:cubicBezTo>
                  <a:pt x="30781" y="13647"/>
                  <a:pt x="27825" y="13268"/>
                  <a:pt x="22972" y="12965"/>
                </a:cubicBezTo>
                <a:lnTo>
                  <a:pt x="18196" y="12965"/>
                </a:lnTo>
                <a:cubicBezTo>
                  <a:pt x="17286" y="12055"/>
                  <a:pt x="16831" y="11448"/>
                  <a:pt x="16831" y="11145"/>
                </a:cubicBezTo>
                <a:cubicBezTo>
                  <a:pt x="16831" y="10842"/>
                  <a:pt x="16983" y="9401"/>
                  <a:pt x="17286" y="6823"/>
                </a:cubicBezTo>
                <a:cubicBezTo>
                  <a:pt x="18044" y="3942"/>
                  <a:pt x="19030" y="2502"/>
                  <a:pt x="20243" y="2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2BD97-2D90-486C-90F0-BF9B658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73" y="457135"/>
            <a:ext cx="115316" cy="160351"/>
          </a:xfrm>
          <a:custGeom xmlns:a="http://schemas.openxmlformats.org/drawingml/2006/main">
            <a:pathLst>
              <a:path w="115316" h="160351" fill="none">
                <a:moveTo>
                  <a:pt x="20243" y="2502"/>
                </a:moveTo>
                <a:cubicBezTo>
                  <a:pt x="20395" y="2502"/>
                  <a:pt x="25853" y="2123"/>
                  <a:pt x="36619" y="1365"/>
                </a:cubicBezTo>
                <a:cubicBezTo>
                  <a:pt x="47385" y="607"/>
                  <a:pt x="52920" y="152"/>
                  <a:pt x="53223" y="0"/>
                </a:cubicBezTo>
                <a:cubicBezTo>
                  <a:pt x="55043" y="0"/>
                  <a:pt x="55952" y="682"/>
                  <a:pt x="55952" y="2047"/>
                </a:cubicBezTo>
                <a:cubicBezTo>
                  <a:pt x="55952" y="3715"/>
                  <a:pt x="53223" y="15163"/>
                  <a:pt x="47764" y="36392"/>
                </a:cubicBezTo>
                <a:cubicBezTo>
                  <a:pt x="42002" y="58833"/>
                  <a:pt x="39121" y="70282"/>
                  <a:pt x="39121" y="70737"/>
                </a:cubicBezTo>
                <a:cubicBezTo>
                  <a:pt x="39121" y="71040"/>
                  <a:pt x="39652" y="70661"/>
                  <a:pt x="40713" y="69599"/>
                </a:cubicBezTo>
                <a:cubicBezTo>
                  <a:pt x="49963" y="61411"/>
                  <a:pt x="59819" y="57317"/>
                  <a:pt x="70282" y="57317"/>
                </a:cubicBezTo>
                <a:cubicBezTo>
                  <a:pt x="78470" y="57317"/>
                  <a:pt x="85066" y="59364"/>
                  <a:pt x="90070" y="63458"/>
                </a:cubicBezTo>
                <a:cubicBezTo>
                  <a:pt x="95074" y="67552"/>
                  <a:pt x="97651" y="73542"/>
                  <a:pt x="97803" y="81427"/>
                </a:cubicBezTo>
                <a:cubicBezTo>
                  <a:pt x="97803" y="89160"/>
                  <a:pt x="94922" y="101139"/>
                  <a:pt x="89160" y="117364"/>
                </a:cubicBezTo>
                <a:cubicBezTo>
                  <a:pt x="83398" y="133588"/>
                  <a:pt x="80517" y="143293"/>
                  <a:pt x="80517" y="146477"/>
                </a:cubicBezTo>
                <a:cubicBezTo>
                  <a:pt x="80668" y="148600"/>
                  <a:pt x="81048" y="150040"/>
                  <a:pt x="81654" y="150798"/>
                </a:cubicBezTo>
                <a:cubicBezTo>
                  <a:pt x="82261" y="151557"/>
                  <a:pt x="83398" y="151936"/>
                  <a:pt x="85066" y="151936"/>
                </a:cubicBezTo>
                <a:cubicBezTo>
                  <a:pt x="89312" y="151936"/>
                  <a:pt x="93254" y="149661"/>
                  <a:pt x="96893" y="145112"/>
                </a:cubicBezTo>
                <a:cubicBezTo>
                  <a:pt x="100532" y="140563"/>
                  <a:pt x="103489" y="134346"/>
                  <a:pt x="105764" y="126461"/>
                </a:cubicBezTo>
                <a:cubicBezTo>
                  <a:pt x="106219" y="124794"/>
                  <a:pt x="106673" y="123808"/>
                  <a:pt x="107128" y="123505"/>
                </a:cubicBezTo>
                <a:cubicBezTo>
                  <a:pt x="107583" y="123201"/>
                  <a:pt x="108796" y="123050"/>
                  <a:pt x="110768" y="123050"/>
                </a:cubicBezTo>
                <a:cubicBezTo>
                  <a:pt x="113800" y="123050"/>
                  <a:pt x="115316" y="123656"/>
                  <a:pt x="115316" y="124869"/>
                </a:cubicBezTo>
                <a:cubicBezTo>
                  <a:pt x="115316" y="125021"/>
                  <a:pt x="115013" y="126158"/>
                  <a:pt x="114407" y="128281"/>
                </a:cubicBezTo>
                <a:cubicBezTo>
                  <a:pt x="111981" y="137227"/>
                  <a:pt x="108114" y="144582"/>
                  <a:pt x="102807" y="150344"/>
                </a:cubicBezTo>
                <a:cubicBezTo>
                  <a:pt x="97651" y="156864"/>
                  <a:pt x="91510" y="160124"/>
                  <a:pt x="84383" y="160124"/>
                </a:cubicBezTo>
                <a:lnTo>
                  <a:pt x="83246" y="160124"/>
                </a:lnTo>
                <a:cubicBezTo>
                  <a:pt x="76119" y="160124"/>
                  <a:pt x="70964" y="158077"/>
                  <a:pt x="67780" y="153983"/>
                </a:cubicBezTo>
                <a:cubicBezTo>
                  <a:pt x="64595" y="149889"/>
                  <a:pt x="63003" y="145567"/>
                  <a:pt x="63003" y="141018"/>
                </a:cubicBezTo>
                <a:cubicBezTo>
                  <a:pt x="63003" y="138592"/>
                  <a:pt x="65733" y="129646"/>
                  <a:pt x="71191" y="114179"/>
                </a:cubicBezTo>
                <a:cubicBezTo>
                  <a:pt x="76650" y="98713"/>
                  <a:pt x="79455" y="87113"/>
                  <a:pt x="79607" y="79380"/>
                </a:cubicBezTo>
                <a:cubicBezTo>
                  <a:pt x="79607" y="70433"/>
                  <a:pt x="76271" y="65960"/>
                  <a:pt x="69599" y="65960"/>
                </a:cubicBezTo>
                <a:lnTo>
                  <a:pt x="68462" y="65960"/>
                </a:lnTo>
                <a:cubicBezTo>
                  <a:pt x="55877" y="65960"/>
                  <a:pt x="44959" y="73390"/>
                  <a:pt x="35709" y="88250"/>
                </a:cubicBezTo>
                <a:lnTo>
                  <a:pt x="34117" y="91207"/>
                </a:lnTo>
                <a:lnTo>
                  <a:pt x="26384" y="121912"/>
                </a:lnTo>
                <a:cubicBezTo>
                  <a:pt x="21532" y="141625"/>
                  <a:pt x="18727" y="152391"/>
                  <a:pt x="17968" y="154210"/>
                </a:cubicBezTo>
                <a:cubicBezTo>
                  <a:pt x="15997" y="158304"/>
                  <a:pt x="12661" y="160351"/>
                  <a:pt x="7961" y="160351"/>
                </a:cubicBezTo>
                <a:cubicBezTo>
                  <a:pt x="5838" y="160351"/>
                  <a:pt x="4018" y="159669"/>
                  <a:pt x="2502" y="158304"/>
                </a:cubicBezTo>
                <a:cubicBezTo>
                  <a:pt x="986" y="156940"/>
                  <a:pt x="152" y="155575"/>
                  <a:pt x="0" y="154210"/>
                </a:cubicBezTo>
                <a:cubicBezTo>
                  <a:pt x="0" y="152087"/>
                  <a:pt x="5535" y="129039"/>
                  <a:pt x="16604" y="85066"/>
                </a:cubicBezTo>
                <a:lnTo>
                  <a:pt x="33435" y="17741"/>
                </a:lnTo>
                <a:cubicBezTo>
                  <a:pt x="33435" y="15770"/>
                  <a:pt x="32904" y="14557"/>
                  <a:pt x="31843" y="14102"/>
                </a:cubicBezTo>
                <a:cubicBezTo>
                  <a:pt x="30781" y="13647"/>
                  <a:pt x="27825" y="13268"/>
                  <a:pt x="22972" y="12965"/>
                </a:cubicBezTo>
                <a:lnTo>
                  <a:pt x="18196" y="12965"/>
                </a:lnTo>
                <a:cubicBezTo>
                  <a:pt x="17286" y="12055"/>
                  <a:pt x="16831" y="11448"/>
                  <a:pt x="16831" y="11145"/>
                </a:cubicBezTo>
                <a:cubicBezTo>
                  <a:pt x="16831" y="10842"/>
                  <a:pt x="16983" y="9401"/>
                  <a:pt x="17286" y="6823"/>
                </a:cubicBezTo>
                <a:cubicBezTo>
                  <a:pt x="18044" y="3942"/>
                  <a:pt x="19030" y="2502"/>
                  <a:pt x="20243" y="250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7" cap="flat">
            <a:solidFill>
              <a:srgbClr val="000000">
                <a:alpha val="4360"/>
              </a:srgbClr>
            </a:solidFill>
            <a:miter/>
          </a:ln>
        </p:spPr>
      </p:sp>
      <p:sp>
        <p:nvSpPr>
          <p:cNvPr id="260" name="Text (a)LoRA">
            <a:extLst xmlns:a="http://schemas.openxmlformats.org/drawingml/2006/main">
              <a:ext uri="{FF2B5EF4-FFF2-40B4-BE49-F238E27FC236}">
                <a16:creationId xmlns:a16="http://schemas.microsoft.com/office/drawing/2014/main" id="{B4DB4C70-D7AB-42F3-93DE-0FA5B95C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517" y="3388458"/>
            <a:ext cx="894942" cy="197395"/>
          </a:xfrm>
          <a:custGeom xmlns:a="http://schemas.openxmlformats.org/drawingml/2006/main">
            <a:pathLst>
              <a:path w="894942" h="197395">
                <a:moveTo>
                  <a:pt x="786242" y="148376"/>
                </a:moveTo>
                <a:lnTo>
                  <a:pt x="785287" y="148300"/>
                </a:lnTo>
                <a:lnTo>
                  <a:pt x="784361" y="148221"/>
                </a:lnTo>
                <a:lnTo>
                  <a:pt x="783466" y="148140"/>
                </a:lnTo>
                <a:lnTo>
                  <a:pt x="782600" y="148055"/>
                </a:lnTo>
                <a:lnTo>
                  <a:pt x="781765" y="147967"/>
                </a:lnTo>
                <a:lnTo>
                  <a:pt x="780960" y="147876"/>
                </a:lnTo>
                <a:lnTo>
                  <a:pt x="780185" y="147782"/>
                </a:lnTo>
                <a:lnTo>
                  <a:pt x="779440" y="147684"/>
                </a:lnTo>
                <a:lnTo>
                  <a:pt x="778726" y="147584"/>
                </a:lnTo>
                <a:lnTo>
                  <a:pt x="778041" y="147481"/>
                </a:lnTo>
                <a:lnTo>
                  <a:pt x="777387" y="147374"/>
                </a:lnTo>
                <a:lnTo>
                  <a:pt x="776763" y="147265"/>
                </a:lnTo>
                <a:lnTo>
                  <a:pt x="776169" y="147152"/>
                </a:lnTo>
                <a:lnTo>
                  <a:pt x="775605" y="147037"/>
                </a:lnTo>
                <a:lnTo>
                  <a:pt x="775071" y="146918"/>
                </a:lnTo>
                <a:lnTo>
                  <a:pt x="774568" y="146796"/>
                </a:lnTo>
                <a:lnTo>
                  <a:pt x="774094" y="146671"/>
                </a:lnTo>
                <a:lnTo>
                  <a:pt x="773651" y="146543"/>
                </a:lnTo>
                <a:lnTo>
                  <a:pt x="773238" y="146412"/>
                </a:lnTo>
                <a:lnTo>
                  <a:pt x="772855" y="146278"/>
                </a:lnTo>
                <a:lnTo>
                  <a:pt x="772502" y="146141"/>
                </a:lnTo>
                <a:lnTo>
                  <a:pt x="772180" y="146000"/>
                </a:lnTo>
                <a:lnTo>
                  <a:pt x="771887" y="145857"/>
                </a:lnTo>
                <a:lnTo>
                  <a:pt x="771625" y="145711"/>
                </a:lnTo>
                <a:lnTo>
                  <a:pt x="771212" y="145455"/>
                </a:lnTo>
                <a:lnTo>
                  <a:pt x="770817" y="145187"/>
                </a:lnTo>
                <a:lnTo>
                  <a:pt x="770440" y="144908"/>
                </a:lnTo>
                <a:lnTo>
                  <a:pt x="770080" y="144618"/>
                </a:lnTo>
                <a:lnTo>
                  <a:pt x="769738" y="144315"/>
                </a:lnTo>
                <a:lnTo>
                  <a:pt x="769413" y="144002"/>
                </a:lnTo>
                <a:lnTo>
                  <a:pt x="769106" y="143676"/>
                </a:lnTo>
                <a:lnTo>
                  <a:pt x="768816" y="143340"/>
                </a:lnTo>
                <a:lnTo>
                  <a:pt x="768544" y="142991"/>
                </a:lnTo>
                <a:lnTo>
                  <a:pt x="768289" y="142631"/>
                </a:lnTo>
                <a:lnTo>
                  <a:pt x="768052" y="142260"/>
                </a:lnTo>
                <a:lnTo>
                  <a:pt x="767833" y="141877"/>
                </a:lnTo>
                <a:lnTo>
                  <a:pt x="767631" y="141482"/>
                </a:lnTo>
                <a:lnTo>
                  <a:pt x="767447" y="141076"/>
                </a:lnTo>
                <a:lnTo>
                  <a:pt x="767280" y="140658"/>
                </a:lnTo>
                <a:lnTo>
                  <a:pt x="767131" y="140229"/>
                </a:lnTo>
                <a:lnTo>
                  <a:pt x="766999" y="139788"/>
                </a:lnTo>
                <a:lnTo>
                  <a:pt x="766885" y="139336"/>
                </a:lnTo>
                <a:lnTo>
                  <a:pt x="766788" y="138872"/>
                </a:lnTo>
                <a:lnTo>
                  <a:pt x="766709" y="138396"/>
                </a:lnTo>
                <a:lnTo>
                  <a:pt x="766648" y="137909"/>
                </a:lnTo>
                <a:lnTo>
                  <a:pt x="766604" y="137411"/>
                </a:lnTo>
                <a:lnTo>
                  <a:pt x="766578" y="136900"/>
                </a:lnTo>
                <a:lnTo>
                  <a:pt x="766569" y="136379"/>
                </a:lnTo>
                <a:lnTo>
                  <a:pt x="766574" y="135976"/>
                </a:lnTo>
                <a:lnTo>
                  <a:pt x="766590" y="135565"/>
                </a:lnTo>
                <a:lnTo>
                  <a:pt x="766617" y="135144"/>
                </a:lnTo>
                <a:lnTo>
                  <a:pt x="766654" y="134715"/>
                </a:lnTo>
                <a:lnTo>
                  <a:pt x="766702" y="134277"/>
                </a:lnTo>
                <a:lnTo>
                  <a:pt x="766761" y="133830"/>
                </a:lnTo>
                <a:lnTo>
                  <a:pt x="766831" y="133374"/>
                </a:lnTo>
                <a:lnTo>
                  <a:pt x="766911" y="132910"/>
                </a:lnTo>
                <a:lnTo>
                  <a:pt x="767002" y="132436"/>
                </a:lnTo>
                <a:lnTo>
                  <a:pt x="767103" y="131954"/>
                </a:lnTo>
                <a:lnTo>
                  <a:pt x="767215" y="131463"/>
                </a:lnTo>
                <a:lnTo>
                  <a:pt x="767338" y="130962"/>
                </a:lnTo>
                <a:lnTo>
                  <a:pt x="767472" y="130453"/>
                </a:lnTo>
                <a:lnTo>
                  <a:pt x="767616" y="129935"/>
                </a:lnTo>
                <a:lnTo>
                  <a:pt x="767771" y="129409"/>
                </a:lnTo>
                <a:lnTo>
                  <a:pt x="767937" y="128873"/>
                </a:lnTo>
                <a:lnTo>
                  <a:pt x="768113" y="128328"/>
                </a:lnTo>
                <a:lnTo>
                  <a:pt x="768300" y="127775"/>
                </a:lnTo>
                <a:lnTo>
                  <a:pt x="768498" y="127213"/>
                </a:lnTo>
                <a:lnTo>
                  <a:pt x="768706" y="126642"/>
                </a:lnTo>
                <a:lnTo>
                  <a:pt x="768925" y="126062"/>
                </a:lnTo>
                <a:lnTo>
                  <a:pt x="769155" y="125473"/>
                </a:lnTo>
                <a:lnTo>
                  <a:pt x="769395" y="124875"/>
                </a:lnTo>
                <a:lnTo>
                  <a:pt x="769646" y="124268"/>
                </a:lnTo>
                <a:lnTo>
                  <a:pt x="775911" y="109688"/>
                </a:lnTo>
                <a:lnTo>
                  <a:pt x="828557" y="109688"/>
                </a:lnTo>
                <a:lnTo>
                  <a:pt x="836470" y="128259"/>
                </a:lnTo>
                <a:lnTo>
                  <a:pt x="836722" y="128863"/>
                </a:lnTo>
                <a:lnTo>
                  <a:pt x="836964" y="129445"/>
                </a:lnTo>
                <a:lnTo>
                  <a:pt x="837195" y="130004"/>
                </a:lnTo>
                <a:lnTo>
                  <a:pt x="837417" y="130541"/>
                </a:lnTo>
                <a:lnTo>
                  <a:pt x="837629" y="131057"/>
                </a:lnTo>
                <a:lnTo>
                  <a:pt x="837831" y="131550"/>
                </a:lnTo>
                <a:lnTo>
                  <a:pt x="838023" y="132021"/>
                </a:lnTo>
                <a:lnTo>
                  <a:pt x="838205" y="132469"/>
                </a:lnTo>
                <a:lnTo>
                  <a:pt x="838377" y="132896"/>
                </a:lnTo>
                <a:lnTo>
                  <a:pt x="838539" y="133301"/>
                </a:lnTo>
                <a:lnTo>
                  <a:pt x="838691" y="133683"/>
                </a:lnTo>
                <a:lnTo>
                  <a:pt x="838833" y="134043"/>
                </a:lnTo>
                <a:lnTo>
                  <a:pt x="838966" y="134381"/>
                </a:lnTo>
                <a:lnTo>
                  <a:pt x="839088" y="134697"/>
                </a:lnTo>
                <a:lnTo>
                  <a:pt x="839201" y="134991"/>
                </a:lnTo>
                <a:lnTo>
                  <a:pt x="839304" y="135263"/>
                </a:lnTo>
                <a:lnTo>
                  <a:pt x="839396" y="135512"/>
                </a:lnTo>
                <a:lnTo>
                  <a:pt x="839479" y="135740"/>
                </a:lnTo>
                <a:lnTo>
                  <a:pt x="839552" y="135945"/>
                </a:lnTo>
                <a:lnTo>
                  <a:pt x="839615" y="136128"/>
                </a:lnTo>
                <a:lnTo>
                  <a:pt x="839668" y="136289"/>
                </a:lnTo>
                <a:lnTo>
                  <a:pt x="839711" y="136428"/>
                </a:lnTo>
                <a:lnTo>
                  <a:pt x="839744" y="136545"/>
                </a:lnTo>
                <a:lnTo>
                  <a:pt x="839768" y="136640"/>
                </a:lnTo>
                <a:lnTo>
                  <a:pt x="839821" y="136817"/>
                </a:lnTo>
                <a:lnTo>
                  <a:pt x="839873" y="136993"/>
                </a:lnTo>
                <a:lnTo>
                  <a:pt x="839922" y="137169"/>
                </a:lnTo>
                <a:lnTo>
                  <a:pt x="839969" y="137345"/>
                </a:lnTo>
                <a:lnTo>
                  <a:pt x="840014" y="137521"/>
                </a:lnTo>
                <a:lnTo>
                  <a:pt x="840056" y="137696"/>
                </a:lnTo>
                <a:lnTo>
                  <a:pt x="840096" y="137870"/>
                </a:lnTo>
                <a:lnTo>
                  <a:pt x="840134" y="138044"/>
                </a:lnTo>
                <a:lnTo>
                  <a:pt x="840170" y="138218"/>
                </a:lnTo>
                <a:lnTo>
                  <a:pt x="840203" y="138391"/>
                </a:lnTo>
                <a:lnTo>
                  <a:pt x="840234" y="138564"/>
                </a:lnTo>
                <a:lnTo>
                  <a:pt x="840262" y="138737"/>
                </a:lnTo>
                <a:lnTo>
                  <a:pt x="840289" y="138909"/>
                </a:lnTo>
                <a:lnTo>
                  <a:pt x="840313" y="139080"/>
                </a:lnTo>
                <a:lnTo>
                  <a:pt x="840334" y="139252"/>
                </a:lnTo>
                <a:lnTo>
                  <a:pt x="840354" y="139423"/>
                </a:lnTo>
                <a:lnTo>
                  <a:pt x="840371" y="139593"/>
                </a:lnTo>
                <a:lnTo>
                  <a:pt x="840386" y="139763"/>
                </a:lnTo>
                <a:lnTo>
                  <a:pt x="840399" y="139933"/>
                </a:lnTo>
                <a:lnTo>
                  <a:pt x="840409" y="140102"/>
                </a:lnTo>
                <a:lnTo>
                  <a:pt x="840417" y="140271"/>
                </a:lnTo>
                <a:lnTo>
                  <a:pt x="840423" y="140439"/>
                </a:lnTo>
                <a:lnTo>
                  <a:pt x="840426" y="140607"/>
                </a:lnTo>
                <a:lnTo>
                  <a:pt x="840427" y="140775"/>
                </a:lnTo>
                <a:lnTo>
                  <a:pt x="840423" y="141052"/>
                </a:lnTo>
                <a:lnTo>
                  <a:pt x="840410" y="141323"/>
                </a:lnTo>
                <a:lnTo>
                  <a:pt x="840389" y="141589"/>
                </a:lnTo>
                <a:lnTo>
                  <a:pt x="840360" y="141850"/>
                </a:lnTo>
                <a:lnTo>
                  <a:pt x="840322" y="142105"/>
                </a:lnTo>
                <a:lnTo>
                  <a:pt x="840276" y="142355"/>
                </a:lnTo>
                <a:lnTo>
                  <a:pt x="840221" y="142599"/>
                </a:lnTo>
                <a:lnTo>
                  <a:pt x="840158" y="142838"/>
                </a:lnTo>
                <a:lnTo>
                  <a:pt x="840087" y="143071"/>
                </a:lnTo>
                <a:lnTo>
                  <a:pt x="840007" y="143299"/>
                </a:lnTo>
                <a:lnTo>
                  <a:pt x="839919" y="143521"/>
                </a:lnTo>
                <a:lnTo>
                  <a:pt x="839823" y="143738"/>
                </a:lnTo>
                <a:lnTo>
                  <a:pt x="839718" y="143950"/>
                </a:lnTo>
                <a:lnTo>
                  <a:pt x="839604" y="144156"/>
                </a:lnTo>
                <a:lnTo>
                  <a:pt x="839483" y="144356"/>
                </a:lnTo>
                <a:lnTo>
                  <a:pt x="839352" y="144552"/>
                </a:lnTo>
                <a:lnTo>
                  <a:pt x="839214" y="144741"/>
                </a:lnTo>
                <a:lnTo>
                  <a:pt x="839067" y="144926"/>
                </a:lnTo>
                <a:lnTo>
                  <a:pt x="838912" y="145104"/>
                </a:lnTo>
                <a:lnTo>
                  <a:pt x="838748" y="145278"/>
                </a:lnTo>
                <a:lnTo>
                  <a:pt x="838576" y="145446"/>
                </a:lnTo>
                <a:lnTo>
                  <a:pt x="838395" y="145608"/>
                </a:lnTo>
                <a:lnTo>
                  <a:pt x="838206" y="145765"/>
                </a:lnTo>
                <a:lnTo>
                  <a:pt x="838009" y="145917"/>
                </a:lnTo>
                <a:lnTo>
                  <a:pt x="837707" y="146117"/>
                </a:lnTo>
                <a:lnTo>
                  <a:pt x="837387" y="146310"/>
                </a:lnTo>
                <a:lnTo>
                  <a:pt x="837049" y="146493"/>
                </a:lnTo>
                <a:lnTo>
                  <a:pt x="836693" y="146668"/>
                </a:lnTo>
                <a:lnTo>
                  <a:pt x="836320" y="146835"/>
                </a:lnTo>
                <a:lnTo>
                  <a:pt x="835928" y="146993"/>
                </a:lnTo>
                <a:lnTo>
                  <a:pt x="835518" y="147142"/>
                </a:lnTo>
                <a:lnTo>
                  <a:pt x="835090" y="147283"/>
                </a:lnTo>
                <a:lnTo>
                  <a:pt x="834645" y="147415"/>
                </a:lnTo>
                <a:lnTo>
                  <a:pt x="834181" y="147539"/>
                </a:lnTo>
                <a:lnTo>
                  <a:pt x="833700" y="147654"/>
                </a:lnTo>
                <a:lnTo>
                  <a:pt x="833201" y="147761"/>
                </a:lnTo>
                <a:lnTo>
                  <a:pt x="832683" y="147859"/>
                </a:lnTo>
                <a:lnTo>
                  <a:pt x="832148" y="147949"/>
                </a:lnTo>
                <a:lnTo>
                  <a:pt x="831595" y="148030"/>
                </a:lnTo>
                <a:lnTo>
                  <a:pt x="831024" y="148103"/>
                </a:lnTo>
                <a:lnTo>
                  <a:pt x="830435" y="148167"/>
                </a:lnTo>
                <a:lnTo>
                  <a:pt x="829828" y="148222"/>
                </a:lnTo>
                <a:lnTo>
                  <a:pt x="829203" y="148269"/>
                </a:lnTo>
                <a:lnTo>
                  <a:pt x="828560" y="148308"/>
                </a:lnTo>
                <a:lnTo>
                  <a:pt x="827899" y="148337"/>
                </a:lnTo>
                <a:lnTo>
                  <a:pt x="827221" y="148359"/>
                </a:lnTo>
                <a:lnTo>
                  <a:pt x="826524" y="148372"/>
                </a:lnTo>
                <a:lnTo>
                  <a:pt x="825809" y="148376"/>
                </a:lnTo>
                <a:lnTo>
                  <a:pt x="822842" y="148376"/>
                </a:lnTo>
                <a:lnTo>
                  <a:pt x="822842" y="152333"/>
                </a:lnTo>
                <a:lnTo>
                  <a:pt x="894942" y="152333"/>
                </a:lnTo>
                <a:lnTo>
                  <a:pt x="894942" y="148376"/>
                </a:lnTo>
                <a:lnTo>
                  <a:pt x="894379" y="148325"/>
                </a:lnTo>
                <a:lnTo>
                  <a:pt x="893827" y="148263"/>
                </a:lnTo>
                <a:lnTo>
                  <a:pt x="893286" y="148192"/>
                </a:lnTo>
                <a:lnTo>
                  <a:pt x="892756" y="148110"/>
                </a:lnTo>
                <a:lnTo>
                  <a:pt x="892236" y="148019"/>
                </a:lnTo>
                <a:lnTo>
                  <a:pt x="891727" y="147917"/>
                </a:lnTo>
                <a:lnTo>
                  <a:pt x="891228" y="147806"/>
                </a:lnTo>
                <a:lnTo>
                  <a:pt x="890741" y="147684"/>
                </a:lnTo>
                <a:lnTo>
                  <a:pt x="890264" y="147553"/>
                </a:lnTo>
                <a:lnTo>
                  <a:pt x="889797" y="147411"/>
                </a:lnTo>
                <a:lnTo>
                  <a:pt x="889342" y="147260"/>
                </a:lnTo>
                <a:lnTo>
                  <a:pt x="888897" y="147098"/>
                </a:lnTo>
                <a:lnTo>
                  <a:pt x="888462" y="146927"/>
                </a:lnTo>
                <a:lnTo>
                  <a:pt x="888039" y="146745"/>
                </a:lnTo>
                <a:lnTo>
                  <a:pt x="887626" y="146553"/>
                </a:lnTo>
                <a:lnTo>
                  <a:pt x="887224" y="146352"/>
                </a:lnTo>
                <a:lnTo>
                  <a:pt x="886832" y="146140"/>
                </a:lnTo>
                <a:lnTo>
                  <a:pt x="886451" y="145918"/>
                </a:lnTo>
                <a:lnTo>
                  <a:pt x="886081" y="145687"/>
                </a:lnTo>
                <a:lnTo>
                  <a:pt x="885721" y="145445"/>
                </a:lnTo>
                <a:lnTo>
                  <a:pt x="885373" y="145193"/>
                </a:lnTo>
                <a:lnTo>
                  <a:pt x="885035" y="144932"/>
                </a:lnTo>
                <a:lnTo>
                  <a:pt x="884707" y="144660"/>
                </a:lnTo>
                <a:lnTo>
                  <a:pt x="884390" y="144378"/>
                </a:lnTo>
                <a:lnTo>
                  <a:pt x="883973" y="143976"/>
                </a:lnTo>
                <a:lnTo>
                  <a:pt x="883547" y="143529"/>
                </a:lnTo>
                <a:lnTo>
                  <a:pt x="883111" y="143037"/>
                </a:lnTo>
                <a:lnTo>
                  <a:pt x="882665" y="142500"/>
                </a:lnTo>
                <a:lnTo>
                  <a:pt x="882210" y="141918"/>
                </a:lnTo>
                <a:lnTo>
                  <a:pt x="881746" y="141290"/>
                </a:lnTo>
                <a:lnTo>
                  <a:pt x="881272" y="140618"/>
                </a:lnTo>
                <a:lnTo>
                  <a:pt x="880788" y="139900"/>
                </a:lnTo>
                <a:lnTo>
                  <a:pt x="880295" y="139138"/>
                </a:lnTo>
                <a:lnTo>
                  <a:pt x="879792" y="138330"/>
                </a:lnTo>
                <a:lnTo>
                  <a:pt x="879279" y="137477"/>
                </a:lnTo>
                <a:lnTo>
                  <a:pt x="878758" y="136579"/>
                </a:lnTo>
                <a:lnTo>
                  <a:pt x="878226" y="135636"/>
                </a:lnTo>
                <a:lnTo>
                  <a:pt x="877685" y="134647"/>
                </a:lnTo>
                <a:lnTo>
                  <a:pt x="877135" y="133614"/>
                </a:lnTo>
                <a:lnTo>
                  <a:pt x="876575" y="132535"/>
                </a:lnTo>
                <a:lnTo>
                  <a:pt x="876005" y="131412"/>
                </a:lnTo>
                <a:lnTo>
                  <a:pt x="875426" y="130243"/>
                </a:lnTo>
                <a:lnTo>
                  <a:pt x="874837" y="129029"/>
                </a:lnTo>
                <a:lnTo>
                  <a:pt x="874239" y="127770"/>
                </a:lnTo>
                <a:lnTo>
                  <a:pt x="873631" y="126466"/>
                </a:lnTo>
                <a:lnTo>
                  <a:pt x="873014" y="125117"/>
                </a:lnTo>
                <a:lnTo>
                  <a:pt x="872387" y="123722"/>
                </a:lnTo>
                <a:lnTo>
                  <a:pt x="871751" y="122283"/>
                </a:lnTo>
                <a:lnTo>
                  <a:pt x="818006" y="0"/>
                </a:lnTo>
                <a:lnTo>
                  <a:pt x="815918" y="0"/>
                </a:lnTo>
                <a:lnTo>
                  <a:pt x="762612" y="118969"/>
                </a:lnTo>
                <a:lnTo>
                  <a:pt x="761984" y="120382"/>
                </a:lnTo>
                <a:lnTo>
                  <a:pt x="761365" y="121754"/>
                </a:lnTo>
                <a:lnTo>
                  <a:pt x="760754" y="123086"/>
                </a:lnTo>
                <a:lnTo>
                  <a:pt x="760151" y="124377"/>
                </a:lnTo>
                <a:lnTo>
                  <a:pt x="759557" y="125628"/>
                </a:lnTo>
                <a:lnTo>
                  <a:pt x="758972" y="126837"/>
                </a:lnTo>
                <a:lnTo>
                  <a:pt x="758394" y="128007"/>
                </a:lnTo>
                <a:lnTo>
                  <a:pt x="757825" y="129135"/>
                </a:lnTo>
                <a:lnTo>
                  <a:pt x="757264" y="130223"/>
                </a:lnTo>
                <a:lnTo>
                  <a:pt x="756712" y="131270"/>
                </a:lnTo>
                <a:lnTo>
                  <a:pt x="756168" y="132277"/>
                </a:lnTo>
                <a:lnTo>
                  <a:pt x="755633" y="133243"/>
                </a:lnTo>
                <a:lnTo>
                  <a:pt x="755106" y="134168"/>
                </a:lnTo>
                <a:lnTo>
                  <a:pt x="754587" y="135053"/>
                </a:lnTo>
                <a:lnTo>
                  <a:pt x="754077" y="135897"/>
                </a:lnTo>
                <a:lnTo>
                  <a:pt x="753575" y="136700"/>
                </a:lnTo>
                <a:lnTo>
                  <a:pt x="753082" y="137463"/>
                </a:lnTo>
                <a:lnTo>
                  <a:pt x="752597" y="138185"/>
                </a:lnTo>
                <a:lnTo>
                  <a:pt x="752120" y="138867"/>
                </a:lnTo>
                <a:lnTo>
                  <a:pt x="751652" y="139508"/>
                </a:lnTo>
                <a:lnTo>
                  <a:pt x="751192" y="140108"/>
                </a:lnTo>
                <a:lnTo>
                  <a:pt x="750741" y="140667"/>
                </a:lnTo>
                <a:lnTo>
                  <a:pt x="750298" y="141186"/>
                </a:lnTo>
                <a:lnTo>
                  <a:pt x="749863" y="141665"/>
                </a:lnTo>
                <a:lnTo>
                  <a:pt x="749427" y="142115"/>
                </a:lnTo>
                <a:lnTo>
                  <a:pt x="748982" y="142550"/>
                </a:lnTo>
                <a:lnTo>
                  <a:pt x="748527" y="142971"/>
                </a:lnTo>
                <a:lnTo>
                  <a:pt x="748062" y="143377"/>
                </a:lnTo>
                <a:lnTo>
                  <a:pt x="747586" y="143768"/>
                </a:lnTo>
                <a:lnTo>
                  <a:pt x="747101" y="144144"/>
                </a:lnTo>
                <a:lnTo>
                  <a:pt x="746606" y="144505"/>
                </a:lnTo>
                <a:lnTo>
                  <a:pt x="746102" y="144851"/>
                </a:lnTo>
                <a:lnTo>
                  <a:pt x="745587" y="145183"/>
                </a:lnTo>
                <a:lnTo>
                  <a:pt x="745062" y="145500"/>
                </a:lnTo>
                <a:lnTo>
                  <a:pt x="744527" y="145801"/>
                </a:lnTo>
                <a:lnTo>
                  <a:pt x="743983" y="146088"/>
                </a:lnTo>
                <a:lnTo>
                  <a:pt x="743428" y="146361"/>
                </a:lnTo>
                <a:lnTo>
                  <a:pt x="742864" y="146618"/>
                </a:lnTo>
                <a:lnTo>
                  <a:pt x="742290" y="146861"/>
                </a:lnTo>
                <a:lnTo>
                  <a:pt x="741705" y="147088"/>
                </a:lnTo>
                <a:lnTo>
                  <a:pt x="741111" y="147301"/>
                </a:lnTo>
                <a:lnTo>
                  <a:pt x="740507" y="147499"/>
                </a:lnTo>
                <a:lnTo>
                  <a:pt x="739893" y="147682"/>
                </a:lnTo>
                <a:lnTo>
                  <a:pt x="739269" y="147851"/>
                </a:lnTo>
                <a:lnTo>
                  <a:pt x="738635" y="148004"/>
                </a:lnTo>
                <a:lnTo>
                  <a:pt x="737991" y="148143"/>
                </a:lnTo>
                <a:lnTo>
                  <a:pt x="737338" y="148267"/>
                </a:lnTo>
                <a:lnTo>
                  <a:pt x="736931" y="148334"/>
                </a:lnTo>
                <a:lnTo>
                  <a:pt x="736931" y="148156"/>
                </a:lnTo>
                <a:lnTo>
                  <a:pt x="736439" y="148124"/>
                </a:lnTo>
                <a:lnTo>
                  <a:pt x="735952" y="148081"/>
                </a:lnTo>
                <a:lnTo>
                  <a:pt x="735470" y="148027"/>
                </a:lnTo>
                <a:lnTo>
                  <a:pt x="734993" y="147963"/>
                </a:lnTo>
                <a:lnTo>
                  <a:pt x="734521" y="147888"/>
                </a:lnTo>
                <a:lnTo>
                  <a:pt x="734053" y="147803"/>
                </a:lnTo>
                <a:lnTo>
                  <a:pt x="733591" y="147707"/>
                </a:lnTo>
                <a:lnTo>
                  <a:pt x="733134" y="147600"/>
                </a:lnTo>
                <a:lnTo>
                  <a:pt x="732681" y="147483"/>
                </a:lnTo>
                <a:lnTo>
                  <a:pt x="732234" y="147355"/>
                </a:lnTo>
                <a:lnTo>
                  <a:pt x="731791" y="147217"/>
                </a:lnTo>
                <a:lnTo>
                  <a:pt x="731354" y="147068"/>
                </a:lnTo>
                <a:lnTo>
                  <a:pt x="730921" y="146909"/>
                </a:lnTo>
                <a:lnTo>
                  <a:pt x="730493" y="146739"/>
                </a:lnTo>
                <a:lnTo>
                  <a:pt x="730071" y="146558"/>
                </a:lnTo>
                <a:lnTo>
                  <a:pt x="729653" y="146367"/>
                </a:lnTo>
                <a:lnTo>
                  <a:pt x="729240" y="146165"/>
                </a:lnTo>
                <a:lnTo>
                  <a:pt x="728833" y="145953"/>
                </a:lnTo>
                <a:lnTo>
                  <a:pt x="728430" y="145730"/>
                </a:lnTo>
                <a:lnTo>
                  <a:pt x="728032" y="145497"/>
                </a:lnTo>
                <a:lnTo>
                  <a:pt x="727639" y="145253"/>
                </a:lnTo>
                <a:lnTo>
                  <a:pt x="727251" y="144998"/>
                </a:lnTo>
                <a:lnTo>
                  <a:pt x="726868" y="144733"/>
                </a:lnTo>
                <a:lnTo>
                  <a:pt x="726490" y="144457"/>
                </a:lnTo>
                <a:lnTo>
                  <a:pt x="726236" y="144245"/>
                </a:lnTo>
                <a:lnTo>
                  <a:pt x="725967" y="144007"/>
                </a:lnTo>
                <a:lnTo>
                  <a:pt x="725685" y="143745"/>
                </a:lnTo>
                <a:lnTo>
                  <a:pt x="725388" y="143456"/>
                </a:lnTo>
                <a:lnTo>
                  <a:pt x="725077" y="143143"/>
                </a:lnTo>
                <a:lnTo>
                  <a:pt x="724752" y="142804"/>
                </a:lnTo>
                <a:lnTo>
                  <a:pt x="724413" y="142440"/>
                </a:lnTo>
                <a:lnTo>
                  <a:pt x="724060" y="142051"/>
                </a:lnTo>
                <a:lnTo>
                  <a:pt x="723693" y="141636"/>
                </a:lnTo>
                <a:lnTo>
                  <a:pt x="723311" y="141196"/>
                </a:lnTo>
                <a:lnTo>
                  <a:pt x="722916" y="140731"/>
                </a:lnTo>
                <a:lnTo>
                  <a:pt x="722506" y="140240"/>
                </a:lnTo>
                <a:lnTo>
                  <a:pt x="722082" y="139724"/>
                </a:lnTo>
                <a:lnTo>
                  <a:pt x="721644" y="139183"/>
                </a:lnTo>
                <a:lnTo>
                  <a:pt x="721192" y="138616"/>
                </a:lnTo>
                <a:lnTo>
                  <a:pt x="720726" y="138024"/>
                </a:lnTo>
                <a:lnTo>
                  <a:pt x="720246" y="137407"/>
                </a:lnTo>
                <a:lnTo>
                  <a:pt x="719751" y="136765"/>
                </a:lnTo>
                <a:lnTo>
                  <a:pt x="719243" y="136097"/>
                </a:lnTo>
                <a:lnTo>
                  <a:pt x="718720" y="135403"/>
                </a:lnTo>
                <a:lnTo>
                  <a:pt x="718184" y="134685"/>
                </a:lnTo>
                <a:lnTo>
                  <a:pt x="717633" y="133941"/>
                </a:lnTo>
                <a:lnTo>
                  <a:pt x="717068" y="133172"/>
                </a:lnTo>
                <a:lnTo>
                  <a:pt x="716489" y="132377"/>
                </a:lnTo>
                <a:lnTo>
                  <a:pt x="680659" y="81806"/>
                </a:lnTo>
                <a:lnTo>
                  <a:pt x="681784" y="81516"/>
                </a:lnTo>
                <a:lnTo>
                  <a:pt x="682888" y="81215"/>
                </a:lnTo>
                <a:lnTo>
                  <a:pt x="683971" y="80902"/>
                </a:lnTo>
                <a:lnTo>
                  <a:pt x="685033" y="80577"/>
                </a:lnTo>
                <a:lnTo>
                  <a:pt x="686075" y="80240"/>
                </a:lnTo>
                <a:lnTo>
                  <a:pt x="687095" y="79891"/>
                </a:lnTo>
                <a:lnTo>
                  <a:pt x="688094" y="79531"/>
                </a:lnTo>
                <a:lnTo>
                  <a:pt x="689073" y="79159"/>
                </a:lnTo>
                <a:lnTo>
                  <a:pt x="690030" y="78775"/>
                </a:lnTo>
                <a:lnTo>
                  <a:pt x="690966" y="78379"/>
                </a:lnTo>
                <a:lnTo>
                  <a:pt x="691882" y="77971"/>
                </a:lnTo>
                <a:lnTo>
                  <a:pt x="692776" y="77551"/>
                </a:lnTo>
                <a:lnTo>
                  <a:pt x="693649" y="77120"/>
                </a:lnTo>
                <a:lnTo>
                  <a:pt x="694502" y="76677"/>
                </a:lnTo>
                <a:lnTo>
                  <a:pt x="695333" y="76222"/>
                </a:lnTo>
                <a:lnTo>
                  <a:pt x="696143" y="75755"/>
                </a:lnTo>
                <a:lnTo>
                  <a:pt x="696933" y="75276"/>
                </a:lnTo>
                <a:lnTo>
                  <a:pt x="697701" y="74786"/>
                </a:lnTo>
                <a:lnTo>
                  <a:pt x="698449" y="74284"/>
                </a:lnTo>
                <a:lnTo>
                  <a:pt x="699175" y="73769"/>
                </a:lnTo>
                <a:lnTo>
                  <a:pt x="699880" y="73243"/>
                </a:lnTo>
                <a:lnTo>
                  <a:pt x="700565" y="72706"/>
                </a:lnTo>
                <a:lnTo>
                  <a:pt x="701228" y="72156"/>
                </a:lnTo>
                <a:lnTo>
                  <a:pt x="701871" y="71595"/>
                </a:lnTo>
                <a:lnTo>
                  <a:pt x="702839" y="70688"/>
                </a:lnTo>
                <a:lnTo>
                  <a:pt x="703767" y="69762"/>
                </a:lnTo>
                <a:lnTo>
                  <a:pt x="704653" y="68815"/>
                </a:lnTo>
                <a:lnTo>
                  <a:pt x="705498" y="67849"/>
                </a:lnTo>
                <a:lnTo>
                  <a:pt x="706301" y="66863"/>
                </a:lnTo>
                <a:lnTo>
                  <a:pt x="707064" y="65857"/>
                </a:lnTo>
                <a:lnTo>
                  <a:pt x="707785" y="64832"/>
                </a:lnTo>
                <a:lnTo>
                  <a:pt x="708465" y="63786"/>
                </a:lnTo>
                <a:lnTo>
                  <a:pt x="709104" y="62721"/>
                </a:lnTo>
                <a:lnTo>
                  <a:pt x="709702" y="61636"/>
                </a:lnTo>
                <a:lnTo>
                  <a:pt x="710258" y="60531"/>
                </a:lnTo>
                <a:lnTo>
                  <a:pt x="710773" y="59406"/>
                </a:lnTo>
                <a:lnTo>
                  <a:pt x="711247" y="58262"/>
                </a:lnTo>
                <a:lnTo>
                  <a:pt x="711680" y="57097"/>
                </a:lnTo>
                <a:lnTo>
                  <a:pt x="712072" y="55913"/>
                </a:lnTo>
                <a:lnTo>
                  <a:pt x="712422" y="54709"/>
                </a:lnTo>
                <a:lnTo>
                  <a:pt x="712731" y="53485"/>
                </a:lnTo>
                <a:lnTo>
                  <a:pt x="712999" y="52241"/>
                </a:lnTo>
                <a:lnTo>
                  <a:pt x="713226" y="50977"/>
                </a:lnTo>
                <a:lnTo>
                  <a:pt x="713411" y="49694"/>
                </a:lnTo>
                <a:lnTo>
                  <a:pt x="713555" y="48391"/>
                </a:lnTo>
                <a:lnTo>
                  <a:pt x="713658" y="47067"/>
                </a:lnTo>
                <a:lnTo>
                  <a:pt x="713720" y="45724"/>
                </a:lnTo>
                <a:lnTo>
                  <a:pt x="713741" y="44362"/>
                </a:lnTo>
                <a:lnTo>
                  <a:pt x="713727" y="43242"/>
                </a:lnTo>
                <a:lnTo>
                  <a:pt x="713686" y="42135"/>
                </a:lnTo>
                <a:lnTo>
                  <a:pt x="713617" y="41039"/>
                </a:lnTo>
                <a:lnTo>
                  <a:pt x="713521" y="39956"/>
                </a:lnTo>
                <a:lnTo>
                  <a:pt x="713397" y="38885"/>
                </a:lnTo>
                <a:lnTo>
                  <a:pt x="713246" y="37825"/>
                </a:lnTo>
                <a:lnTo>
                  <a:pt x="713068" y="36778"/>
                </a:lnTo>
                <a:lnTo>
                  <a:pt x="712862" y="35743"/>
                </a:lnTo>
                <a:lnTo>
                  <a:pt x="712628" y="34719"/>
                </a:lnTo>
                <a:lnTo>
                  <a:pt x="712367" y="33708"/>
                </a:lnTo>
                <a:lnTo>
                  <a:pt x="712079" y="32709"/>
                </a:lnTo>
                <a:lnTo>
                  <a:pt x="711763" y="31721"/>
                </a:lnTo>
                <a:lnTo>
                  <a:pt x="711419" y="30746"/>
                </a:lnTo>
                <a:lnTo>
                  <a:pt x="711048" y="29783"/>
                </a:lnTo>
                <a:lnTo>
                  <a:pt x="710650" y="28831"/>
                </a:lnTo>
                <a:lnTo>
                  <a:pt x="710224" y="27892"/>
                </a:lnTo>
                <a:lnTo>
                  <a:pt x="709770" y="26965"/>
                </a:lnTo>
                <a:lnTo>
                  <a:pt x="709290" y="26050"/>
                </a:lnTo>
                <a:lnTo>
                  <a:pt x="708781" y="25146"/>
                </a:lnTo>
                <a:lnTo>
                  <a:pt x="708245" y="24255"/>
                </a:lnTo>
                <a:lnTo>
                  <a:pt x="707682" y="23376"/>
                </a:lnTo>
                <a:lnTo>
                  <a:pt x="707091" y="22509"/>
                </a:lnTo>
                <a:lnTo>
                  <a:pt x="706473" y="21654"/>
                </a:lnTo>
                <a:lnTo>
                  <a:pt x="705827" y="20810"/>
                </a:lnTo>
                <a:lnTo>
                  <a:pt x="705160" y="19984"/>
                </a:lnTo>
                <a:lnTo>
                  <a:pt x="704477" y="19180"/>
                </a:lnTo>
                <a:lnTo>
                  <a:pt x="703777" y="18397"/>
                </a:lnTo>
                <a:lnTo>
                  <a:pt x="703061" y="17637"/>
                </a:lnTo>
                <a:lnTo>
                  <a:pt x="702330" y="16898"/>
                </a:lnTo>
                <a:lnTo>
                  <a:pt x="701582" y="16182"/>
                </a:lnTo>
                <a:lnTo>
                  <a:pt x="700819" y="15487"/>
                </a:lnTo>
                <a:lnTo>
                  <a:pt x="700039" y="14814"/>
                </a:lnTo>
                <a:lnTo>
                  <a:pt x="699243" y="14163"/>
                </a:lnTo>
                <a:lnTo>
                  <a:pt x="698432" y="13534"/>
                </a:lnTo>
                <a:lnTo>
                  <a:pt x="697604" y="12927"/>
                </a:lnTo>
                <a:lnTo>
                  <a:pt x="696760" y="12342"/>
                </a:lnTo>
                <a:lnTo>
                  <a:pt x="695900" y="11779"/>
                </a:lnTo>
                <a:lnTo>
                  <a:pt x="695024" y="11238"/>
                </a:lnTo>
                <a:lnTo>
                  <a:pt x="694133" y="10719"/>
                </a:lnTo>
                <a:lnTo>
                  <a:pt x="693225" y="10221"/>
                </a:lnTo>
                <a:lnTo>
                  <a:pt x="692301" y="9746"/>
                </a:lnTo>
                <a:lnTo>
                  <a:pt x="691361" y="9292"/>
                </a:lnTo>
                <a:lnTo>
                  <a:pt x="690405" y="8860"/>
                </a:lnTo>
                <a:lnTo>
                  <a:pt x="689433" y="8451"/>
                </a:lnTo>
                <a:lnTo>
                  <a:pt x="688445" y="8063"/>
                </a:lnTo>
                <a:lnTo>
                  <a:pt x="687441" y="7697"/>
                </a:lnTo>
                <a:lnTo>
                  <a:pt x="686421" y="7353"/>
                </a:lnTo>
                <a:lnTo>
                  <a:pt x="685385" y="7031"/>
                </a:lnTo>
                <a:lnTo>
                  <a:pt x="684315" y="6726"/>
                </a:lnTo>
                <a:lnTo>
                  <a:pt x="683196" y="6434"/>
                </a:lnTo>
                <a:lnTo>
                  <a:pt x="682026" y="6156"/>
                </a:lnTo>
                <a:lnTo>
                  <a:pt x="680805" y="5890"/>
                </a:lnTo>
                <a:lnTo>
                  <a:pt x="679534" y="5637"/>
                </a:lnTo>
                <a:lnTo>
                  <a:pt x="678213" y="5397"/>
                </a:lnTo>
                <a:lnTo>
                  <a:pt x="676842" y="5170"/>
                </a:lnTo>
                <a:lnTo>
                  <a:pt x="675420" y="4957"/>
                </a:lnTo>
                <a:lnTo>
                  <a:pt x="673947" y="4756"/>
                </a:lnTo>
                <a:lnTo>
                  <a:pt x="672425" y="4568"/>
                </a:lnTo>
                <a:lnTo>
                  <a:pt x="670852" y="4393"/>
                </a:lnTo>
                <a:lnTo>
                  <a:pt x="669228" y="4231"/>
                </a:lnTo>
                <a:lnTo>
                  <a:pt x="667554" y="4082"/>
                </a:lnTo>
                <a:lnTo>
                  <a:pt x="665830" y="3945"/>
                </a:lnTo>
                <a:lnTo>
                  <a:pt x="664056" y="3822"/>
                </a:lnTo>
                <a:lnTo>
                  <a:pt x="662231" y="3712"/>
                </a:lnTo>
                <a:lnTo>
                  <a:pt x="660355" y="3615"/>
                </a:lnTo>
                <a:lnTo>
                  <a:pt x="658430" y="3531"/>
                </a:lnTo>
                <a:lnTo>
                  <a:pt x="656454" y="3459"/>
                </a:lnTo>
                <a:lnTo>
                  <a:pt x="654427" y="3401"/>
                </a:lnTo>
                <a:lnTo>
                  <a:pt x="652350" y="3356"/>
                </a:lnTo>
                <a:lnTo>
                  <a:pt x="650223" y="3323"/>
                </a:lnTo>
                <a:lnTo>
                  <a:pt x="648046" y="3304"/>
                </a:lnTo>
                <a:lnTo>
                  <a:pt x="645818" y="3297"/>
                </a:lnTo>
                <a:lnTo>
                  <a:pt x="576576" y="3297"/>
                </a:lnTo>
                <a:lnTo>
                  <a:pt x="576576" y="7254"/>
                </a:lnTo>
                <a:lnTo>
                  <a:pt x="577416" y="7257"/>
                </a:lnTo>
                <a:lnTo>
                  <a:pt x="578234" y="7267"/>
                </a:lnTo>
                <a:lnTo>
                  <a:pt x="579030" y="7283"/>
                </a:lnTo>
                <a:lnTo>
                  <a:pt x="579803" y="7306"/>
                </a:lnTo>
                <a:lnTo>
                  <a:pt x="580553" y="7335"/>
                </a:lnTo>
                <a:lnTo>
                  <a:pt x="581281" y="7370"/>
                </a:lnTo>
                <a:lnTo>
                  <a:pt x="581986" y="7412"/>
                </a:lnTo>
                <a:lnTo>
                  <a:pt x="582669" y="7461"/>
                </a:lnTo>
                <a:lnTo>
                  <a:pt x="583330" y="7516"/>
                </a:lnTo>
                <a:lnTo>
                  <a:pt x="583968" y="7577"/>
                </a:lnTo>
                <a:lnTo>
                  <a:pt x="584583" y="7645"/>
                </a:lnTo>
                <a:lnTo>
                  <a:pt x="585176" y="7719"/>
                </a:lnTo>
                <a:lnTo>
                  <a:pt x="585746" y="7800"/>
                </a:lnTo>
                <a:lnTo>
                  <a:pt x="586294" y="7887"/>
                </a:lnTo>
                <a:lnTo>
                  <a:pt x="586819" y="7981"/>
                </a:lnTo>
                <a:lnTo>
                  <a:pt x="587322" y="8081"/>
                </a:lnTo>
                <a:lnTo>
                  <a:pt x="587802" y="8188"/>
                </a:lnTo>
                <a:lnTo>
                  <a:pt x="588260" y="8301"/>
                </a:lnTo>
                <a:lnTo>
                  <a:pt x="588695" y="8421"/>
                </a:lnTo>
                <a:lnTo>
                  <a:pt x="589108" y="8547"/>
                </a:lnTo>
                <a:lnTo>
                  <a:pt x="589498" y="8679"/>
                </a:lnTo>
                <a:lnTo>
                  <a:pt x="589866" y="8818"/>
                </a:lnTo>
                <a:lnTo>
                  <a:pt x="590211" y="8964"/>
                </a:lnTo>
                <a:lnTo>
                  <a:pt x="590534" y="9115"/>
                </a:lnTo>
                <a:lnTo>
                  <a:pt x="590841" y="9273"/>
                </a:lnTo>
                <a:lnTo>
                  <a:pt x="591141" y="9434"/>
                </a:lnTo>
                <a:lnTo>
                  <a:pt x="591433" y="9600"/>
                </a:lnTo>
                <a:lnTo>
                  <a:pt x="591717" y="9770"/>
                </a:lnTo>
                <a:lnTo>
                  <a:pt x="591993" y="9944"/>
                </a:lnTo>
                <a:lnTo>
                  <a:pt x="592262" y="10123"/>
                </a:lnTo>
                <a:lnTo>
                  <a:pt x="592522" y="10307"/>
                </a:lnTo>
                <a:lnTo>
                  <a:pt x="592775" y="10494"/>
                </a:lnTo>
                <a:lnTo>
                  <a:pt x="593020" y="10686"/>
                </a:lnTo>
                <a:lnTo>
                  <a:pt x="593257" y="10883"/>
                </a:lnTo>
                <a:lnTo>
                  <a:pt x="593486" y="11084"/>
                </a:lnTo>
                <a:lnTo>
                  <a:pt x="593707" y="11289"/>
                </a:lnTo>
                <a:lnTo>
                  <a:pt x="593921" y="11498"/>
                </a:lnTo>
                <a:lnTo>
                  <a:pt x="594127" y="11712"/>
                </a:lnTo>
                <a:lnTo>
                  <a:pt x="594325" y="11931"/>
                </a:lnTo>
                <a:lnTo>
                  <a:pt x="594515" y="12153"/>
                </a:lnTo>
                <a:lnTo>
                  <a:pt x="594697" y="12380"/>
                </a:lnTo>
                <a:lnTo>
                  <a:pt x="594872" y="12612"/>
                </a:lnTo>
                <a:lnTo>
                  <a:pt x="595039" y="12848"/>
                </a:lnTo>
                <a:lnTo>
                  <a:pt x="595197" y="13088"/>
                </a:lnTo>
                <a:lnTo>
                  <a:pt x="595348" y="13332"/>
                </a:lnTo>
                <a:lnTo>
                  <a:pt x="595492" y="13581"/>
                </a:lnTo>
                <a:lnTo>
                  <a:pt x="595627" y="13835"/>
                </a:lnTo>
                <a:lnTo>
                  <a:pt x="595755" y="14092"/>
                </a:lnTo>
                <a:lnTo>
                  <a:pt x="595876" y="14367"/>
                </a:lnTo>
                <a:lnTo>
                  <a:pt x="595992" y="14673"/>
                </a:lnTo>
                <a:lnTo>
                  <a:pt x="596102" y="15010"/>
                </a:lnTo>
                <a:lnTo>
                  <a:pt x="596208" y="15378"/>
                </a:lnTo>
                <a:lnTo>
                  <a:pt x="596308" y="15777"/>
                </a:lnTo>
                <a:lnTo>
                  <a:pt x="596404" y="16207"/>
                </a:lnTo>
                <a:lnTo>
                  <a:pt x="596494" y="16668"/>
                </a:lnTo>
                <a:lnTo>
                  <a:pt x="596579" y="17159"/>
                </a:lnTo>
                <a:lnTo>
                  <a:pt x="596659" y="17682"/>
                </a:lnTo>
                <a:lnTo>
                  <a:pt x="596733" y="18236"/>
                </a:lnTo>
                <a:lnTo>
                  <a:pt x="596803" y="18820"/>
                </a:lnTo>
                <a:lnTo>
                  <a:pt x="596867" y="19436"/>
                </a:lnTo>
                <a:lnTo>
                  <a:pt x="596927" y="20082"/>
                </a:lnTo>
                <a:lnTo>
                  <a:pt x="596981" y="20760"/>
                </a:lnTo>
                <a:lnTo>
                  <a:pt x="597030" y="21468"/>
                </a:lnTo>
                <a:lnTo>
                  <a:pt x="597073" y="22207"/>
                </a:lnTo>
                <a:lnTo>
                  <a:pt x="597112" y="22977"/>
                </a:lnTo>
                <a:lnTo>
                  <a:pt x="597146" y="23779"/>
                </a:lnTo>
                <a:lnTo>
                  <a:pt x="597174" y="24611"/>
                </a:lnTo>
                <a:lnTo>
                  <a:pt x="597197" y="25474"/>
                </a:lnTo>
                <a:lnTo>
                  <a:pt x="597215" y="26368"/>
                </a:lnTo>
                <a:lnTo>
                  <a:pt x="597228" y="27293"/>
                </a:lnTo>
                <a:lnTo>
                  <a:pt x="597236" y="28249"/>
                </a:lnTo>
                <a:lnTo>
                  <a:pt x="597238" y="29236"/>
                </a:lnTo>
                <a:lnTo>
                  <a:pt x="597238" y="126394"/>
                </a:lnTo>
                <a:lnTo>
                  <a:pt x="597236" y="127381"/>
                </a:lnTo>
                <a:lnTo>
                  <a:pt x="597228" y="128337"/>
                </a:lnTo>
                <a:lnTo>
                  <a:pt x="597215" y="129261"/>
                </a:lnTo>
                <a:lnTo>
                  <a:pt x="597197" y="130155"/>
                </a:lnTo>
                <a:lnTo>
                  <a:pt x="597174" y="131017"/>
                </a:lnTo>
                <a:lnTo>
                  <a:pt x="597146" y="131848"/>
                </a:lnTo>
                <a:lnTo>
                  <a:pt x="597112" y="132648"/>
                </a:lnTo>
                <a:lnTo>
                  <a:pt x="597073" y="133417"/>
                </a:lnTo>
                <a:lnTo>
                  <a:pt x="597030" y="134155"/>
                </a:lnTo>
                <a:lnTo>
                  <a:pt x="596981" y="134861"/>
                </a:lnTo>
                <a:lnTo>
                  <a:pt x="596927" y="135537"/>
                </a:lnTo>
                <a:lnTo>
                  <a:pt x="596867" y="136181"/>
                </a:lnTo>
                <a:lnTo>
                  <a:pt x="596803" y="136795"/>
                </a:lnTo>
                <a:lnTo>
                  <a:pt x="596733" y="137377"/>
                </a:lnTo>
                <a:lnTo>
                  <a:pt x="596659" y="137928"/>
                </a:lnTo>
                <a:lnTo>
                  <a:pt x="596579" y="138448"/>
                </a:lnTo>
                <a:lnTo>
                  <a:pt x="596494" y="138936"/>
                </a:lnTo>
                <a:lnTo>
                  <a:pt x="596404" y="139394"/>
                </a:lnTo>
                <a:lnTo>
                  <a:pt x="596308" y="139820"/>
                </a:lnTo>
                <a:lnTo>
                  <a:pt x="596208" y="140216"/>
                </a:lnTo>
                <a:lnTo>
                  <a:pt x="596102" y="140580"/>
                </a:lnTo>
                <a:lnTo>
                  <a:pt x="595992" y="140913"/>
                </a:lnTo>
                <a:lnTo>
                  <a:pt x="595876" y="141215"/>
                </a:lnTo>
                <a:lnTo>
                  <a:pt x="595755" y="141486"/>
                </a:lnTo>
                <a:lnTo>
                  <a:pt x="595627" y="141739"/>
                </a:lnTo>
                <a:lnTo>
                  <a:pt x="595492" y="141989"/>
                </a:lnTo>
                <a:lnTo>
                  <a:pt x="595349" y="142234"/>
                </a:lnTo>
                <a:lnTo>
                  <a:pt x="595199" y="142475"/>
                </a:lnTo>
                <a:lnTo>
                  <a:pt x="595041" y="142713"/>
                </a:lnTo>
                <a:lnTo>
                  <a:pt x="594875" y="142946"/>
                </a:lnTo>
                <a:lnTo>
                  <a:pt x="594702" y="143175"/>
                </a:lnTo>
                <a:lnTo>
                  <a:pt x="594521" y="143401"/>
                </a:lnTo>
                <a:lnTo>
                  <a:pt x="594333" y="143622"/>
                </a:lnTo>
                <a:lnTo>
                  <a:pt x="594136" y="143839"/>
                </a:lnTo>
                <a:lnTo>
                  <a:pt x="593933" y="144053"/>
                </a:lnTo>
                <a:lnTo>
                  <a:pt x="593721" y="144262"/>
                </a:lnTo>
                <a:lnTo>
                  <a:pt x="593502" y="144467"/>
                </a:lnTo>
                <a:lnTo>
                  <a:pt x="593275" y="144669"/>
                </a:lnTo>
                <a:lnTo>
                  <a:pt x="593041" y="144866"/>
                </a:lnTo>
                <a:lnTo>
                  <a:pt x="592799" y="145060"/>
                </a:lnTo>
                <a:lnTo>
                  <a:pt x="592550" y="145249"/>
                </a:lnTo>
                <a:lnTo>
                  <a:pt x="592292" y="145434"/>
                </a:lnTo>
                <a:lnTo>
                  <a:pt x="592028" y="145616"/>
                </a:lnTo>
                <a:lnTo>
                  <a:pt x="591755" y="145793"/>
                </a:lnTo>
                <a:lnTo>
                  <a:pt x="591475" y="145967"/>
                </a:lnTo>
                <a:lnTo>
                  <a:pt x="591187" y="146136"/>
                </a:lnTo>
                <a:lnTo>
                  <a:pt x="590892" y="146301"/>
                </a:lnTo>
                <a:lnTo>
                  <a:pt x="590589" y="146463"/>
                </a:lnTo>
                <a:lnTo>
                  <a:pt x="590270" y="146619"/>
                </a:lnTo>
                <a:lnTo>
                  <a:pt x="589929" y="146768"/>
                </a:lnTo>
                <a:lnTo>
                  <a:pt x="589564" y="146911"/>
                </a:lnTo>
                <a:lnTo>
                  <a:pt x="589177" y="147047"/>
                </a:lnTo>
                <a:lnTo>
                  <a:pt x="588766" y="147177"/>
                </a:lnTo>
                <a:lnTo>
                  <a:pt x="588332" y="147300"/>
                </a:lnTo>
                <a:lnTo>
                  <a:pt x="587875" y="147416"/>
                </a:lnTo>
                <a:lnTo>
                  <a:pt x="587395" y="147526"/>
                </a:lnTo>
                <a:lnTo>
                  <a:pt x="586892" y="147629"/>
                </a:lnTo>
                <a:lnTo>
                  <a:pt x="586366" y="147725"/>
                </a:lnTo>
                <a:lnTo>
                  <a:pt x="585817" y="147815"/>
                </a:lnTo>
                <a:lnTo>
                  <a:pt x="585245" y="147898"/>
                </a:lnTo>
                <a:lnTo>
                  <a:pt x="584649" y="147974"/>
                </a:lnTo>
                <a:lnTo>
                  <a:pt x="584031" y="148044"/>
                </a:lnTo>
                <a:lnTo>
                  <a:pt x="583389" y="148107"/>
                </a:lnTo>
                <a:lnTo>
                  <a:pt x="582724" y="148163"/>
                </a:lnTo>
                <a:lnTo>
                  <a:pt x="582037" y="148213"/>
                </a:lnTo>
                <a:lnTo>
                  <a:pt x="581326" y="148256"/>
                </a:lnTo>
                <a:lnTo>
                  <a:pt x="580592" y="148293"/>
                </a:lnTo>
                <a:lnTo>
                  <a:pt x="579835" y="148323"/>
                </a:lnTo>
                <a:lnTo>
                  <a:pt x="579055" y="148346"/>
                </a:lnTo>
                <a:lnTo>
                  <a:pt x="578251" y="148363"/>
                </a:lnTo>
                <a:lnTo>
                  <a:pt x="577425" y="148373"/>
                </a:lnTo>
                <a:lnTo>
                  <a:pt x="576576" y="148376"/>
                </a:lnTo>
                <a:lnTo>
                  <a:pt x="576576" y="152333"/>
                </a:lnTo>
                <a:lnTo>
                  <a:pt x="652852" y="152333"/>
                </a:lnTo>
                <a:lnTo>
                  <a:pt x="652852" y="148376"/>
                </a:lnTo>
                <a:lnTo>
                  <a:pt x="652011" y="148373"/>
                </a:lnTo>
                <a:lnTo>
                  <a:pt x="651193" y="148363"/>
                </a:lnTo>
                <a:lnTo>
                  <a:pt x="650398" y="148347"/>
                </a:lnTo>
                <a:lnTo>
                  <a:pt x="649625" y="148324"/>
                </a:lnTo>
                <a:lnTo>
                  <a:pt x="648874" y="148295"/>
                </a:lnTo>
                <a:lnTo>
                  <a:pt x="648146" y="148260"/>
                </a:lnTo>
                <a:lnTo>
                  <a:pt x="647441" y="148218"/>
                </a:lnTo>
                <a:lnTo>
                  <a:pt x="646758" y="148169"/>
                </a:lnTo>
                <a:lnTo>
                  <a:pt x="646098" y="148115"/>
                </a:lnTo>
                <a:lnTo>
                  <a:pt x="645460" y="148053"/>
                </a:lnTo>
                <a:lnTo>
                  <a:pt x="644844" y="147986"/>
                </a:lnTo>
                <a:lnTo>
                  <a:pt x="644251" y="147911"/>
                </a:lnTo>
                <a:lnTo>
                  <a:pt x="643681" y="147831"/>
                </a:lnTo>
                <a:lnTo>
                  <a:pt x="643133" y="147744"/>
                </a:lnTo>
                <a:lnTo>
                  <a:pt x="642608" y="147650"/>
                </a:lnTo>
                <a:lnTo>
                  <a:pt x="642105" y="147550"/>
                </a:lnTo>
                <a:lnTo>
                  <a:pt x="641625" y="147444"/>
                </a:lnTo>
                <a:lnTo>
                  <a:pt x="641167" y="147331"/>
                </a:lnTo>
                <a:lnTo>
                  <a:pt x="640732" y="147211"/>
                </a:lnTo>
                <a:lnTo>
                  <a:pt x="640319" y="147086"/>
                </a:lnTo>
                <a:lnTo>
                  <a:pt x="639929" y="146953"/>
                </a:lnTo>
                <a:lnTo>
                  <a:pt x="639561" y="146815"/>
                </a:lnTo>
                <a:lnTo>
                  <a:pt x="639216" y="146669"/>
                </a:lnTo>
                <a:lnTo>
                  <a:pt x="638893" y="146518"/>
                </a:lnTo>
                <a:lnTo>
                  <a:pt x="638586" y="146360"/>
                </a:lnTo>
                <a:lnTo>
                  <a:pt x="638286" y="146199"/>
                </a:lnTo>
                <a:lnTo>
                  <a:pt x="637994" y="146033"/>
                </a:lnTo>
                <a:lnTo>
                  <a:pt x="637710" y="145862"/>
                </a:lnTo>
                <a:lnTo>
                  <a:pt x="637434" y="145688"/>
                </a:lnTo>
                <a:lnTo>
                  <a:pt x="637166" y="145509"/>
                </a:lnTo>
                <a:lnTo>
                  <a:pt x="636905" y="145325"/>
                </a:lnTo>
                <a:lnTo>
                  <a:pt x="636653" y="145137"/>
                </a:lnTo>
                <a:lnTo>
                  <a:pt x="636408" y="144945"/>
                </a:lnTo>
                <a:lnTo>
                  <a:pt x="636171" y="144749"/>
                </a:lnTo>
                <a:lnTo>
                  <a:pt x="635941" y="144548"/>
                </a:lnTo>
                <a:lnTo>
                  <a:pt x="635720" y="144343"/>
                </a:lnTo>
                <a:lnTo>
                  <a:pt x="635506" y="144133"/>
                </a:lnTo>
                <a:lnTo>
                  <a:pt x="635300" y="143919"/>
                </a:lnTo>
                <a:lnTo>
                  <a:pt x="635102" y="143701"/>
                </a:lnTo>
                <a:lnTo>
                  <a:pt x="634912" y="143479"/>
                </a:lnTo>
                <a:lnTo>
                  <a:pt x="634730" y="143252"/>
                </a:lnTo>
                <a:lnTo>
                  <a:pt x="634556" y="143020"/>
                </a:lnTo>
                <a:lnTo>
                  <a:pt x="634389" y="142785"/>
                </a:lnTo>
                <a:lnTo>
                  <a:pt x="634230" y="142545"/>
                </a:lnTo>
                <a:lnTo>
                  <a:pt x="634079" y="142300"/>
                </a:lnTo>
                <a:lnTo>
                  <a:pt x="633936" y="142052"/>
                </a:lnTo>
                <a:lnTo>
                  <a:pt x="633800" y="141798"/>
                </a:lnTo>
                <a:lnTo>
                  <a:pt x="633673" y="141541"/>
                </a:lnTo>
                <a:lnTo>
                  <a:pt x="633552" y="141266"/>
                </a:lnTo>
                <a:lnTo>
                  <a:pt x="633436" y="140959"/>
                </a:lnTo>
                <a:lnTo>
                  <a:pt x="633325" y="140622"/>
                </a:lnTo>
                <a:lnTo>
                  <a:pt x="633219" y="140254"/>
                </a:lnTo>
                <a:lnTo>
                  <a:pt x="633119" y="139855"/>
                </a:lnTo>
                <a:lnTo>
                  <a:pt x="633024" y="139425"/>
                </a:lnTo>
                <a:lnTo>
                  <a:pt x="632934" y="138964"/>
                </a:lnTo>
                <a:lnTo>
                  <a:pt x="632849" y="138472"/>
                </a:lnTo>
                <a:lnTo>
                  <a:pt x="632769" y="137949"/>
                </a:lnTo>
                <a:lnTo>
                  <a:pt x="632694" y="137395"/>
                </a:lnTo>
                <a:lnTo>
                  <a:pt x="632624" y="136811"/>
                </a:lnTo>
                <a:lnTo>
                  <a:pt x="632560" y="136195"/>
                </a:lnTo>
                <a:lnTo>
                  <a:pt x="632501" y="135548"/>
                </a:lnTo>
                <a:lnTo>
                  <a:pt x="632447" y="134871"/>
                </a:lnTo>
                <a:lnTo>
                  <a:pt x="632398" y="134162"/>
                </a:lnTo>
                <a:lnTo>
                  <a:pt x="632354" y="133423"/>
                </a:lnTo>
                <a:lnTo>
                  <a:pt x="632315" y="132653"/>
                </a:lnTo>
                <a:lnTo>
                  <a:pt x="632282" y="131851"/>
                </a:lnTo>
                <a:lnTo>
                  <a:pt x="632253" y="131019"/>
                </a:lnTo>
                <a:lnTo>
                  <a:pt x="632230" y="130156"/>
                </a:lnTo>
                <a:lnTo>
                  <a:pt x="632212" y="129262"/>
                </a:lnTo>
                <a:lnTo>
                  <a:pt x="632199" y="128337"/>
                </a:lnTo>
                <a:lnTo>
                  <a:pt x="632192" y="127381"/>
                </a:lnTo>
                <a:lnTo>
                  <a:pt x="632189" y="126394"/>
                </a:lnTo>
                <a:lnTo>
                  <a:pt x="632189" y="84409"/>
                </a:lnTo>
                <a:lnTo>
                  <a:pt x="641971" y="84409"/>
                </a:lnTo>
                <a:lnTo>
                  <a:pt x="690001" y="152333"/>
                </a:lnTo>
                <a:lnTo>
                  <a:pt x="736674" y="152333"/>
                </a:lnTo>
                <a:lnTo>
                  <a:pt x="736931" y="152333"/>
                </a:lnTo>
                <a:lnTo>
                  <a:pt x="786242" y="152333"/>
                </a:lnTo>
                <a:lnTo>
                  <a:pt x="786242" y="148376"/>
                </a:lnTo>
                <a:close/>
                <a:moveTo>
                  <a:pt x="824820" y="101555"/>
                </a:moveTo>
                <a:lnTo>
                  <a:pt x="779758" y="101555"/>
                </a:lnTo>
                <a:lnTo>
                  <a:pt x="802619" y="50166"/>
                </a:lnTo>
                <a:lnTo>
                  <a:pt x="824820" y="101555"/>
                </a:lnTo>
                <a:close/>
                <a:moveTo>
                  <a:pt x="646831" y="11706"/>
                </a:moveTo>
                <a:lnTo>
                  <a:pt x="648221" y="11776"/>
                </a:lnTo>
                <a:lnTo>
                  <a:pt x="649577" y="11875"/>
                </a:lnTo>
                <a:lnTo>
                  <a:pt x="650900" y="12001"/>
                </a:lnTo>
                <a:lnTo>
                  <a:pt x="652189" y="12155"/>
                </a:lnTo>
                <a:lnTo>
                  <a:pt x="653444" y="12337"/>
                </a:lnTo>
                <a:lnTo>
                  <a:pt x="654665" y="12548"/>
                </a:lnTo>
                <a:lnTo>
                  <a:pt x="655853" y="12786"/>
                </a:lnTo>
                <a:lnTo>
                  <a:pt x="657007" y="13053"/>
                </a:lnTo>
                <a:lnTo>
                  <a:pt x="658127" y="13347"/>
                </a:lnTo>
                <a:lnTo>
                  <a:pt x="659213" y="13670"/>
                </a:lnTo>
                <a:lnTo>
                  <a:pt x="660265" y="14020"/>
                </a:lnTo>
                <a:lnTo>
                  <a:pt x="661284" y="14399"/>
                </a:lnTo>
                <a:lnTo>
                  <a:pt x="662269" y="14806"/>
                </a:lnTo>
                <a:lnTo>
                  <a:pt x="663220" y="15241"/>
                </a:lnTo>
                <a:lnTo>
                  <a:pt x="664137" y="15703"/>
                </a:lnTo>
                <a:lnTo>
                  <a:pt x="665021" y="16194"/>
                </a:lnTo>
                <a:lnTo>
                  <a:pt x="665870" y="16713"/>
                </a:lnTo>
                <a:lnTo>
                  <a:pt x="666686" y="17260"/>
                </a:lnTo>
                <a:lnTo>
                  <a:pt x="667469" y="17835"/>
                </a:lnTo>
                <a:lnTo>
                  <a:pt x="668217" y="18438"/>
                </a:lnTo>
                <a:lnTo>
                  <a:pt x="668932" y="19069"/>
                </a:lnTo>
                <a:lnTo>
                  <a:pt x="669613" y="19729"/>
                </a:lnTo>
                <a:lnTo>
                  <a:pt x="670263" y="20417"/>
                </a:lnTo>
                <a:lnTo>
                  <a:pt x="670885" y="21136"/>
                </a:lnTo>
                <a:lnTo>
                  <a:pt x="671480" y="21886"/>
                </a:lnTo>
                <a:lnTo>
                  <a:pt x="672048" y="22667"/>
                </a:lnTo>
                <a:lnTo>
                  <a:pt x="672587" y="23478"/>
                </a:lnTo>
                <a:lnTo>
                  <a:pt x="673099" y="24320"/>
                </a:lnTo>
                <a:lnTo>
                  <a:pt x="673583" y="25193"/>
                </a:lnTo>
                <a:lnTo>
                  <a:pt x="674040" y="26097"/>
                </a:lnTo>
                <a:lnTo>
                  <a:pt x="674468" y="27031"/>
                </a:lnTo>
                <a:lnTo>
                  <a:pt x="674870" y="27996"/>
                </a:lnTo>
                <a:lnTo>
                  <a:pt x="675243" y="28991"/>
                </a:lnTo>
                <a:lnTo>
                  <a:pt x="675589" y="30018"/>
                </a:lnTo>
                <a:lnTo>
                  <a:pt x="675907" y="31075"/>
                </a:lnTo>
                <a:lnTo>
                  <a:pt x="676198" y="32163"/>
                </a:lnTo>
                <a:lnTo>
                  <a:pt x="676461" y="33281"/>
                </a:lnTo>
                <a:lnTo>
                  <a:pt x="676696" y="34430"/>
                </a:lnTo>
                <a:lnTo>
                  <a:pt x="676903" y="35610"/>
                </a:lnTo>
                <a:lnTo>
                  <a:pt x="677083" y="36821"/>
                </a:lnTo>
                <a:lnTo>
                  <a:pt x="677235" y="38062"/>
                </a:lnTo>
                <a:lnTo>
                  <a:pt x="677360" y="39334"/>
                </a:lnTo>
                <a:lnTo>
                  <a:pt x="677457" y="40637"/>
                </a:lnTo>
                <a:lnTo>
                  <a:pt x="677526" y="41970"/>
                </a:lnTo>
                <a:lnTo>
                  <a:pt x="677567" y="43334"/>
                </a:lnTo>
                <a:lnTo>
                  <a:pt x="677581" y="44729"/>
                </a:lnTo>
                <a:lnTo>
                  <a:pt x="677574" y="45695"/>
                </a:lnTo>
                <a:lnTo>
                  <a:pt x="677551" y="46645"/>
                </a:lnTo>
                <a:lnTo>
                  <a:pt x="677513" y="47580"/>
                </a:lnTo>
                <a:lnTo>
                  <a:pt x="677461" y="48500"/>
                </a:lnTo>
                <a:lnTo>
                  <a:pt x="677393" y="49404"/>
                </a:lnTo>
                <a:lnTo>
                  <a:pt x="677310" y="50293"/>
                </a:lnTo>
                <a:lnTo>
                  <a:pt x="677212" y="51167"/>
                </a:lnTo>
                <a:lnTo>
                  <a:pt x="677099" y="52025"/>
                </a:lnTo>
                <a:lnTo>
                  <a:pt x="676971" y="52868"/>
                </a:lnTo>
                <a:lnTo>
                  <a:pt x="676827" y="53696"/>
                </a:lnTo>
                <a:lnTo>
                  <a:pt x="676669" y="54508"/>
                </a:lnTo>
                <a:lnTo>
                  <a:pt x="676496" y="55305"/>
                </a:lnTo>
                <a:lnTo>
                  <a:pt x="676307" y="56087"/>
                </a:lnTo>
                <a:lnTo>
                  <a:pt x="676104" y="56853"/>
                </a:lnTo>
                <a:lnTo>
                  <a:pt x="675885" y="57604"/>
                </a:lnTo>
                <a:lnTo>
                  <a:pt x="675652" y="58339"/>
                </a:lnTo>
                <a:lnTo>
                  <a:pt x="675403" y="59060"/>
                </a:lnTo>
                <a:lnTo>
                  <a:pt x="675139" y="59764"/>
                </a:lnTo>
                <a:lnTo>
                  <a:pt x="674860" y="60454"/>
                </a:lnTo>
                <a:lnTo>
                  <a:pt x="674566" y="61128"/>
                </a:lnTo>
                <a:lnTo>
                  <a:pt x="674257" y="61787"/>
                </a:lnTo>
                <a:lnTo>
                  <a:pt x="673933" y="62430"/>
                </a:lnTo>
                <a:lnTo>
                  <a:pt x="673594" y="63058"/>
                </a:lnTo>
                <a:lnTo>
                  <a:pt x="673240" y="63671"/>
                </a:lnTo>
                <a:lnTo>
                  <a:pt x="672872" y="64268"/>
                </a:lnTo>
                <a:lnTo>
                  <a:pt x="672494" y="64850"/>
                </a:lnTo>
                <a:lnTo>
                  <a:pt x="672104" y="65416"/>
                </a:lnTo>
                <a:lnTo>
                  <a:pt x="671703" y="65966"/>
                </a:lnTo>
                <a:lnTo>
                  <a:pt x="671290" y="66501"/>
                </a:lnTo>
                <a:lnTo>
                  <a:pt x="670866" y="67020"/>
                </a:lnTo>
                <a:lnTo>
                  <a:pt x="670431" y="67524"/>
                </a:lnTo>
                <a:lnTo>
                  <a:pt x="669985" y="68012"/>
                </a:lnTo>
                <a:lnTo>
                  <a:pt x="669528" y="68485"/>
                </a:lnTo>
                <a:lnTo>
                  <a:pt x="669059" y="68943"/>
                </a:lnTo>
                <a:lnTo>
                  <a:pt x="668579" y="69384"/>
                </a:lnTo>
                <a:lnTo>
                  <a:pt x="668088" y="69811"/>
                </a:lnTo>
                <a:lnTo>
                  <a:pt x="667585" y="70221"/>
                </a:lnTo>
                <a:lnTo>
                  <a:pt x="667072" y="70616"/>
                </a:lnTo>
                <a:lnTo>
                  <a:pt x="666547" y="70996"/>
                </a:lnTo>
                <a:lnTo>
                  <a:pt x="666010" y="71360"/>
                </a:lnTo>
                <a:lnTo>
                  <a:pt x="665463" y="71709"/>
                </a:lnTo>
                <a:lnTo>
                  <a:pt x="664904" y="72042"/>
                </a:lnTo>
                <a:lnTo>
                  <a:pt x="664334" y="72359"/>
                </a:lnTo>
                <a:lnTo>
                  <a:pt x="663753" y="72661"/>
                </a:lnTo>
                <a:lnTo>
                  <a:pt x="663160" y="72948"/>
                </a:lnTo>
                <a:lnTo>
                  <a:pt x="662556" y="73219"/>
                </a:lnTo>
                <a:lnTo>
                  <a:pt x="661941" y="73474"/>
                </a:lnTo>
                <a:lnTo>
                  <a:pt x="661315" y="73714"/>
                </a:lnTo>
                <a:lnTo>
                  <a:pt x="660669" y="73941"/>
                </a:lnTo>
                <a:lnTo>
                  <a:pt x="659997" y="74158"/>
                </a:lnTo>
                <a:lnTo>
                  <a:pt x="659299" y="74366"/>
                </a:lnTo>
                <a:lnTo>
                  <a:pt x="658573" y="74564"/>
                </a:lnTo>
                <a:lnTo>
                  <a:pt x="657821" y="74752"/>
                </a:lnTo>
                <a:lnTo>
                  <a:pt x="657042" y="74931"/>
                </a:lnTo>
                <a:lnTo>
                  <a:pt x="656236" y="75100"/>
                </a:lnTo>
                <a:lnTo>
                  <a:pt x="655404" y="75260"/>
                </a:lnTo>
                <a:lnTo>
                  <a:pt x="654545" y="75409"/>
                </a:lnTo>
                <a:lnTo>
                  <a:pt x="653659" y="75549"/>
                </a:lnTo>
                <a:lnTo>
                  <a:pt x="652747" y="75680"/>
                </a:lnTo>
                <a:lnTo>
                  <a:pt x="651808" y="75801"/>
                </a:lnTo>
                <a:lnTo>
                  <a:pt x="650842" y="75912"/>
                </a:lnTo>
                <a:lnTo>
                  <a:pt x="649849" y="76013"/>
                </a:lnTo>
                <a:lnTo>
                  <a:pt x="648830" y="76105"/>
                </a:lnTo>
                <a:lnTo>
                  <a:pt x="647784" y="76187"/>
                </a:lnTo>
                <a:lnTo>
                  <a:pt x="646711" y="76259"/>
                </a:lnTo>
                <a:lnTo>
                  <a:pt x="645612" y="76322"/>
                </a:lnTo>
                <a:lnTo>
                  <a:pt x="644485" y="76375"/>
                </a:lnTo>
                <a:lnTo>
                  <a:pt x="643333" y="76419"/>
                </a:lnTo>
                <a:lnTo>
                  <a:pt x="642153" y="76453"/>
                </a:lnTo>
                <a:lnTo>
                  <a:pt x="640947" y="76477"/>
                </a:lnTo>
                <a:lnTo>
                  <a:pt x="639714" y="76491"/>
                </a:lnTo>
                <a:lnTo>
                  <a:pt x="638454" y="76496"/>
                </a:lnTo>
                <a:lnTo>
                  <a:pt x="632189" y="76496"/>
                </a:lnTo>
                <a:lnTo>
                  <a:pt x="632189" y="11650"/>
                </a:lnTo>
                <a:lnTo>
                  <a:pt x="643949" y="11650"/>
                </a:lnTo>
                <a:lnTo>
                  <a:pt x="645407" y="11664"/>
                </a:lnTo>
                <a:lnTo>
                  <a:pt x="646831" y="11706"/>
                </a:lnTo>
                <a:close/>
                <a:moveTo>
                  <a:pt x="446457" y="102888"/>
                </a:moveTo>
                <a:lnTo>
                  <a:pt x="446021" y="104279"/>
                </a:lnTo>
                <a:lnTo>
                  <a:pt x="445583" y="105640"/>
                </a:lnTo>
                <a:lnTo>
                  <a:pt x="445143" y="106971"/>
                </a:lnTo>
                <a:lnTo>
                  <a:pt x="444701" y="108273"/>
                </a:lnTo>
                <a:lnTo>
                  <a:pt x="444257" y="109545"/>
                </a:lnTo>
                <a:lnTo>
                  <a:pt x="443811" y="110787"/>
                </a:lnTo>
                <a:lnTo>
                  <a:pt x="443362" y="112000"/>
                </a:lnTo>
                <a:lnTo>
                  <a:pt x="442912" y="113182"/>
                </a:lnTo>
                <a:lnTo>
                  <a:pt x="442460" y="114335"/>
                </a:lnTo>
                <a:lnTo>
                  <a:pt x="442005" y="115458"/>
                </a:lnTo>
                <a:lnTo>
                  <a:pt x="441548" y="116552"/>
                </a:lnTo>
                <a:lnTo>
                  <a:pt x="441089" y="117615"/>
                </a:lnTo>
                <a:lnTo>
                  <a:pt x="440628" y="118649"/>
                </a:lnTo>
                <a:lnTo>
                  <a:pt x="440165" y="119653"/>
                </a:lnTo>
                <a:lnTo>
                  <a:pt x="439700" y="120628"/>
                </a:lnTo>
                <a:lnTo>
                  <a:pt x="439233" y="121572"/>
                </a:lnTo>
                <a:lnTo>
                  <a:pt x="438764" y="122487"/>
                </a:lnTo>
                <a:lnTo>
                  <a:pt x="438292" y="123372"/>
                </a:lnTo>
                <a:lnTo>
                  <a:pt x="437819" y="124227"/>
                </a:lnTo>
                <a:lnTo>
                  <a:pt x="437343" y="125053"/>
                </a:lnTo>
                <a:lnTo>
                  <a:pt x="436866" y="125848"/>
                </a:lnTo>
                <a:lnTo>
                  <a:pt x="436386" y="126614"/>
                </a:lnTo>
                <a:lnTo>
                  <a:pt x="435901" y="127357"/>
                </a:lnTo>
                <a:lnTo>
                  <a:pt x="435409" y="128083"/>
                </a:lnTo>
                <a:lnTo>
                  <a:pt x="434910" y="128792"/>
                </a:lnTo>
                <a:lnTo>
                  <a:pt x="434403" y="129484"/>
                </a:lnTo>
                <a:lnTo>
                  <a:pt x="433889" y="130159"/>
                </a:lnTo>
                <a:lnTo>
                  <a:pt x="433367" y="130818"/>
                </a:lnTo>
                <a:lnTo>
                  <a:pt x="432838" y="131460"/>
                </a:lnTo>
                <a:lnTo>
                  <a:pt x="432301" y="132085"/>
                </a:lnTo>
                <a:lnTo>
                  <a:pt x="431757" y="132693"/>
                </a:lnTo>
                <a:lnTo>
                  <a:pt x="431205" y="133285"/>
                </a:lnTo>
                <a:lnTo>
                  <a:pt x="430646" y="133860"/>
                </a:lnTo>
                <a:lnTo>
                  <a:pt x="430080" y="134418"/>
                </a:lnTo>
                <a:lnTo>
                  <a:pt x="429506" y="134959"/>
                </a:lnTo>
                <a:lnTo>
                  <a:pt x="428925" y="135483"/>
                </a:lnTo>
                <a:lnTo>
                  <a:pt x="428336" y="135991"/>
                </a:lnTo>
                <a:lnTo>
                  <a:pt x="427740" y="136481"/>
                </a:lnTo>
                <a:lnTo>
                  <a:pt x="427136" y="136955"/>
                </a:lnTo>
                <a:lnTo>
                  <a:pt x="426525" y="137413"/>
                </a:lnTo>
                <a:lnTo>
                  <a:pt x="425907" y="137853"/>
                </a:lnTo>
                <a:lnTo>
                  <a:pt x="425281" y="138277"/>
                </a:lnTo>
                <a:lnTo>
                  <a:pt x="424647" y="138683"/>
                </a:lnTo>
                <a:lnTo>
                  <a:pt x="424006" y="139073"/>
                </a:lnTo>
                <a:lnTo>
                  <a:pt x="423358" y="139447"/>
                </a:lnTo>
                <a:lnTo>
                  <a:pt x="422702" y="139803"/>
                </a:lnTo>
                <a:lnTo>
                  <a:pt x="422036" y="140144"/>
                </a:lnTo>
                <a:lnTo>
                  <a:pt x="421356" y="140470"/>
                </a:lnTo>
                <a:lnTo>
                  <a:pt x="420662" y="140782"/>
                </a:lnTo>
                <a:lnTo>
                  <a:pt x="419955" y="141079"/>
                </a:lnTo>
                <a:lnTo>
                  <a:pt x="419233" y="141362"/>
                </a:lnTo>
                <a:lnTo>
                  <a:pt x="418498" y="141630"/>
                </a:lnTo>
                <a:lnTo>
                  <a:pt x="417750" y="141884"/>
                </a:lnTo>
                <a:lnTo>
                  <a:pt x="416987" y="142123"/>
                </a:lnTo>
                <a:lnTo>
                  <a:pt x="416211" y="142348"/>
                </a:lnTo>
                <a:lnTo>
                  <a:pt x="415421" y="142558"/>
                </a:lnTo>
                <a:lnTo>
                  <a:pt x="414617" y="142754"/>
                </a:lnTo>
                <a:lnTo>
                  <a:pt x="413800" y="142935"/>
                </a:lnTo>
                <a:lnTo>
                  <a:pt x="412969" y="143102"/>
                </a:lnTo>
                <a:lnTo>
                  <a:pt x="412124" y="143255"/>
                </a:lnTo>
                <a:lnTo>
                  <a:pt x="411265" y="143392"/>
                </a:lnTo>
                <a:lnTo>
                  <a:pt x="410393" y="143516"/>
                </a:lnTo>
                <a:lnTo>
                  <a:pt x="409506" y="143624"/>
                </a:lnTo>
                <a:lnTo>
                  <a:pt x="408607" y="143719"/>
                </a:lnTo>
                <a:lnTo>
                  <a:pt x="407693" y="143798"/>
                </a:lnTo>
                <a:lnTo>
                  <a:pt x="406766" y="143864"/>
                </a:lnTo>
                <a:lnTo>
                  <a:pt x="405825" y="143914"/>
                </a:lnTo>
                <a:lnTo>
                  <a:pt x="404870" y="143951"/>
                </a:lnTo>
                <a:lnTo>
                  <a:pt x="403901" y="143972"/>
                </a:lnTo>
                <a:lnTo>
                  <a:pt x="402919" y="143980"/>
                </a:lnTo>
                <a:lnTo>
                  <a:pt x="390499" y="143980"/>
                </a:lnTo>
                <a:lnTo>
                  <a:pt x="389634" y="143978"/>
                </a:lnTo>
                <a:lnTo>
                  <a:pt x="388795" y="143973"/>
                </a:lnTo>
                <a:lnTo>
                  <a:pt x="387983" y="143964"/>
                </a:lnTo>
                <a:lnTo>
                  <a:pt x="387199" y="143952"/>
                </a:lnTo>
                <a:lnTo>
                  <a:pt x="386442" y="143937"/>
                </a:lnTo>
                <a:lnTo>
                  <a:pt x="385711" y="143918"/>
                </a:lnTo>
                <a:lnTo>
                  <a:pt x="385008" y="143895"/>
                </a:lnTo>
                <a:lnTo>
                  <a:pt x="384332" y="143870"/>
                </a:lnTo>
                <a:lnTo>
                  <a:pt x="383683" y="143840"/>
                </a:lnTo>
                <a:lnTo>
                  <a:pt x="383061" y="143808"/>
                </a:lnTo>
                <a:lnTo>
                  <a:pt x="382467" y="143772"/>
                </a:lnTo>
                <a:lnTo>
                  <a:pt x="381899" y="143732"/>
                </a:lnTo>
                <a:lnTo>
                  <a:pt x="381358" y="143689"/>
                </a:lnTo>
                <a:lnTo>
                  <a:pt x="380845" y="143643"/>
                </a:lnTo>
                <a:lnTo>
                  <a:pt x="380358" y="143593"/>
                </a:lnTo>
                <a:lnTo>
                  <a:pt x="379899" y="143540"/>
                </a:lnTo>
                <a:lnTo>
                  <a:pt x="379467" y="143483"/>
                </a:lnTo>
                <a:lnTo>
                  <a:pt x="379062" y="143423"/>
                </a:lnTo>
                <a:lnTo>
                  <a:pt x="378684" y="143360"/>
                </a:lnTo>
                <a:lnTo>
                  <a:pt x="378333" y="143293"/>
                </a:lnTo>
                <a:lnTo>
                  <a:pt x="378009" y="143222"/>
                </a:lnTo>
                <a:lnTo>
                  <a:pt x="377712" y="143148"/>
                </a:lnTo>
                <a:lnTo>
                  <a:pt x="377443" y="143071"/>
                </a:lnTo>
                <a:lnTo>
                  <a:pt x="377200" y="142990"/>
                </a:lnTo>
                <a:lnTo>
                  <a:pt x="376884" y="142859"/>
                </a:lnTo>
                <a:lnTo>
                  <a:pt x="376577" y="142723"/>
                </a:lnTo>
                <a:lnTo>
                  <a:pt x="376278" y="142581"/>
                </a:lnTo>
                <a:lnTo>
                  <a:pt x="375988" y="142433"/>
                </a:lnTo>
                <a:lnTo>
                  <a:pt x="375707" y="142280"/>
                </a:lnTo>
                <a:lnTo>
                  <a:pt x="375435" y="142121"/>
                </a:lnTo>
                <a:lnTo>
                  <a:pt x="375171" y="141957"/>
                </a:lnTo>
                <a:lnTo>
                  <a:pt x="374917" y="141788"/>
                </a:lnTo>
                <a:lnTo>
                  <a:pt x="374671" y="141612"/>
                </a:lnTo>
                <a:lnTo>
                  <a:pt x="374434" y="141431"/>
                </a:lnTo>
                <a:lnTo>
                  <a:pt x="374205" y="141245"/>
                </a:lnTo>
                <a:lnTo>
                  <a:pt x="373986" y="141053"/>
                </a:lnTo>
                <a:lnTo>
                  <a:pt x="373775" y="140856"/>
                </a:lnTo>
                <a:lnTo>
                  <a:pt x="373573" y="140653"/>
                </a:lnTo>
                <a:lnTo>
                  <a:pt x="373379" y="140444"/>
                </a:lnTo>
                <a:lnTo>
                  <a:pt x="373195" y="140231"/>
                </a:lnTo>
                <a:lnTo>
                  <a:pt x="373019" y="140011"/>
                </a:lnTo>
                <a:lnTo>
                  <a:pt x="372852" y="139786"/>
                </a:lnTo>
                <a:lnTo>
                  <a:pt x="372694" y="139555"/>
                </a:lnTo>
                <a:lnTo>
                  <a:pt x="372545" y="139319"/>
                </a:lnTo>
                <a:lnTo>
                  <a:pt x="372404" y="139078"/>
                </a:lnTo>
                <a:lnTo>
                  <a:pt x="372272" y="138830"/>
                </a:lnTo>
                <a:lnTo>
                  <a:pt x="372149" y="138578"/>
                </a:lnTo>
                <a:lnTo>
                  <a:pt x="372035" y="138319"/>
                </a:lnTo>
                <a:lnTo>
                  <a:pt x="371927" y="138044"/>
                </a:lnTo>
                <a:lnTo>
                  <a:pt x="371824" y="137740"/>
                </a:lnTo>
                <a:lnTo>
                  <a:pt x="371726" y="137407"/>
                </a:lnTo>
                <a:lnTo>
                  <a:pt x="371632" y="137045"/>
                </a:lnTo>
                <a:lnTo>
                  <a:pt x="371542" y="136654"/>
                </a:lnTo>
                <a:lnTo>
                  <a:pt x="371458" y="136235"/>
                </a:lnTo>
                <a:lnTo>
                  <a:pt x="371378" y="135786"/>
                </a:lnTo>
                <a:lnTo>
                  <a:pt x="371302" y="135309"/>
                </a:lnTo>
                <a:lnTo>
                  <a:pt x="371231" y="134803"/>
                </a:lnTo>
                <a:lnTo>
                  <a:pt x="371165" y="134268"/>
                </a:lnTo>
                <a:lnTo>
                  <a:pt x="371103" y="133705"/>
                </a:lnTo>
                <a:lnTo>
                  <a:pt x="371045" y="133112"/>
                </a:lnTo>
                <a:lnTo>
                  <a:pt x="370993" y="132491"/>
                </a:lnTo>
                <a:lnTo>
                  <a:pt x="370945" y="131841"/>
                </a:lnTo>
                <a:lnTo>
                  <a:pt x="370901" y="131162"/>
                </a:lnTo>
                <a:lnTo>
                  <a:pt x="370862" y="130455"/>
                </a:lnTo>
                <a:lnTo>
                  <a:pt x="370828" y="129718"/>
                </a:lnTo>
                <a:lnTo>
                  <a:pt x="370798" y="128953"/>
                </a:lnTo>
                <a:lnTo>
                  <a:pt x="370773" y="128159"/>
                </a:lnTo>
                <a:lnTo>
                  <a:pt x="370752" y="127336"/>
                </a:lnTo>
                <a:lnTo>
                  <a:pt x="370736" y="126484"/>
                </a:lnTo>
                <a:lnTo>
                  <a:pt x="370725" y="125604"/>
                </a:lnTo>
                <a:lnTo>
                  <a:pt x="370718" y="124695"/>
                </a:lnTo>
                <a:lnTo>
                  <a:pt x="370716" y="123757"/>
                </a:lnTo>
                <a:lnTo>
                  <a:pt x="370716" y="28796"/>
                </a:lnTo>
                <a:lnTo>
                  <a:pt x="370718" y="27872"/>
                </a:lnTo>
                <a:lnTo>
                  <a:pt x="370724" y="26978"/>
                </a:lnTo>
                <a:lnTo>
                  <a:pt x="370735" y="26113"/>
                </a:lnTo>
                <a:lnTo>
                  <a:pt x="370749" y="25279"/>
                </a:lnTo>
                <a:lnTo>
                  <a:pt x="370768" y="24475"/>
                </a:lnTo>
                <a:lnTo>
                  <a:pt x="370791" y="23700"/>
                </a:lnTo>
                <a:lnTo>
                  <a:pt x="370819" y="22955"/>
                </a:lnTo>
                <a:lnTo>
                  <a:pt x="370850" y="22241"/>
                </a:lnTo>
                <a:lnTo>
                  <a:pt x="370886" y="21556"/>
                </a:lnTo>
                <a:lnTo>
                  <a:pt x="370926" y="20901"/>
                </a:lnTo>
                <a:lnTo>
                  <a:pt x="370970" y="20276"/>
                </a:lnTo>
                <a:lnTo>
                  <a:pt x="371018" y="19681"/>
                </a:lnTo>
                <a:lnTo>
                  <a:pt x="371070" y="19116"/>
                </a:lnTo>
                <a:lnTo>
                  <a:pt x="371127" y="18581"/>
                </a:lnTo>
                <a:lnTo>
                  <a:pt x="371188" y="18076"/>
                </a:lnTo>
                <a:lnTo>
                  <a:pt x="371253" y="17601"/>
                </a:lnTo>
                <a:lnTo>
                  <a:pt x="371322" y="17155"/>
                </a:lnTo>
                <a:lnTo>
                  <a:pt x="371396" y="16740"/>
                </a:lnTo>
                <a:lnTo>
                  <a:pt x="371473" y="16354"/>
                </a:lnTo>
                <a:lnTo>
                  <a:pt x="371555" y="15999"/>
                </a:lnTo>
                <a:lnTo>
                  <a:pt x="371641" y="15673"/>
                </a:lnTo>
                <a:lnTo>
                  <a:pt x="371732" y="15377"/>
                </a:lnTo>
                <a:lnTo>
                  <a:pt x="371826" y="15111"/>
                </a:lnTo>
                <a:lnTo>
                  <a:pt x="371925" y="14875"/>
                </a:lnTo>
                <a:lnTo>
                  <a:pt x="372064" y="14566"/>
                </a:lnTo>
                <a:lnTo>
                  <a:pt x="372208" y="14265"/>
                </a:lnTo>
                <a:lnTo>
                  <a:pt x="372356" y="13971"/>
                </a:lnTo>
                <a:lnTo>
                  <a:pt x="372508" y="13685"/>
                </a:lnTo>
                <a:lnTo>
                  <a:pt x="372664" y="13407"/>
                </a:lnTo>
                <a:lnTo>
                  <a:pt x="372825" y="13136"/>
                </a:lnTo>
                <a:lnTo>
                  <a:pt x="372989" y="12873"/>
                </a:lnTo>
                <a:lnTo>
                  <a:pt x="373158" y="12618"/>
                </a:lnTo>
                <a:lnTo>
                  <a:pt x="373331" y="12370"/>
                </a:lnTo>
                <a:lnTo>
                  <a:pt x="373508" y="12130"/>
                </a:lnTo>
                <a:lnTo>
                  <a:pt x="373690" y="11897"/>
                </a:lnTo>
                <a:lnTo>
                  <a:pt x="373876" y="11673"/>
                </a:lnTo>
                <a:lnTo>
                  <a:pt x="374065" y="11455"/>
                </a:lnTo>
                <a:lnTo>
                  <a:pt x="374260" y="11246"/>
                </a:lnTo>
                <a:lnTo>
                  <a:pt x="374458" y="11044"/>
                </a:lnTo>
                <a:lnTo>
                  <a:pt x="374660" y="10850"/>
                </a:lnTo>
                <a:lnTo>
                  <a:pt x="374867" y="10663"/>
                </a:lnTo>
                <a:lnTo>
                  <a:pt x="375078" y="10485"/>
                </a:lnTo>
                <a:lnTo>
                  <a:pt x="375293" y="10313"/>
                </a:lnTo>
                <a:lnTo>
                  <a:pt x="375512" y="10150"/>
                </a:lnTo>
                <a:lnTo>
                  <a:pt x="375735" y="9994"/>
                </a:lnTo>
                <a:lnTo>
                  <a:pt x="375963" y="9846"/>
                </a:lnTo>
                <a:lnTo>
                  <a:pt x="376195" y="9705"/>
                </a:lnTo>
                <a:lnTo>
                  <a:pt x="376431" y="9572"/>
                </a:lnTo>
                <a:lnTo>
                  <a:pt x="376765" y="9383"/>
                </a:lnTo>
                <a:lnTo>
                  <a:pt x="377108" y="9202"/>
                </a:lnTo>
                <a:lnTo>
                  <a:pt x="377460" y="9029"/>
                </a:lnTo>
                <a:lnTo>
                  <a:pt x="377820" y="8864"/>
                </a:lnTo>
                <a:lnTo>
                  <a:pt x="378189" y="8707"/>
                </a:lnTo>
                <a:lnTo>
                  <a:pt x="378567" y="8558"/>
                </a:lnTo>
                <a:lnTo>
                  <a:pt x="378954" y="8417"/>
                </a:lnTo>
                <a:lnTo>
                  <a:pt x="379350" y="8284"/>
                </a:lnTo>
                <a:lnTo>
                  <a:pt x="379754" y="8160"/>
                </a:lnTo>
                <a:lnTo>
                  <a:pt x="380167" y="8043"/>
                </a:lnTo>
                <a:lnTo>
                  <a:pt x="380589" y="7934"/>
                </a:lnTo>
                <a:lnTo>
                  <a:pt x="381020" y="7834"/>
                </a:lnTo>
                <a:lnTo>
                  <a:pt x="381459" y="7741"/>
                </a:lnTo>
                <a:lnTo>
                  <a:pt x="381907" y="7656"/>
                </a:lnTo>
                <a:lnTo>
                  <a:pt x="382364" y="7580"/>
                </a:lnTo>
                <a:lnTo>
                  <a:pt x="382830" y="7512"/>
                </a:lnTo>
                <a:lnTo>
                  <a:pt x="383305" y="7451"/>
                </a:lnTo>
                <a:lnTo>
                  <a:pt x="383788" y="7399"/>
                </a:lnTo>
                <a:lnTo>
                  <a:pt x="384280" y="7355"/>
                </a:lnTo>
                <a:lnTo>
                  <a:pt x="384781" y="7318"/>
                </a:lnTo>
                <a:lnTo>
                  <a:pt x="385291" y="7290"/>
                </a:lnTo>
                <a:lnTo>
                  <a:pt x="385809" y="7270"/>
                </a:lnTo>
                <a:lnTo>
                  <a:pt x="386336" y="7258"/>
                </a:lnTo>
                <a:lnTo>
                  <a:pt x="386872" y="7254"/>
                </a:lnTo>
                <a:lnTo>
                  <a:pt x="393357" y="7254"/>
                </a:lnTo>
                <a:lnTo>
                  <a:pt x="393357" y="3297"/>
                </a:lnTo>
                <a:lnTo>
                  <a:pt x="313893" y="3297"/>
                </a:lnTo>
                <a:lnTo>
                  <a:pt x="313893" y="7254"/>
                </a:lnTo>
                <a:lnTo>
                  <a:pt x="318839" y="7254"/>
                </a:lnTo>
                <a:lnTo>
                  <a:pt x="319357" y="7258"/>
                </a:lnTo>
                <a:lnTo>
                  <a:pt x="319865" y="7269"/>
                </a:lnTo>
                <a:lnTo>
                  <a:pt x="320365" y="7288"/>
                </a:lnTo>
                <a:lnTo>
                  <a:pt x="320856" y="7314"/>
                </a:lnTo>
                <a:lnTo>
                  <a:pt x="321337" y="7347"/>
                </a:lnTo>
                <a:lnTo>
                  <a:pt x="321810" y="7389"/>
                </a:lnTo>
                <a:lnTo>
                  <a:pt x="322274" y="7437"/>
                </a:lnTo>
                <a:lnTo>
                  <a:pt x="322729" y="7493"/>
                </a:lnTo>
                <a:lnTo>
                  <a:pt x="323175" y="7557"/>
                </a:lnTo>
                <a:lnTo>
                  <a:pt x="323611" y="7628"/>
                </a:lnTo>
                <a:lnTo>
                  <a:pt x="324039" y="7706"/>
                </a:lnTo>
                <a:lnTo>
                  <a:pt x="324458" y="7792"/>
                </a:lnTo>
                <a:lnTo>
                  <a:pt x="324868" y="7886"/>
                </a:lnTo>
                <a:lnTo>
                  <a:pt x="325269" y="7987"/>
                </a:lnTo>
                <a:lnTo>
                  <a:pt x="325661" y="8095"/>
                </a:lnTo>
                <a:lnTo>
                  <a:pt x="326044" y="8211"/>
                </a:lnTo>
                <a:lnTo>
                  <a:pt x="326418" y="8334"/>
                </a:lnTo>
                <a:lnTo>
                  <a:pt x="326783" y="8465"/>
                </a:lnTo>
                <a:lnTo>
                  <a:pt x="327140" y="8604"/>
                </a:lnTo>
                <a:lnTo>
                  <a:pt x="327487" y="8749"/>
                </a:lnTo>
                <a:lnTo>
                  <a:pt x="327825" y="8903"/>
                </a:lnTo>
                <a:lnTo>
                  <a:pt x="328154" y="9063"/>
                </a:lnTo>
                <a:lnTo>
                  <a:pt x="328475" y="9232"/>
                </a:lnTo>
                <a:lnTo>
                  <a:pt x="328786" y="9407"/>
                </a:lnTo>
                <a:lnTo>
                  <a:pt x="329088" y="9588"/>
                </a:lnTo>
                <a:lnTo>
                  <a:pt x="329382" y="9771"/>
                </a:lnTo>
                <a:lnTo>
                  <a:pt x="329668" y="9957"/>
                </a:lnTo>
                <a:lnTo>
                  <a:pt x="329944" y="10145"/>
                </a:lnTo>
                <a:lnTo>
                  <a:pt x="330213" y="10336"/>
                </a:lnTo>
                <a:lnTo>
                  <a:pt x="330472" y="10529"/>
                </a:lnTo>
                <a:lnTo>
                  <a:pt x="330723" y="10725"/>
                </a:lnTo>
                <a:lnTo>
                  <a:pt x="330966" y="10923"/>
                </a:lnTo>
                <a:lnTo>
                  <a:pt x="331200" y="11124"/>
                </a:lnTo>
                <a:lnTo>
                  <a:pt x="331425" y="11327"/>
                </a:lnTo>
                <a:lnTo>
                  <a:pt x="331641" y="11533"/>
                </a:lnTo>
                <a:lnTo>
                  <a:pt x="331850" y="11741"/>
                </a:lnTo>
                <a:lnTo>
                  <a:pt x="332049" y="11952"/>
                </a:lnTo>
                <a:lnTo>
                  <a:pt x="332240" y="12165"/>
                </a:lnTo>
                <a:lnTo>
                  <a:pt x="332422" y="12381"/>
                </a:lnTo>
                <a:lnTo>
                  <a:pt x="332596" y="12599"/>
                </a:lnTo>
                <a:lnTo>
                  <a:pt x="332761" y="12820"/>
                </a:lnTo>
                <a:lnTo>
                  <a:pt x="332918" y="13043"/>
                </a:lnTo>
                <a:lnTo>
                  <a:pt x="333066" y="13269"/>
                </a:lnTo>
                <a:lnTo>
                  <a:pt x="333205" y="13498"/>
                </a:lnTo>
                <a:lnTo>
                  <a:pt x="333336" y="13728"/>
                </a:lnTo>
                <a:lnTo>
                  <a:pt x="333458" y="13962"/>
                </a:lnTo>
                <a:lnTo>
                  <a:pt x="333572" y="14197"/>
                </a:lnTo>
                <a:lnTo>
                  <a:pt x="333677" y="14436"/>
                </a:lnTo>
                <a:lnTo>
                  <a:pt x="333775" y="14690"/>
                </a:lnTo>
                <a:lnTo>
                  <a:pt x="333870" y="14974"/>
                </a:lnTo>
                <a:lnTo>
                  <a:pt x="333960" y="15288"/>
                </a:lnTo>
                <a:lnTo>
                  <a:pt x="334046" y="15632"/>
                </a:lnTo>
                <a:lnTo>
                  <a:pt x="334128" y="16006"/>
                </a:lnTo>
                <a:lnTo>
                  <a:pt x="334206" y="16410"/>
                </a:lnTo>
                <a:lnTo>
                  <a:pt x="334279" y="16844"/>
                </a:lnTo>
                <a:lnTo>
                  <a:pt x="334348" y="17307"/>
                </a:lnTo>
                <a:lnTo>
                  <a:pt x="334413" y="17801"/>
                </a:lnTo>
                <a:lnTo>
                  <a:pt x="334474" y="18325"/>
                </a:lnTo>
                <a:lnTo>
                  <a:pt x="334531" y="18878"/>
                </a:lnTo>
                <a:lnTo>
                  <a:pt x="334583" y="19461"/>
                </a:lnTo>
                <a:lnTo>
                  <a:pt x="334632" y="20075"/>
                </a:lnTo>
                <a:lnTo>
                  <a:pt x="334676" y="20718"/>
                </a:lnTo>
                <a:lnTo>
                  <a:pt x="334716" y="21391"/>
                </a:lnTo>
                <a:lnTo>
                  <a:pt x="334751" y="22094"/>
                </a:lnTo>
                <a:lnTo>
                  <a:pt x="334783" y="22827"/>
                </a:lnTo>
                <a:lnTo>
                  <a:pt x="334810" y="23590"/>
                </a:lnTo>
                <a:lnTo>
                  <a:pt x="334833" y="24383"/>
                </a:lnTo>
                <a:lnTo>
                  <a:pt x="334852" y="25206"/>
                </a:lnTo>
                <a:lnTo>
                  <a:pt x="334867" y="26058"/>
                </a:lnTo>
                <a:lnTo>
                  <a:pt x="334877" y="26941"/>
                </a:lnTo>
                <a:lnTo>
                  <a:pt x="334884" y="27853"/>
                </a:lnTo>
                <a:lnTo>
                  <a:pt x="334886" y="28796"/>
                </a:lnTo>
                <a:lnTo>
                  <a:pt x="334886" y="126834"/>
                </a:lnTo>
                <a:lnTo>
                  <a:pt x="334884" y="127758"/>
                </a:lnTo>
                <a:lnTo>
                  <a:pt x="334877" y="128652"/>
                </a:lnTo>
                <a:lnTo>
                  <a:pt x="334867" y="129517"/>
                </a:lnTo>
                <a:lnTo>
                  <a:pt x="334852" y="130351"/>
                </a:lnTo>
                <a:lnTo>
                  <a:pt x="334833" y="131155"/>
                </a:lnTo>
                <a:lnTo>
                  <a:pt x="334810" y="131930"/>
                </a:lnTo>
                <a:lnTo>
                  <a:pt x="334783" y="132674"/>
                </a:lnTo>
                <a:lnTo>
                  <a:pt x="334751" y="133389"/>
                </a:lnTo>
                <a:lnTo>
                  <a:pt x="334716" y="134074"/>
                </a:lnTo>
                <a:lnTo>
                  <a:pt x="334676" y="134729"/>
                </a:lnTo>
                <a:lnTo>
                  <a:pt x="334632" y="135354"/>
                </a:lnTo>
                <a:lnTo>
                  <a:pt x="334583" y="135949"/>
                </a:lnTo>
                <a:lnTo>
                  <a:pt x="334531" y="136514"/>
                </a:lnTo>
                <a:lnTo>
                  <a:pt x="334474" y="137049"/>
                </a:lnTo>
                <a:lnTo>
                  <a:pt x="334413" y="137554"/>
                </a:lnTo>
                <a:lnTo>
                  <a:pt x="334348" y="138029"/>
                </a:lnTo>
                <a:lnTo>
                  <a:pt x="334279" y="138475"/>
                </a:lnTo>
                <a:lnTo>
                  <a:pt x="334206" y="138890"/>
                </a:lnTo>
                <a:lnTo>
                  <a:pt x="334128" y="139276"/>
                </a:lnTo>
                <a:lnTo>
                  <a:pt x="334046" y="139631"/>
                </a:lnTo>
                <a:lnTo>
                  <a:pt x="333960" y="139957"/>
                </a:lnTo>
                <a:lnTo>
                  <a:pt x="333870" y="140253"/>
                </a:lnTo>
                <a:lnTo>
                  <a:pt x="333775" y="140519"/>
                </a:lnTo>
                <a:lnTo>
                  <a:pt x="333677" y="140754"/>
                </a:lnTo>
                <a:lnTo>
                  <a:pt x="333546" y="141063"/>
                </a:lnTo>
                <a:lnTo>
                  <a:pt x="333411" y="141365"/>
                </a:lnTo>
                <a:lnTo>
                  <a:pt x="333271" y="141659"/>
                </a:lnTo>
                <a:lnTo>
                  <a:pt x="333127" y="141945"/>
                </a:lnTo>
                <a:lnTo>
                  <a:pt x="332978" y="142223"/>
                </a:lnTo>
                <a:lnTo>
                  <a:pt x="332825" y="142494"/>
                </a:lnTo>
                <a:lnTo>
                  <a:pt x="332667" y="142757"/>
                </a:lnTo>
                <a:lnTo>
                  <a:pt x="332504" y="143012"/>
                </a:lnTo>
                <a:lnTo>
                  <a:pt x="332337" y="143260"/>
                </a:lnTo>
                <a:lnTo>
                  <a:pt x="332165" y="143500"/>
                </a:lnTo>
                <a:lnTo>
                  <a:pt x="331989" y="143732"/>
                </a:lnTo>
                <a:lnTo>
                  <a:pt x="331808" y="143957"/>
                </a:lnTo>
                <a:lnTo>
                  <a:pt x="331623" y="144174"/>
                </a:lnTo>
                <a:lnTo>
                  <a:pt x="331433" y="144384"/>
                </a:lnTo>
                <a:lnTo>
                  <a:pt x="331238" y="144586"/>
                </a:lnTo>
                <a:lnTo>
                  <a:pt x="331039" y="144780"/>
                </a:lnTo>
                <a:lnTo>
                  <a:pt x="330835" y="144966"/>
                </a:lnTo>
                <a:lnTo>
                  <a:pt x="330627" y="145145"/>
                </a:lnTo>
                <a:lnTo>
                  <a:pt x="330414" y="145316"/>
                </a:lnTo>
                <a:lnTo>
                  <a:pt x="330196" y="145480"/>
                </a:lnTo>
                <a:lnTo>
                  <a:pt x="329974" y="145636"/>
                </a:lnTo>
                <a:lnTo>
                  <a:pt x="329748" y="145784"/>
                </a:lnTo>
                <a:lnTo>
                  <a:pt x="329516" y="145925"/>
                </a:lnTo>
                <a:lnTo>
                  <a:pt x="329280" y="146058"/>
                </a:lnTo>
                <a:lnTo>
                  <a:pt x="328946" y="146247"/>
                </a:lnTo>
                <a:lnTo>
                  <a:pt x="328603" y="146428"/>
                </a:lnTo>
                <a:lnTo>
                  <a:pt x="328252" y="146601"/>
                </a:lnTo>
                <a:lnTo>
                  <a:pt x="327891" y="146766"/>
                </a:lnTo>
                <a:lnTo>
                  <a:pt x="327522" y="146923"/>
                </a:lnTo>
                <a:lnTo>
                  <a:pt x="327144" y="147072"/>
                </a:lnTo>
                <a:lnTo>
                  <a:pt x="326757" y="147213"/>
                </a:lnTo>
                <a:lnTo>
                  <a:pt x="326362" y="147346"/>
                </a:lnTo>
                <a:lnTo>
                  <a:pt x="325957" y="147470"/>
                </a:lnTo>
                <a:lnTo>
                  <a:pt x="325544" y="147587"/>
                </a:lnTo>
                <a:lnTo>
                  <a:pt x="325122" y="147696"/>
                </a:lnTo>
                <a:lnTo>
                  <a:pt x="324692" y="147796"/>
                </a:lnTo>
                <a:lnTo>
                  <a:pt x="324252" y="147889"/>
                </a:lnTo>
                <a:lnTo>
                  <a:pt x="323804" y="147973"/>
                </a:lnTo>
                <a:lnTo>
                  <a:pt x="323347" y="148050"/>
                </a:lnTo>
                <a:lnTo>
                  <a:pt x="322881" y="148118"/>
                </a:lnTo>
                <a:lnTo>
                  <a:pt x="322407" y="148179"/>
                </a:lnTo>
                <a:lnTo>
                  <a:pt x="321923" y="148231"/>
                </a:lnTo>
                <a:lnTo>
                  <a:pt x="321431" y="148275"/>
                </a:lnTo>
                <a:lnTo>
                  <a:pt x="320930" y="148312"/>
                </a:lnTo>
                <a:lnTo>
                  <a:pt x="320421" y="148340"/>
                </a:lnTo>
                <a:lnTo>
                  <a:pt x="319902" y="148360"/>
                </a:lnTo>
                <a:lnTo>
                  <a:pt x="319375" y="148372"/>
                </a:lnTo>
                <a:lnTo>
                  <a:pt x="318839" y="148376"/>
                </a:lnTo>
                <a:lnTo>
                  <a:pt x="313893" y="148376"/>
                </a:lnTo>
                <a:lnTo>
                  <a:pt x="313893" y="152333"/>
                </a:lnTo>
                <a:lnTo>
                  <a:pt x="446223" y="152333"/>
                </a:lnTo>
                <a:lnTo>
                  <a:pt x="451828" y="100016"/>
                </a:lnTo>
                <a:lnTo>
                  <a:pt x="447322" y="100016"/>
                </a:lnTo>
                <a:lnTo>
                  <a:pt x="446890" y="101467"/>
                </a:lnTo>
                <a:lnTo>
                  <a:pt x="446457" y="102888"/>
                </a:lnTo>
                <a:close/>
                <a:moveTo>
                  <a:pt x="56786" y="2483"/>
                </a:moveTo>
                <a:lnTo>
                  <a:pt x="54670" y="3438"/>
                </a:lnTo>
                <a:lnTo>
                  <a:pt x="52582" y="4456"/>
                </a:lnTo>
                <a:lnTo>
                  <a:pt x="50523" y="5538"/>
                </a:lnTo>
                <a:lnTo>
                  <a:pt x="48493" y="6683"/>
                </a:lnTo>
                <a:lnTo>
                  <a:pt x="46491" y="7892"/>
                </a:lnTo>
                <a:lnTo>
                  <a:pt x="44518" y="9164"/>
                </a:lnTo>
                <a:lnTo>
                  <a:pt x="42573" y="10500"/>
                </a:lnTo>
                <a:lnTo>
                  <a:pt x="40657" y="11899"/>
                </a:lnTo>
                <a:lnTo>
                  <a:pt x="38770" y="13362"/>
                </a:lnTo>
                <a:lnTo>
                  <a:pt x="36911" y="14888"/>
                </a:lnTo>
                <a:lnTo>
                  <a:pt x="35081" y="16478"/>
                </a:lnTo>
                <a:lnTo>
                  <a:pt x="33280" y="18131"/>
                </a:lnTo>
                <a:lnTo>
                  <a:pt x="31507" y="19848"/>
                </a:lnTo>
                <a:lnTo>
                  <a:pt x="29763" y="21628"/>
                </a:lnTo>
                <a:lnTo>
                  <a:pt x="28047" y="23472"/>
                </a:lnTo>
                <a:lnTo>
                  <a:pt x="26360" y="25379"/>
                </a:lnTo>
                <a:lnTo>
                  <a:pt x="24702" y="27350"/>
                </a:lnTo>
                <a:lnTo>
                  <a:pt x="23072" y="29384"/>
                </a:lnTo>
                <a:lnTo>
                  <a:pt x="21471" y="31482"/>
                </a:lnTo>
                <a:lnTo>
                  <a:pt x="19899" y="33643"/>
                </a:lnTo>
                <a:lnTo>
                  <a:pt x="18355" y="35868"/>
                </a:lnTo>
                <a:lnTo>
                  <a:pt x="16857" y="38138"/>
                </a:lnTo>
                <a:lnTo>
                  <a:pt x="15423" y="40436"/>
                </a:lnTo>
                <a:lnTo>
                  <a:pt x="14053" y="42763"/>
                </a:lnTo>
                <a:lnTo>
                  <a:pt x="12746" y="45117"/>
                </a:lnTo>
                <a:lnTo>
                  <a:pt x="11504" y="47500"/>
                </a:lnTo>
                <a:lnTo>
                  <a:pt x="10324" y="49910"/>
                </a:lnTo>
                <a:lnTo>
                  <a:pt x="9209" y="52349"/>
                </a:lnTo>
                <a:lnTo>
                  <a:pt x="8158" y="54815"/>
                </a:lnTo>
                <a:lnTo>
                  <a:pt x="7170" y="57310"/>
                </a:lnTo>
                <a:lnTo>
                  <a:pt x="6246" y="59832"/>
                </a:lnTo>
                <a:lnTo>
                  <a:pt x="5385" y="62383"/>
                </a:lnTo>
                <a:lnTo>
                  <a:pt x="4589" y="64962"/>
                </a:lnTo>
                <a:lnTo>
                  <a:pt x="3856" y="67568"/>
                </a:lnTo>
                <a:lnTo>
                  <a:pt x="3187" y="70203"/>
                </a:lnTo>
                <a:lnTo>
                  <a:pt x="2581" y="72866"/>
                </a:lnTo>
                <a:lnTo>
                  <a:pt x="2039" y="75557"/>
                </a:lnTo>
                <a:lnTo>
                  <a:pt x="1561" y="78276"/>
                </a:lnTo>
                <a:lnTo>
                  <a:pt x="1147" y="81023"/>
                </a:lnTo>
                <a:lnTo>
                  <a:pt x="797" y="83798"/>
                </a:lnTo>
                <a:lnTo>
                  <a:pt x="510" y="86601"/>
                </a:lnTo>
                <a:lnTo>
                  <a:pt x="287" y="89432"/>
                </a:lnTo>
                <a:lnTo>
                  <a:pt x="127" y="92291"/>
                </a:lnTo>
                <a:lnTo>
                  <a:pt x="32" y="95178"/>
                </a:lnTo>
                <a:lnTo>
                  <a:pt x="0" y="98093"/>
                </a:lnTo>
                <a:lnTo>
                  <a:pt x="32" y="101045"/>
                </a:lnTo>
                <a:lnTo>
                  <a:pt x="128" y="103968"/>
                </a:lnTo>
                <a:lnTo>
                  <a:pt x="288" y="106862"/>
                </a:lnTo>
                <a:lnTo>
                  <a:pt x="511" y="109729"/>
                </a:lnTo>
                <a:lnTo>
                  <a:pt x="799" y="112567"/>
                </a:lnTo>
                <a:lnTo>
                  <a:pt x="1151" y="115376"/>
                </a:lnTo>
                <a:lnTo>
                  <a:pt x="1566" y="118157"/>
                </a:lnTo>
                <a:lnTo>
                  <a:pt x="2046" y="120910"/>
                </a:lnTo>
                <a:lnTo>
                  <a:pt x="2589" y="123634"/>
                </a:lnTo>
                <a:lnTo>
                  <a:pt x="3196" y="126330"/>
                </a:lnTo>
                <a:lnTo>
                  <a:pt x="3867" y="128997"/>
                </a:lnTo>
                <a:lnTo>
                  <a:pt x="4602" y="131636"/>
                </a:lnTo>
                <a:lnTo>
                  <a:pt x="5401" y="134247"/>
                </a:lnTo>
                <a:lnTo>
                  <a:pt x="6264" y="136829"/>
                </a:lnTo>
                <a:lnTo>
                  <a:pt x="7191" y="139383"/>
                </a:lnTo>
                <a:lnTo>
                  <a:pt x="8182" y="141908"/>
                </a:lnTo>
                <a:lnTo>
                  <a:pt x="9237" y="144405"/>
                </a:lnTo>
                <a:lnTo>
                  <a:pt x="10355" y="146873"/>
                </a:lnTo>
                <a:lnTo>
                  <a:pt x="11538" y="149314"/>
                </a:lnTo>
                <a:lnTo>
                  <a:pt x="12784" y="151725"/>
                </a:lnTo>
                <a:lnTo>
                  <a:pt x="14095" y="154108"/>
                </a:lnTo>
                <a:lnTo>
                  <a:pt x="15469" y="156463"/>
                </a:lnTo>
                <a:lnTo>
                  <a:pt x="16907" y="158790"/>
                </a:lnTo>
                <a:lnTo>
                  <a:pt x="18410" y="161087"/>
                </a:lnTo>
                <a:lnTo>
                  <a:pt x="19958" y="163339"/>
                </a:lnTo>
                <a:lnTo>
                  <a:pt x="21534" y="165527"/>
                </a:lnTo>
                <a:lnTo>
                  <a:pt x="23138" y="167650"/>
                </a:lnTo>
                <a:lnTo>
                  <a:pt x="24771" y="169709"/>
                </a:lnTo>
                <a:lnTo>
                  <a:pt x="26431" y="171704"/>
                </a:lnTo>
                <a:lnTo>
                  <a:pt x="28119" y="173635"/>
                </a:lnTo>
                <a:lnTo>
                  <a:pt x="29836" y="175501"/>
                </a:lnTo>
                <a:lnTo>
                  <a:pt x="31580" y="177303"/>
                </a:lnTo>
                <a:lnTo>
                  <a:pt x="33353" y="179041"/>
                </a:lnTo>
                <a:lnTo>
                  <a:pt x="35153" y="180714"/>
                </a:lnTo>
                <a:lnTo>
                  <a:pt x="36982" y="182324"/>
                </a:lnTo>
                <a:lnTo>
                  <a:pt x="38839" y="183868"/>
                </a:lnTo>
                <a:lnTo>
                  <a:pt x="40724" y="185349"/>
                </a:lnTo>
                <a:lnTo>
                  <a:pt x="42636" y="186766"/>
                </a:lnTo>
                <a:lnTo>
                  <a:pt x="44577" y="188118"/>
                </a:lnTo>
                <a:lnTo>
                  <a:pt x="46546" y="189406"/>
                </a:lnTo>
                <a:lnTo>
                  <a:pt x="48543" y="190629"/>
                </a:lnTo>
                <a:lnTo>
                  <a:pt x="50568" y="191789"/>
                </a:lnTo>
                <a:lnTo>
                  <a:pt x="52621" y="192884"/>
                </a:lnTo>
                <a:lnTo>
                  <a:pt x="54702" y="193914"/>
                </a:lnTo>
                <a:lnTo>
                  <a:pt x="56811" y="194881"/>
                </a:lnTo>
                <a:lnTo>
                  <a:pt x="58949" y="195783"/>
                </a:lnTo>
                <a:lnTo>
                  <a:pt x="61114" y="196621"/>
                </a:lnTo>
                <a:lnTo>
                  <a:pt x="63307" y="197395"/>
                </a:lnTo>
                <a:lnTo>
                  <a:pt x="63307" y="191900"/>
                </a:lnTo>
                <a:lnTo>
                  <a:pt x="62463" y="191411"/>
                </a:lnTo>
                <a:lnTo>
                  <a:pt x="61635" y="190916"/>
                </a:lnTo>
                <a:lnTo>
                  <a:pt x="60822" y="190415"/>
                </a:lnTo>
                <a:lnTo>
                  <a:pt x="60025" y="189907"/>
                </a:lnTo>
                <a:lnTo>
                  <a:pt x="59244" y="189393"/>
                </a:lnTo>
                <a:lnTo>
                  <a:pt x="58478" y="188872"/>
                </a:lnTo>
                <a:lnTo>
                  <a:pt x="57728" y="188345"/>
                </a:lnTo>
                <a:lnTo>
                  <a:pt x="56993" y="187811"/>
                </a:lnTo>
                <a:lnTo>
                  <a:pt x="56275" y="187270"/>
                </a:lnTo>
                <a:lnTo>
                  <a:pt x="55572" y="186724"/>
                </a:lnTo>
                <a:lnTo>
                  <a:pt x="54884" y="186170"/>
                </a:lnTo>
                <a:lnTo>
                  <a:pt x="54212" y="185611"/>
                </a:lnTo>
                <a:lnTo>
                  <a:pt x="53556" y="185044"/>
                </a:lnTo>
                <a:lnTo>
                  <a:pt x="52915" y="184472"/>
                </a:lnTo>
                <a:lnTo>
                  <a:pt x="52290" y="183893"/>
                </a:lnTo>
                <a:lnTo>
                  <a:pt x="51681" y="183307"/>
                </a:lnTo>
                <a:lnTo>
                  <a:pt x="51088" y="182715"/>
                </a:lnTo>
                <a:lnTo>
                  <a:pt x="50510" y="182116"/>
                </a:lnTo>
                <a:lnTo>
                  <a:pt x="49947" y="181511"/>
                </a:lnTo>
                <a:lnTo>
                  <a:pt x="49401" y="180899"/>
                </a:lnTo>
                <a:lnTo>
                  <a:pt x="48870" y="180281"/>
                </a:lnTo>
                <a:lnTo>
                  <a:pt x="48354" y="179656"/>
                </a:lnTo>
                <a:lnTo>
                  <a:pt x="47854" y="179025"/>
                </a:lnTo>
                <a:lnTo>
                  <a:pt x="47370" y="178388"/>
                </a:lnTo>
                <a:lnTo>
                  <a:pt x="46689" y="177451"/>
                </a:lnTo>
                <a:lnTo>
                  <a:pt x="46021" y="176491"/>
                </a:lnTo>
                <a:lnTo>
                  <a:pt x="45364" y="175506"/>
                </a:lnTo>
                <a:lnTo>
                  <a:pt x="44719" y="174497"/>
                </a:lnTo>
                <a:lnTo>
                  <a:pt x="44086" y="173465"/>
                </a:lnTo>
                <a:lnTo>
                  <a:pt x="43465" y="172408"/>
                </a:lnTo>
                <a:lnTo>
                  <a:pt x="42856" y="171328"/>
                </a:lnTo>
                <a:lnTo>
                  <a:pt x="42260" y="170223"/>
                </a:lnTo>
                <a:lnTo>
                  <a:pt x="41675" y="169094"/>
                </a:lnTo>
                <a:lnTo>
                  <a:pt x="41102" y="167941"/>
                </a:lnTo>
                <a:lnTo>
                  <a:pt x="40541" y="166764"/>
                </a:lnTo>
                <a:lnTo>
                  <a:pt x="39993" y="165564"/>
                </a:lnTo>
                <a:lnTo>
                  <a:pt x="39456" y="164339"/>
                </a:lnTo>
                <a:lnTo>
                  <a:pt x="38932" y="163090"/>
                </a:lnTo>
                <a:lnTo>
                  <a:pt x="38419" y="161817"/>
                </a:lnTo>
                <a:lnTo>
                  <a:pt x="37918" y="160520"/>
                </a:lnTo>
                <a:lnTo>
                  <a:pt x="37430" y="159199"/>
                </a:lnTo>
                <a:lnTo>
                  <a:pt x="36953" y="157854"/>
                </a:lnTo>
                <a:lnTo>
                  <a:pt x="36489" y="156485"/>
                </a:lnTo>
                <a:lnTo>
                  <a:pt x="36036" y="155092"/>
                </a:lnTo>
                <a:lnTo>
                  <a:pt x="35596" y="153675"/>
                </a:lnTo>
                <a:lnTo>
                  <a:pt x="35167" y="152234"/>
                </a:lnTo>
                <a:lnTo>
                  <a:pt x="34751" y="150768"/>
                </a:lnTo>
                <a:lnTo>
                  <a:pt x="34346" y="149279"/>
                </a:lnTo>
                <a:lnTo>
                  <a:pt x="33956" y="147753"/>
                </a:lnTo>
                <a:lnTo>
                  <a:pt x="33583" y="146176"/>
                </a:lnTo>
                <a:lnTo>
                  <a:pt x="33226" y="144549"/>
                </a:lnTo>
                <a:lnTo>
                  <a:pt x="32885" y="142872"/>
                </a:lnTo>
                <a:lnTo>
                  <a:pt x="32562" y="141144"/>
                </a:lnTo>
                <a:lnTo>
                  <a:pt x="32255" y="139366"/>
                </a:lnTo>
                <a:lnTo>
                  <a:pt x="31964" y="137537"/>
                </a:lnTo>
                <a:lnTo>
                  <a:pt x="31690" y="135659"/>
                </a:lnTo>
                <a:lnTo>
                  <a:pt x="31433" y="133730"/>
                </a:lnTo>
                <a:lnTo>
                  <a:pt x="31192" y="131750"/>
                </a:lnTo>
                <a:lnTo>
                  <a:pt x="30968" y="129720"/>
                </a:lnTo>
                <a:lnTo>
                  <a:pt x="30761" y="127640"/>
                </a:lnTo>
                <a:lnTo>
                  <a:pt x="30570" y="125510"/>
                </a:lnTo>
                <a:lnTo>
                  <a:pt x="30395" y="123329"/>
                </a:lnTo>
                <a:lnTo>
                  <a:pt x="30238" y="121098"/>
                </a:lnTo>
                <a:lnTo>
                  <a:pt x="30096" y="118816"/>
                </a:lnTo>
                <a:lnTo>
                  <a:pt x="29972" y="116485"/>
                </a:lnTo>
                <a:lnTo>
                  <a:pt x="29864" y="114102"/>
                </a:lnTo>
                <a:lnTo>
                  <a:pt x="29773" y="111670"/>
                </a:lnTo>
                <a:lnTo>
                  <a:pt x="29698" y="109187"/>
                </a:lnTo>
                <a:lnTo>
                  <a:pt x="29640" y="106654"/>
                </a:lnTo>
                <a:lnTo>
                  <a:pt x="29598" y="104070"/>
                </a:lnTo>
                <a:lnTo>
                  <a:pt x="29574" y="101437"/>
                </a:lnTo>
                <a:lnTo>
                  <a:pt x="29565" y="98752"/>
                </a:lnTo>
                <a:lnTo>
                  <a:pt x="29574" y="95905"/>
                </a:lnTo>
                <a:lnTo>
                  <a:pt x="29602" y="93110"/>
                </a:lnTo>
                <a:lnTo>
                  <a:pt x="29648" y="90368"/>
                </a:lnTo>
                <a:lnTo>
                  <a:pt x="29712" y="87680"/>
                </a:lnTo>
                <a:lnTo>
                  <a:pt x="29794" y="85044"/>
                </a:lnTo>
                <a:lnTo>
                  <a:pt x="29895" y="82461"/>
                </a:lnTo>
                <a:lnTo>
                  <a:pt x="30014" y="79932"/>
                </a:lnTo>
                <a:lnTo>
                  <a:pt x="30151" y="77455"/>
                </a:lnTo>
                <a:lnTo>
                  <a:pt x="30307" y="75031"/>
                </a:lnTo>
                <a:lnTo>
                  <a:pt x="30481" y="72661"/>
                </a:lnTo>
                <a:lnTo>
                  <a:pt x="30674" y="70343"/>
                </a:lnTo>
                <a:lnTo>
                  <a:pt x="30884" y="68079"/>
                </a:lnTo>
                <a:lnTo>
                  <a:pt x="31113" y="65867"/>
                </a:lnTo>
                <a:lnTo>
                  <a:pt x="31360" y="63708"/>
                </a:lnTo>
                <a:lnTo>
                  <a:pt x="31626" y="61603"/>
                </a:lnTo>
                <a:lnTo>
                  <a:pt x="31910" y="59550"/>
                </a:lnTo>
                <a:lnTo>
                  <a:pt x="32212" y="57551"/>
                </a:lnTo>
                <a:lnTo>
                  <a:pt x="32533" y="55604"/>
                </a:lnTo>
                <a:lnTo>
                  <a:pt x="32872" y="53711"/>
                </a:lnTo>
                <a:lnTo>
                  <a:pt x="33229" y="51870"/>
                </a:lnTo>
                <a:lnTo>
                  <a:pt x="33604" y="50083"/>
                </a:lnTo>
                <a:lnTo>
                  <a:pt x="33998" y="48348"/>
                </a:lnTo>
                <a:lnTo>
                  <a:pt x="34410" y="46667"/>
                </a:lnTo>
                <a:lnTo>
                  <a:pt x="34841" y="45038"/>
                </a:lnTo>
                <a:lnTo>
                  <a:pt x="35195" y="43757"/>
                </a:lnTo>
                <a:lnTo>
                  <a:pt x="35560" y="42496"/>
                </a:lnTo>
                <a:lnTo>
                  <a:pt x="35937" y="41254"/>
                </a:lnTo>
                <a:lnTo>
                  <a:pt x="36325" y="40032"/>
                </a:lnTo>
                <a:lnTo>
                  <a:pt x="36724" y="38829"/>
                </a:lnTo>
                <a:lnTo>
                  <a:pt x="37135" y="37645"/>
                </a:lnTo>
                <a:lnTo>
                  <a:pt x="37558" y="36481"/>
                </a:lnTo>
                <a:lnTo>
                  <a:pt x="37992" y="35336"/>
                </a:lnTo>
                <a:lnTo>
                  <a:pt x="38437" y="34211"/>
                </a:lnTo>
                <a:lnTo>
                  <a:pt x="38894" y="33105"/>
                </a:lnTo>
                <a:lnTo>
                  <a:pt x="39362" y="32019"/>
                </a:lnTo>
                <a:lnTo>
                  <a:pt x="39842" y="30952"/>
                </a:lnTo>
                <a:lnTo>
                  <a:pt x="40333" y="29905"/>
                </a:lnTo>
                <a:lnTo>
                  <a:pt x="40835" y="28877"/>
                </a:lnTo>
                <a:lnTo>
                  <a:pt x="41349" y="27868"/>
                </a:lnTo>
                <a:lnTo>
                  <a:pt x="41875" y="26879"/>
                </a:lnTo>
                <a:lnTo>
                  <a:pt x="42412" y="25909"/>
                </a:lnTo>
                <a:lnTo>
                  <a:pt x="42960" y="24959"/>
                </a:lnTo>
                <a:lnTo>
                  <a:pt x="43520" y="24029"/>
                </a:lnTo>
                <a:lnTo>
                  <a:pt x="44091" y="23117"/>
                </a:lnTo>
                <a:lnTo>
                  <a:pt x="44674" y="22225"/>
                </a:lnTo>
                <a:lnTo>
                  <a:pt x="45268" y="21353"/>
                </a:lnTo>
                <a:lnTo>
                  <a:pt x="45874" y="20500"/>
                </a:lnTo>
                <a:lnTo>
                  <a:pt x="46491" y="19667"/>
                </a:lnTo>
                <a:lnTo>
                  <a:pt x="46950" y="19071"/>
                </a:lnTo>
                <a:lnTo>
                  <a:pt x="47431" y="18474"/>
                </a:lnTo>
                <a:lnTo>
                  <a:pt x="47932" y="17876"/>
                </a:lnTo>
                <a:lnTo>
                  <a:pt x="48454" y="17277"/>
                </a:lnTo>
                <a:lnTo>
                  <a:pt x="48997" y="16677"/>
                </a:lnTo>
                <a:lnTo>
                  <a:pt x="49562" y="16076"/>
                </a:lnTo>
                <a:lnTo>
                  <a:pt x="50147" y="15473"/>
                </a:lnTo>
                <a:lnTo>
                  <a:pt x="50753" y="14870"/>
                </a:lnTo>
                <a:lnTo>
                  <a:pt x="51380" y="14265"/>
                </a:lnTo>
                <a:lnTo>
                  <a:pt x="52029" y="13659"/>
                </a:lnTo>
                <a:lnTo>
                  <a:pt x="52698" y="13052"/>
                </a:lnTo>
                <a:lnTo>
                  <a:pt x="53388" y="12444"/>
                </a:lnTo>
                <a:lnTo>
                  <a:pt x="54099" y="11834"/>
                </a:lnTo>
                <a:lnTo>
                  <a:pt x="54831" y="11224"/>
                </a:lnTo>
                <a:lnTo>
                  <a:pt x="55584" y="10612"/>
                </a:lnTo>
                <a:lnTo>
                  <a:pt x="56358" y="9999"/>
                </a:lnTo>
                <a:lnTo>
                  <a:pt x="57154" y="9385"/>
                </a:lnTo>
                <a:lnTo>
                  <a:pt x="57970" y="8770"/>
                </a:lnTo>
                <a:lnTo>
                  <a:pt x="58807" y="8154"/>
                </a:lnTo>
                <a:lnTo>
                  <a:pt x="59665" y="7537"/>
                </a:lnTo>
                <a:lnTo>
                  <a:pt x="60544" y="6918"/>
                </a:lnTo>
                <a:lnTo>
                  <a:pt x="61444" y="6299"/>
                </a:lnTo>
                <a:lnTo>
                  <a:pt x="62365" y="5678"/>
                </a:lnTo>
                <a:lnTo>
                  <a:pt x="63307" y="5056"/>
                </a:lnTo>
                <a:lnTo>
                  <a:pt x="63307" y="0"/>
                </a:lnTo>
                <a:lnTo>
                  <a:pt x="61105" y="764"/>
                </a:lnTo>
                <a:lnTo>
                  <a:pt x="58931" y="1592"/>
                </a:lnTo>
                <a:lnTo>
                  <a:pt x="56786" y="2483"/>
                </a:lnTo>
                <a:close/>
                <a:moveTo>
                  <a:pt x="187732" y="194886"/>
                </a:moveTo>
                <a:lnTo>
                  <a:pt x="189841" y="193924"/>
                </a:lnTo>
                <a:lnTo>
                  <a:pt x="191922" y="192898"/>
                </a:lnTo>
                <a:lnTo>
                  <a:pt x="193975" y="191809"/>
                </a:lnTo>
                <a:lnTo>
                  <a:pt x="196000" y="190657"/>
                </a:lnTo>
                <a:lnTo>
                  <a:pt x="197997" y="189442"/>
                </a:lnTo>
                <a:lnTo>
                  <a:pt x="199966" y="188164"/>
                </a:lnTo>
                <a:lnTo>
                  <a:pt x="201907" y="186823"/>
                </a:lnTo>
                <a:lnTo>
                  <a:pt x="203820" y="185418"/>
                </a:lnTo>
                <a:lnTo>
                  <a:pt x="205705" y="183951"/>
                </a:lnTo>
                <a:lnTo>
                  <a:pt x="207561" y="182420"/>
                </a:lnTo>
                <a:lnTo>
                  <a:pt x="209390" y="180827"/>
                </a:lnTo>
                <a:lnTo>
                  <a:pt x="211191" y="179170"/>
                </a:lnTo>
                <a:lnTo>
                  <a:pt x="212963" y="177450"/>
                </a:lnTo>
                <a:lnTo>
                  <a:pt x="214708" y="175667"/>
                </a:lnTo>
                <a:lnTo>
                  <a:pt x="216424" y="173820"/>
                </a:lnTo>
                <a:lnTo>
                  <a:pt x="218113" y="171911"/>
                </a:lnTo>
                <a:lnTo>
                  <a:pt x="219773" y="169938"/>
                </a:lnTo>
                <a:lnTo>
                  <a:pt x="221405" y="167903"/>
                </a:lnTo>
                <a:lnTo>
                  <a:pt x="223009" y="165804"/>
                </a:lnTo>
                <a:lnTo>
                  <a:pt x="224586" y="163642"/>
                </a:lnTo>
                <a:lnTo>
                  <a:pt x="226134" y="161417"/>
                </a:lnTo>
                <a:lnTo>
                  <a:pt x="227636" y="159147"/>
                </a:lnTo>
                <a:lnTo>
                  <a:pt x="229074" y="156849"/>
                </a:lnTo>
                <a:lnTo>
                  <a:pt x="230449" y="154524"/>
                </a:lnTo>
                <a:lnTo>
                  <a:pt x="231759" y="152171"/>
                </a:lnTo>
                <a:lnTo>
                  <a:pt x="233005" y="149790"/>
                </a:lnTo>
                <a:lnTo>
                  <a:pt x="234188" y="147382"/>
                </a:lnTo>
                <a:lnTo>
                  <a:pt x="235307" y="144946"/>
                </a:lnTo>
                <a:lnTo>
                  <a:pt x="236361" y="142482"/>
                </a:lnTo>
                <a:lnTo>
                  <a:pt x="237352" y="139991"/>
                </a:lnTo>
                <a:lnTo>
                  <a:pt x="238279" y="137472"/>
                </a:lnTo>
                <a:lnTo>
                  <a:pt x="239142" y="134925"/>
                </a:lnTo>
                <a:lnTo>
                  <a:pt x="239941" y="132351"/>
                </a:lnTo>
                <a:lnTo>
                  <a:pt x="240676" y="129749"/>
                </a:lnTo>
                <a:lnTo>
                  <a:pt x="241347" y="127119"/>
                </a:lnTo>
                <a:lnTo>
                  <a:pt x="241955" y="124462"/>
                </a:lnTo>
                <a:lnTo>
                  <a:pt x="242498" y="121777"/>
                </a:lnTo>
                <a:lnTo>
                  <a:pt x="242977" y="119064"/>
                </a:lnTo>
                <a:lnTo>
                  <a:pt x="243393" y="116324"/>
                </a:lnTo>
                <a:lnTo>
                  <a:pt x="243744" y="113556"/>
                </a:lnTo>
                <a:lnTo>
                  <a:pt x="244032" y="110761"/>
                </a:lnTo>
                <a:lnTo>
                  <a:pt x="244256" y="107938"/>
                </a:lnTo>
                <a:lnTo>
                  <a:pt x="244416" y="105087"/>
                </a:lnTo>
                <a:lnTo>
                  <a:pt x="244511" y="102208"/>
                </a:lnTo>
                <a:lnTo>
                  <a:pt x="244543" y="99302"/>
                </a:lnTo>
                <a:lnTo>
                  <a:pt x="244511" y="96350"/>
                </a:lnTo>
                <a:lnTo>
                  <a:pt x="244416" y="93427"/>
                </a:lnTo>
                <a:lnTo>
                  <a:pt x="244256" y="90532"/>
                </a:lnTo>
                <a:lnTo>
                  <a:pt x="244032" y="87666"/>
                </a:lnTo>
                <a:lnTo>
                  <a:pt x="243744" y="84828"/>
                </a:lnTo>
                <a:lnTo>
                  <a:pt x="243393" y="82019"/>
                </a:lnTo>
                <a:lnTo>
                  <a:pt x="242977" y="79238"/>
                </a:lnTo>
                <a:lnTo>
                  <a:pt x="242498" y="76485"/>
                </a:lnTo>
                <a:lnTo>
                  <a:pt x="241955" y="73761"/>
                </a:lnTo>
                <a:lnTo>
                  <a:pt x="241347" y="71065"/>
                </a:lnTo>
                <a:lnTo>
                  <a:pt x="240676" y="68397"/>
                </a:lnTo>
                <a:lnTo>
                  <a:pt x="239941" y="65759"/>
                </a:lnTo>
                <a:lnTo>
                  <a:pt x="239142" y="63148"/>
                </a:lnTo>
                <a:lnTo>
                  <a:pt x="238279" y="60566"/>
                </a:lnTo>
                <a:lnTo>
                  <a:pt x="237352" y="58012"/>
                </a:lnTo>
                <a:lnTo>
                  <a:pt x="236361" y="55487"/>
                </a:lnTo>
                <a:lnTo>
                  <a:pt x="235307" y="52990"/>
                </a:lnTo>
                <a:lnTo>
                  <a:pt x="234188" y="50521"/>
                </a:lnTo>
                <a:lnTo>
                  <a:pt x="233005" y="48081"/>
                </a:lnTo>
                <a:lnTo>
                  <a:pt x="231759" y="45670"/>
                </a:lnTo>
                <a:lnTo>
                  <a:pt x="230449" y="43287"/>
                </a:lnTo>
                <a:lnTo>
                  <a:pt x="229074" y="40932"/>
                </a:lnTo>
                <a:lnTo>
                  <a:pt x="227636" y="38605"/>
                </a:lnTo>
                <a:lnTo>
                  <a:pt x="226134" y="36307"/>
                </a:lnTo>
                <a:lnTo>
                  <a:pt x="224586" y="34056"/>
                </a:lnTo>
                <a:lnTo>
                  <a:pt x="223009" y="31868"/>
                </a:lnTo>
                <a:lnTo>
                  <a:pt x="221405" y="29745"/>
                </a:lnTo>
                <a:lnTo>
                  <a:pt x="219773" y="27685"/>
                </a:lnTo>
                <a:lnTo>
                  <a:pt x="218113" y="25691"/>
                </a:lnTo>
                <a:lnTo>
                  <a:pt x="216424" y="23760"/>
                </a:lnTo>
                <a:lnTo>
                  <a:pt x="214708" y="21894"/>
                </a:lnTo>
                <a:lnTo>
                  <a:pt x="212963" y="20092"/>
                </a:lnTo>
                <a:lnTo>
                  <a:pt x="211191" y="18354"/>
                </a:lnTo>
                <a:lnTo>
                  <a:pt x="209390" y="16681"/>
                </a:lnTo>
                <a:lnTo>
                  <a:pt x="207561" y="15071"/>
                </a:lnTo>
                <a:lnTo>
                  <a:pt x="205705" y="13526"/>
                </a:lnTo>
                <a:lnTo>
                  <a:pt x="203820" y="12046"/>
                </a:lnTo>
                <a:lnTo>
                  <a:pt x="201907" y="10629"/>
                </a:lnTo>
                <a:lnTo>
                  <a:pt x="199966" y="9277"/>
                </a:lnTo>
                <a:lnTo>
                  <a:pt x="197997" y="7989"/>
                </a:lnTo>
                <a:lnTo>
                  <a:pt x="196000" y="6766"/>
                </a:lnTo>
                <a:lnTo>
                  <a:pt x="193975" y="5606"/>
                </a:lnTo>
                <a:lnTo>
                  <a:pt x="191922" y="4511"/>
                </a:lnTo>
                <a:lnTo>
                  <a:pt x="189841" y="3481"/>
                </a:lnTo>
                <a:lnTo>
                  <a:pt x="187732" y="2514"/>
                </a:lnTo>
                <a:lnTo>
                  <a:pt x="185595" y="1612"/>
                </a:lnTo>
                <a:lnTo>
                  <a:pt x="183430" y="774"/>
                </a:lnTo>
                <a:lnTo>
                  <a:pt x="181236" y="0"/>
                </a:lnTo>
                <a:lnTo>
                  <a:pt x="181236" y="5495"/>
                </a:lnTo>
                <a:lnTo>
                  <a:pt x="182080" y="5984"/>
                </a:lnTo>
                <a:lnTo>
                  <a:pt x="182909" y="6479"/>
                </a:lnTo>
                <a:lnTo>
                  <a:pt x="183721" y="6980"/>
                </a:lnTo>
                <a:lnTo>
                  <a:pt x="184518" y="7488"/>
                </a:lnTo>
                <a:lnTo>
                  <a:pt x="185300" y="8002"/>
                </a:lnTo>
                <a:lnTo>
                  <a:pt x="186065" y="8523"/>
                </a:lnTo>
                <a:lnTo>
                  <a:pt x="186816" y="9050"/>
                </a:lnTo>
                <a:lnTo>
                  <a:pt x="187550" y="9584"/>
                </a:lnTo>
                <a:lnTo>
                  <a:pt x="188269" y="10124"/>
                </a:lnTo>
                <a:lnTo>
                  <a:pt x="188972" y="10671"/>
                </a:lnTo>
                <a:lnTo>
                  <a:pt x="189659" y="11224"/>
                </a:lnTo>
                <a:lnTo>
                  <a:pt x="190331" y="11784"/>
                </a:lnTo>
                <a:lnTo>
                  <a:pt x="190987" y="12350"/>
                </a:lnTo>
                <a:lnTo>
                  <a:pt x="191628" y="12923"/>
                </a:lnTo>
                <a:lnTo>
                  <a:pt x="192253" y="13502"/>
                </a:lnTo>
                <a:lnTo>
                  <a:pt x="192862" y="14088"/>
                </a:lnTo>
                <a:lnTo>
                  <a:pt x="193456" y="14680"/>
                </a:lnTo>
                <a:lnTo>
                  <a:pt x="194034" y="15279"/>
                </a:lnTo>
                <a:lnTo>
                  <a:pt x="194596" y="15884"/>
                </a:lnTo>
                <a:lnTo>
                  <a:pt x="195143" y="16496"/>
                </a:lnTo>
                <a:lnTo>
                  <a:pt x="195674" y="17114"/>
                </a:lnTo>
                <a:lnTo>
                  <a:pt x="196189" y="17739"/>
                </a:lnTo>
                <a:lnTo>
                  <a:pt x="196689" y="18370"/>
                </a:lnTo>
                <a:lnTo>
                  <a:pt x="197173" y="19007"/>
                </a:lnTo>
                <a:lnTo>
                  <a:pt x="197854" y="19944"/>
                </a:lnTo>
                <a:lnTo>
                  <a:pt x="198523" y="20904"/>
                </a:lnTo>
                <a:lnTo>
                  <a:pt x="199180" y="21888"/>
                </a:lnTo>
                <a:lnTo>
                  <a:pt x="199825" y="22896"/>
                </a:lnTo>
                <a:lnTo>
                  <a:pt x="200457" y="23928"/>
                </a:lnTo>
                <a:lnTo>
                  <a:pt x="201078" y="24983"/>
                </a:lnTo>
                <a:lnTo>
                  <a:pt x="201687" y="26063"/>
                </a:lnTo>
                <a:lnTo>
                  <a:pt x="202284" y="27166"/>
                </a:lnTo>
                <a:lnTo>
                  <a:pt x="202869" y="28293"/>
                </a:lnTo>
                <a:lnTo>
                  <a:pt x="203441" y="29444"/>
                </a:lnTo>
                <a:lnTo>
                  <a:pt x="204002" y="30619"/>
                </a:lnTo>
                <a:lnTo>
                  <a:pt x="204551" y="31818"/>
                </a:lnTo>
                <a:lnTo>
                  <a:pt x="205087" y="33040"/>
                </a:lnTo>
                <a:lnTo>
                  <a:pt x="205612" y="34286"/>
                </a:lnTo>
                <a:lnTo>
                  <a:pt x="206125" y="35556"/>
                </a:lnTo>
                <a:lnTo>
                  <a:pt x="206625" y="36850"/>
                </a:lnTo>
                <a:lnTo>
                  <a:pt x="207114" y="38168"/>
                </a:lnTo>
                <a:lnTo>
                  <a:pt x="207590" y="39510"/>
                </a:lnTo>
                <a:lnTo>
                  <a:pt x="208055" y="40876"/>
                </a:lnTo>
                <a:lnTo>
                  <a:pt x="208507" y="42265"/>
                </a:lnTo>
                <a:lnTo>
                  <a:pt x="208948" y="43678"/>
                </a:lnTo>
                <a:lnTo>
                  <a:pt x="209376" y="45115"/>
                </a:lnTo>
                <a:lnTo>
                  <a:pt x="209793" y="46576"/>
                </a:lnTo>
                <a:lnTo>
                  <a:pt x="210197" y="48061"/>
                </a:lnTo>
                <a:lnTo>
                  <a:pt x="210587" y="49583"/>
                </a:lnTo>
                <a:lnTo>
                  <a:pt x="210961" y="51155"/>
                </a:lnTo>
                <a:lnTo>
                  <a:pt x="211318" y="52778"/>
                </a:lnTo>
                <a:lnTo>
                  <a:pt x="211658" y="54452"/>
                </a:lnTo>
                <a:lnTo>
                  <a:pt x="211982" y="56176"/>
                </a:lnTo>
                <a:lnTo>
                  <a:pt x="212289" y="57950"/>
                </a:lnTo>
                <a:lnTo>
                  <a:pt x="212579" y="59775"/>
                </a:lnTo>
                <a:lnTo>
                  <a:pt x="212853" y="61651"/>
                </a:lnTo>
                <a:lnTo>
                  <a:pt x="213111" y="63577"/>
                </a:lnTo>
                <a:lnTo>
                  <a:pt x="213351" y="65554"/>
                </a:lnTo>
                <a:lnTo>
                  <a:pt x="213575" y="67581"/>
                </a:lnTo>
                <a:lnTo>
                  <a:pt x="213783" y="69659"/>
                </a:lnTo>
                <a:lnTo>
                  <a:pt x="213974" y="71787"/>
                </a:lnTo>
                <a:lnTo>
                  <a:pt x="214148" y="73966"/>
                </a:lnTo>
                <a:lnTo>
                  <a:pt x="214306" y="76195"/>
                </a:lnTo>
                <a:lnTo>
                  <a:pt x="214447" y="78475"/>
                </a:lnTo>
                <a:lnTo>
                  <a:pt x="214571" y="80805"/>
                </a:lnTo>
                <a:lnTo>
                  <a:pt x="214679" y="83186"/>
                </a:lnTo>
                <a:lnTo>
                  <a:pt x="214771" y="85617"/>
                </a:lnTo>
                <a:lnTo>
                  <a:pt x="214845" y="88099"/>
                </a:lnTo>
                <a:lnTo>
                  <a:pt x="214903" y="90632"/>
                </a:lnTo>
                <a:lnTo>
                  <a:pt x="214945" y="93215"/>
                </a:lnTo>
                <a:lnTo>
                  <a:pt x="214970" y="95849"/>
                </a:lnTo>
                <a:lnTo>
                  <a:pt x="214978" y="98533"/>
                </a:lnTo>
                <a:lnTo>
                  <a:pt x="214969" y="101380"/>
                </a:lnTo>
                <a:lnTo>
                  <a:pt x="214942" y="104176"/>
                </a:lnTo>
                <a:lnTo>
                  <a:pt x="214896" y="106918"/>
                </a:lnTo>
                <a:lnTo>
                  <a:pt x="214832" y="109608"/>
                </a:lnTo>
                <a:lnTo>
                  <a:pt x="214749" y="112246"/>
                </a:lnTo>
                <a:lnTo>
                  <a:pt x="214648" y="114831"/>
                </a:lnTo>
                <a:lnTo>
                  <a:pt x="214529" y="117363"/>
                </a:lnTo>
                <a:lnTo>
                  <a:pt x="214392" y="119842"/>
                </a:lnTo>
                <a:lnTo>
                  <a:pt x="214236" y="122269"/>
                </a:lnTo>
                <a:lnTo>
                  <a:pt x="214062" y="124643"/>
                </a:lnTo>
                <a:lnTo>
                  <a:pt x="213870" y="126965"/>
                </a:lnTo>
                <a:lnTo>
                  <a:pt x="213659" y="129234"/>
                </a:lnTo>
                <a:lnTo>
                  <a:pt x="213430" y="131450"/>
                </a:lnTo>
                <a:lnTo>
                  <a:pt x="213183" y="133614"/>
                </a:lnTo>
                <a:lnTo>
                  <a:pt x="212917" y="135725"/>
                </a:lnTo>
                <a:lnTo>
                  <a:pt x="212633" y="137784"/>
                </a:lnTo>
                <a:lnTo>
                  <a:pt x="212331" y="139789"/>
                </a:lnTo>
                <a:lnTo>
                  <a:pt x="212011" y="141743"/>
                </a:lnTo>
                <a:lnTo>
                  <a:pt x="211672" y="143643"/>
                </a:lnTo>
                <a:lnTo>
                  <a:pt x="211315" y="145491"/>
                </a:lnTo>
                <a:lnTo>
                  <a:pt x="210939" y="147286"/>
                </a:lnTo>
                <a:lnTo>
                  <a:pt x="210545" y="149029"/>
                </a:lnTo>
                <a:lnTo>
                  <a:pt x="210133" y="150719"/>
                </a:lnTo>
                <a:lnTo>
                  <a:pt x="209703" y="152357"/>
                </a:lnTo>
                <a:lnTo>
                  <a:pt x="209340" y="153629"/>
                </a:lnTo>
                <a:lnTo>
                  <a:pt x="208967" y="154881"/>
                </a:lnTo>
                <a:lnTo>
                  <a:pt x="208583" y="156115"/>
                </a:lnTo>
                <a:lnTo>
                  <a:pt x="208188" y="157330"/>
                </a:lnTo>
                <a:lnTo>
                  <a:pt x="207783" y="158525"/>
                </a:lnTo>
                <a:lnTo>
                  <a:pt x="207367" y="159702"/>
                </a:lnTo>
                <a:lnTo>
                  <a:pt x="206940" y="160860"/>
                </a:lnTo>
                <a:lnTo>
                  <a:pt x="206503" y="161998"/>
                </a:lnTo>
                <a:lnTo>
                  <a:pt x="206055" y="163117"/>
                </a:lnTo>
                <a:lnTo>
                  <a:pt x="205596" y="164218"/>
                </a:lnTo>
                <a:lnTo>
                  <a:pt x="205127" y="165299"/>
                </a:lnTo>
                <a:lnTo>
                  <a:pt x="204647" y="166361"/>
                </a:lnTo>
                <a:lnTo>
                  <a:pt x="204156" y="167405"/>
                </a:lnTo>
                <a:lnTo>
                  <a:pt x="203655" y="168429"/>
                </a:lnTo>
                <a:lnTo>
                  <a:pt x="203142" y="169434"/>
                </a:lnTo>
                <a:lnTo>
                  <a:pt x="202620" y="170420"/>
                </a:lnTo>
                <a:lnTo>
                  <a:pt x="202086" y="171387"/>
                </a:lnTo>
                <a:lnTo>
                  <a:pt x="201542" y="172335"/>
                </a:lnTo>
                <a:lnTo>
                  <a:pt x="200987" y="173263"/>
                </a:lnTo>
                <a:lnTo>
                  <a:pt x="200421" y="174173"/>
                </a:lnTo>
                <a:lnTo>
                  <a:pt x="199845" y="175064"/>
                </a:lnTo>
                <a:lnTo>
                  <a:pt x="199258" y="175936"/>
                </a:lnTo>
                <a:lnTo>
                  <a:pt x="198661" y="176788"/>
                </a:lnTo>
                <a:lnTo>
                  <a:pt x="198052" y="177622"/>
                </a:lnTo>
                <a:lnTo>
                  <a:pt x="197593" y="178217"/>
                </a:lnTo>
                <a:lnTo>
                  <a:pt x="197113" y="178814"/>
                </a:lnTo>
                <a:lnTo>
                  <a:pt x="196611" y="179413"/>
                </a:lnTo>
                <a:lnTo>
                  <a:pt x="196089" y="180013"/>
                </a:lnTo>
                <a:lnTo>
                  <a:pt x="195546" y="180615"/>
                </a:lnTo>
                <a:lnTo>
                  <a:pt x="194982" y="181218"/>
                </a:lnTo>
                <a:lnTo>
                  <a:pt x="194397" y="181823"/>
                </a:lnTo>
                <a:lnTo>
                  <a:pt x="193790" y="182429"/>
                </a:lnTo>
                <a:lnTo>
                  <a:pt x="193163" y="183037"/>
                </a:lnTo>
                <a:lnTo>
                  <a:pt x="192515" y="183646"/>
                </a:lnTo>
                <a:lnTo>
                  <a:pt x="191846" y="184257"/>
                </a:lnTo>
                <a:lnTo>
                  <a:pt x="191156" y="184870"/>
                </a:lnTo>
                <a:lnTo>
                  <a:pt x="190444" y="185484"/>
                </a:lnTo>
                <a:lnTo>
                  <a:pt x="189712" y="186099"/>
                </a:lnTo>
                <a:lnTo>
                  <a:pt x="188959" y="186716"/>
                </a:lnTo>
                <a:lnTo>
                  <a:pt x="188185" y="187335"/>
                </a:lnTo>
                <a:lnTo>
                  <a:pt x="187390" y="187955"/>
                </a:lnTo>
                <a:lnTo>
                  <a:pt x="186574" y="188577"/>
                </a:lnTo>
                <a:lnTo>
                  <a:pt x="185737" y="189200"/>
                </a:lnTo>
                <a:lnTo>
                  <a:pt x="184879" y="189825"/>
                </a:lnTo>
                <a:lnTo>
                  <a:pt x="184000" y="190451"/>
                </a:lnTo>
                <a:lnTo>
                  <a:pt x="183099" y="191079"/>
                </a:lnTo>
                <a:lnTo>
                  <a:pt x="182178" y="191708"/>
                </a:lnTo>
                <a:lnTo>
                  <a:pt x="181236" y="192339"/>
                </a:lnTo>
                <a:lnTo>
                  <a:pt x="181236" y="197395"/>
                </a:lnTo>
                <a:lnTo>
                  <a:pt x="183430" y="196622"/>
                </a:lnTo>
                <a:lnTo>
                  <a:pt x="185595" y="195785"/>
                </a:lnTo>
                <a:lnTo>
                  <a:pt x="187732" y="194886"/>
                </a:lnTo>
                <a:close/>
                <a:moveTo>
                  <a:pt x="130574" y="139201"/>
                </a:moveTo>
                <a:lnTo>
                  <a:pt x="130712" y="139850"/>
                </a:lnTo>
                <a:lnTo>
                  <a:pt x="130864" y="140484"/>
                </a:lnTo>
                <a:lnTo>
                  <a:pt x="131029" y="141103"/>
                </a:lnTo>
                <a:lnTo>
                  <a:pt x="131207" y="141708"/>
                </a:lnTo>
                <a:lnTo>
                  <a:pt x="131399" y="142297"/>
                </a:lnTo>
                <a:lnTo>
                  <a:pt x="131604" y="142872"/>
                </a:lnTo>
                <a:lnTo>
                  <a:pt x="131823" y="143433"/>
                </a:lnTo>
                <a:lnTo>
                  <a:pt x="132055" y="143978"/>
                </a:lnTo>
                <a:lnTo>
                  <a:pt x="132300" y="144509"/>
                </a:lnTo>
                <a:lnTo>
                  <a:pt x="132558" y="145024"/>
                </a:lnTo>
                <a:lnTo>
                  <a:pt x="132830" y="145525"/>
                </a:lnTo>
                <a:lnTo>
                  <a:pt x="133116" y="146012"/>
                </a:lnTo>
                <a:lnTo>
                  <a:pt x="133414" y="146483"/>
                </a:lnTo>
                <a:lnTo>
                  <a:pt x="133726" y="146940"/>
                </a:lnTo>
                <a:lnTo>
                  <a:pt x="134052" y="147382"/>
                </a:lnTo>
                <a:lnTo>
                  <a:pt x="134390" y="147809"/>
                </a:lnTo>
                <a:lnTo>
                  <a:pt x="134742" y="148221"/>
                </a:lnTo>
                <a:lnTo>
                  <a:pt x="135108" y="148618"/>
                </a:lnTo>
                <a:lnTo>
                  <a:pt x="135486" y="149001"/>
                </a:lnTo>
                <a:lnTo>
                  <a:pt x="135879" y="149369"/>
                </a:lnTo>
                <a:lnTo>
                  <a:pt x="136284" y="149722"/>
                </a:lnTo>
                <a:lnTo>
                  <a:pt x="136703" y="150061"/>
                </a:lnTo>
                <a:lnTo>
                  <a:pt x="137135" y="150385"/>
                </a:lnTo>
                <a:lnTo>
                  <a:pt x="137581" y="150695"/>
                </a:lnTo>
                <a:lnTo>
                  <a:pt x="138040" y="150990"/>
                </a:lnTo>
                <a:lnTo>
                  <a:pt x="138512" y="151271"/>
                </a:lnTo>
                <a:lnTo>
                  <a:pt x="138997" y="151537"/>
                </a:lnTo>
                <a:lnTo>
                  <a:pt x="139496" y="151790"/>
                </a:lnTo>
                <a:lnTo>
                  <a:pt x="140009" y="152027"/>
                </a:lnTo>
                <a:lnTo>
                  <a:pt x="140534" y="152251"/>
                </a:lnTo>
                <a:lnTo>
                  <a:pt x="141073" y="152459"/>
                </a:lnTo>
                <a:lnTo>
                  <a:pt x="141626" y="152654"/>
                </a:lnTo>
                <a:lnTo>
                  <a:pt x="142192" y="152834"/>
                </a:lnTo>
                <a:lnTo>
                  <a:pt x="142771" y="153000"/>
                </a:lnTo>
                <a:lnTo>
                  <a:pt x="143363" y="153151"/>
                </a:lnTo>
                <a:lnTo>
                  <a:pt x="143969" y="153288"/>
                </a:lnTo>
                <a:lnTo>
                  <a:pt x="144588" y="153410"/>
                </a:lnTo>
                <a:lnTo>
                  <a:pt x="145221" y="153518"/>
                </a:lnTo>
                <a:lnTo>
                  <a:pt x="145867" y="153612"/>
                </a:lnTo>
                <a:lnTo>
                  <a:pt x="146526" y="153691"/>
                </a:lnTo>
                <a:lnTo>
                  <a:pt x="147199" y="153756"/>
                </a:lnTo>
                <a:lnTo>
                  <a:pt x="147884" y="153806"/>
                </a:lnTo>
                <a:lnTo>
                  <a:pt x="148584" y="153843"/>
                </a:lnTo>
                <a:lnTo>
                  <a:pt x="149296" y="153864"/>
                </a:lnTo>
                <a:lnTo>
                  <a:pt x="150023" y="153871"/>
                </a:lnTo>
                <a:lnTo>
                  <a:pt x="150643" y="153865"/>
                </a:lnTo>
                <a:lnTo>
                  <a:pt x="151257" y="153846"/>
                </a:lnTo>
                <a:lnTo>
                  <a:pt x="151866" y="153814"/>
                </a:lnTo>
                <a:lnTo>
                  <a:pt x="152470" y="153769"/>
                </a:lnTo>
                <a:lnTo>
                  <a:pt x="153067" y="153712"/>
                </a:lnTo>
                <a:lnTo>
                  <a:pt x="153660" y="153641"/>
                </a:lnTo>
                <a:lnTo>
                  <a:pt x="154247" y="153558"/>
                </a:lnTo>
                <a:lnTo>
                  <a:pt x="154828" y="153462"/>
                </a:lnTo>
                <a:lnTo>
                  <a:pt x="155404" y="153354"/>
                </a:lnTo>
                <a:lnTo>
                  <a:pt x="155974" y="153232"/>
                </a:lnTo>
                <a:lnTo>
                  <a:pt x="156539" y="153098"/>
                </a:lnTo>
                <a:lnTo>
                  <a:pt x="157098" y="152951"/>
                </a:lnTo>
                <a:lnTo>
                  <a:pt x="157652" y="152791"/>
                </a:lnTo>
                <a:lnTo>
                  <a:pt x="158200" y="152618"/>
                </a:lnTo>
                <a:lnTo>
                  <a:pt x="158742" y="152433"/>
                </a:lnTo>
                <a:lnTo>
                  <a:pt x="159279" y="152235"/>
                </a:lnTo>
                <a:lnTo>
                  <a:pt x="159811" y="152024"/>
                </a:lnTo>
                <a:lnTo>
                  <a:pt x="160337" y="151800"/>
                </a:lnTo>
                <a:lnTo>
                  <a:pt x="160857" y="151564"/>
                </a:lnTo>
                <a:lnTo>
                  <a:pt x="161372" y="151314"/>
                </a:lnTo>
                <a:lnTo>
                  <a:pt x="161881" y="151052"/>
                </a:lnTo>
                <a:lnTo>
                  <a:pt x="162385" y="150777"/>
                </a:lnTo>
                <a:lnTo>
                  <a:pt x="162884" y="150490"/>
                </a:lnTo>
                <a:lnTo>
                  <a:pt x="163376" y="150189"/>
                </a:lnTo>
                <a:lnTo>
                  <a:pt x="163866" y="149875"/>
                </a:lnTo>
                <a:lnTo>
                  <a:pt x="164354" y="149545"/>
                </a:lnTo>
                <a:lnTo>
                  <a:pt x="164840" y="149199"/>
                </a:lnTo>
                <a:lnTo>
                  <a:pt x="165326" y="148838"/>
                </a:lnTo>
                <a:lnTo>
                  <a:pt x="165810" y="148462"/>
                </a:lnTo>
                <a:lnTo>
                  <a:pt x="166292" y="148070"/>
                </a:lnTo>
                <a:lnTo>
                  <a:pt x="166774" y="147663"/>
                </a:lnTo>
                <a:lnTo>
                  <a:pt x="167254" y="147240"/>
                </a:lnTo>
                <a:lnTo>
                  <a:pt x="167732" y="146802"/>
                </a:lnTo>
                <a:lnTo>
                  <a:pt x="168210" y="146348"/>
                </a:lnTo>
                <a:lnTo>
                  <a:pt x="168686" y="145879"/>
                </a:lnTo>
                <a:lnTo>
                  <a:pt x="169160" y="145395"/>
                </a:lnTo>
                <a:lnTo>
                  <a:pt x="169634" y="144895"/>
                </a:lnTo>
                <a:lnTo>
                  <a:pt x="170106" y="144379"/>
                </a:lnTo>
                <a:lnTo>
                  <a:pt x="170576" y="143848"/>
                </a:lnTo>
                <a:lnTo>
                  <a:pt x="171046" y="143302"/>
                </a:lnTo>
                <a:lnTo>
                  <a:pt x="171513" y="142740"/>
                </a:lnTo>
                <a:lnTo>
                  <a:pt x="171980" y="142163"/>
                </a:lnTo>
                <a:lnTo>
                  <a:pt x="172445" y="141570"/>
                </a:lnTo>
                <a:lnTo>
                  <a:pt x="172909" y="140962"/>
                </a:lnTo>
                <a:lnTo>
                  <a:pt x="173372" y="140338"/>
                </a:lnTo>
                <a:lnTo>
                  <a:pt x="173833" y="139699"/>
                </a:lnTo>
                <a:lnTo>
                  <a:pt x="174293" y="139044"/>
                </a:lnTo>
                <a:lnTo>
                  <a:pt x="174752" y="138374"/>
                </a:lnTo>
                <a:lnTo>
                  <a:pt x="171455" y="135736"/>
                </a:lnTo>
                <a:lnTo>
                  <a:pt x="171208" y="136068"/>
                </a:lnTo>
                <a:lnTo>
                  <a:pt x="170961" y="136386"/>
                </a:lnTo>
                <a:lnTo>
                  <a:pt x="170714" y="136690"/>
                </a:lnTo>
                <a:lnTo>
                  <a:pt x="170468" y="136979"/>
                </a:lnTo>
                <a:lnTo>
                  <a:pt x="170223" y="137254"/>
                </a:lnTo>
                <a:lnTo>
                  <a:pt x="169978" y="137516"/>
                </a:lnTo>
                <a:lnTo>
                  <a:pt x="169733" y="137763"/>
                </a:lnTo>
                <a:lnTo>
                  <a:pt x="169488" y="137996"/>
                </a:lnTo>
                <a:lnTo>
                  <a:pt x="169244" y="138215"/>
                </a:lnTo>
                <a:lnTo>
                  <a:pt x="169001" y="138419"/>
                </a:lnTo>
                <a:lnTo>
                  <a:pt x="168757" y="138610"/>
                </a:lnTo>
                <a:lnTo>
                  <a:pt x="168515" y="138786"/>
                </a:lnTo>
                <a:lnTo>
                  <a:pt x="168272" y="138949"/>
                </a:lnTo>
                <a:lnTo>
                  <a:pt x="168030" y="139097"/>
                </a:lnTo>
                <a:lnTo>
                  <a:pt x="167788" y="139231"/>
                </a:lnTo>
                <a:lnTo>
                  <a:pt x="167547" y="139351"/>
                </a:lnTo>
                <a:lnTo>
                  <a:pt x="167306" y="139457"/>
                </a:lnTo>
                <a:lnTo>
                  <a:pt x="167065" y="139549"/>
                </a:lnTo>
                <a:lnTo>
                  <a:pt x="166825" y="139627"/>
                </a:lnTo>
                <a:lnTo>
                  <a:pt x="166585" y="139690"/>
                </a:lnTo>
                <a:lnTo>
                  <a:pt x="166346" y="139740"/>
                </a:lnTo>
                <a:lnTo>
                  <a:pt x="166107" y="139775"/>
                </a:lnTo>
                <a:lnTo>
                  <a:pt x="165868" y="139796"/>
                </a:lnTo>
                <a:lnTo>
                  <a:pt x="165629" y="139803"/>
                </a:lnTo>
                <a:lnTo>
                  <a:pt x="165511" y="139802"/>
                </a:lnTo>
                <a:lnTo>
                  <a:pt x="165394" y="139797"/>
                </a:lnTo>
                <a:lnTo>
                  <a:pt x="165277" y="139789"/>
                </a:lnTo>
                <a:lnTo>
                  <a:pt x="165162" y="139779"/>
                </a:lnTo>
                <a:lnTo>
                  <a:pt x="165048" y="139765"/>
                </a:lnTo>
                <a:lnTo>
                  <a:pt x="164936" y="139748"/>
                </a:lnTo>
                <a:lnTo>
                  <a:pt x="164824" y="139728"/>
                </a:lnTo>
                <a:lnTo>
                  <a:pt x="164714" y="139705"/>
                </a:lnTo>
                <a:lnTo>
                  <a:pt x="164604" y="139679"/>
                </a:lnTo>
                <a:lnTo>
                  <a:pt x="164496" y="139650"/>
                </a:lnTo>
                <a:lnTo>
                  <a:pt x="164389" y="139618"/>
                </a:lnTo>
                <a:lnTo>
                  <a:pt x="164283" y="139583"/>
                </a:lnTo>
                <a:lnTo>
                  <a:pt x="164178" y="139545"/>
                </a:lnTo>
                <a:lnTo>
                  <a:pt x="164075" y="139504"/>
                </a:lnTo>
                <a:lnTo>
                  <a:pt x="163972" y="139460"/>
                </a:lnTo>
                <a:lnTo>
                  <a:pt x="163871" y="139412"/>
                </a:lnTo>
                <a:lnTo>
                  <a:pt x="163771" y="139362"/>
                </a:lnTo>
                <a:lnTo>
                  <a:pt x="163672" y="139308"/>
                </a:lnTo>
                <a:lnTo>
                  <a:pt x="163574" y="139252"/>
                </a:lnTo>
                <a:lnTo>
                  <a:pt x="163477" y="139192"/>
                </a:lnTo>
                <a:lnTo>
                  <a:pt x="163382" y="139130"/>
                </a:lnTo>
                <a:lnTo>
                  <a:pt x="163287" y="139064"/>
                </a:lnTo>
                <a:lnTo>
                  <a:pt x="163194" y="138996"/>
                </a:lnTo>
                <a:lnTo>
                  <a:pt x="163102" y="138924"/>
                </a:lnTo>
                <a:lnTo>
                  <a:pt x="163011" y="138849"/>
                </a:lnTo>
                <a:lnTo>
                  <a:pt x="162922" y="138770"/>
                </a:lnTo>
                <a:lnTo>
                  <a:pt x="162835" y="138689"/>
                </a:lnTo>
                <a:lnTo>
                  <a:pt x="162751" y="138604"/>
                </a:lnTo>
                <a:lnTo>
                  <a:pt x="162667" y="138515"/>
                </a:lnTo>
                <a:lnTo>
                  <a:pt x="162586" y="138424"/>
                </a:lnTo>
                <a:lnTo>
                  <a:pt x="162507" y="138329"/>
                </a:lnTo>
                <a:lnTo>
                  <a:pt x="162430" y="138232"/>
                </a:lnTo>
                <a:lnTo>
                  <a:pt x="162355" y="138130"/>
                </a:lnTo>
                <a:lnTo>
                  <a:pt x="162281" y="138026"/>
                </a:lnTo>
                <a:lnTo>
                  <a:pt x="162210" y="137918"/>
                </a:lnTo>
                <a:lnTo>
                  <a:pt x="162140" y="137808"/>
                </a:lnTo>
                <a:lnTo>
                  <a:pt x="162072" y="137693"/>
                </a:lnTo>
                <a:lnTo>
                  <a:pt x="162006" y="137576"/>
                </a:lnTo>
                <a:lnTo>
                  <a:pt x="161942" y="137456"/>
                </a:lnTo>
                <a:lnTo>
                  <a:pt x="161880" y="137332"/>
                </a:lnTo>
                <a:lnTo>
                  <a:pt x="161820" y="137205"/>
                </a:lnTo>
                <a:lnTo>
                  <a:pt x="161762" y="137074"/>
                </a:lnTo>
                <a:lnTo>
                  <a:pt x="161706" y="136941"/>
                </a:lnTo>
                <a:lnTo>
                  <a:pt x="161651" y="136804"/>
                </a:lnTo>
                <a:lnTo>
                  <a:pt x="161599" y="136664"/>
                </a:lnTo>
                <a:lnTo>
                  <a:pt x="161548" y="136521"/>
                </a:lnTo>
                <a:lnTo>
                  <a:pt x="161500" y="136374"/>
                </a:lnTo>
                <a:lnTo>
                  <a:pt x="161453" y="136224"/>
                </a:lnTo>
                <a:lnTo>
                  <a:pt x="161408" y="136063"/>
                </a:lnTo>
                <a:lnTo>
                  <a:pt x="161365" y="135884"/>
                </a:lnTo>
                <a:lnTo>
                  <a:pt x="161324" y="135687"/>
                </a:lnTo>
                <a:lnTo>
                  <a:pt x="161285" y="135472"/>
                </a:lnTo>
                <a:lnTo>
                  <a:pt x="161248" y="135239"/>
                </a:lnTo>
                <a:lnTo>
                  <a:pt x="161213" y="134987"/>
                </a:lnTo>
                <a:lnTo>
                  <a:pt x="161179" y="134717"/>
                </a:lnTo>
                <a:lnTo>
                  <a:pt x="161148" y="134429"/>
                </a:lnTo>
                <a:lnTo>
                  <a:pt x="161118" y="134123"/>
                </a:lnTo>
                <a:lnTo>
                  <a:pt x="161090" y="133799"/>
                </a:lnTo>
                <a:lnTo>
                  <a:pt x="161065" y="133457"/>
                </a:lnTo>
                <a:lnTo>
                  <a:pt x="161041" y="133096"/>
                </a:lnTo>
                <a:lnTo>
                  <a:pt x="161019" y="132717"/>
                </a:lnTo>
                <a:lnTo>
                  <a:pt x="160999" y="132320"/>
                </a:lnTo>
                <a:lnTo>
                  <a:pt x="160981" y="131905"/>
                </a:lnTo>
                <a:lnTo>
                  <a:pt x="160964" y="131472"/>
                </a:lnTo>
                <a:lnTo>
                  <a:pt x="160950" y="131021"/>
                </a:lnTo>
                <a:lnTo>
                  <a:pt x="160938" y="130551"/>
                </a:lnTo>
                <a:lnTo>
                  <a:pt x="160927" y="130064"/>
                </a:lnTo>
                <a:lnTo>
                  <a:pt x="160919" y="129558"/>
                </a:lnTo>
                <a:lnTo>
                  <a:pt x="160912" y="129034"/>
                </a:lnTo>
                <a:lnTo>
                  <a:pt x="160907" y="128491"/>
                </a:lnTo>
                <a:lnTo>
                  <a:pt x="160904" y="127931"/>
                </a:lnTo>
                <a:lnTo>
                  <a:pt x="160903" y="127353"/>
                </a:lnTo>
                <a:lnTo>
                  <a:pt x="160903" y="87363"/>
                </a:lnTo>
                <a:lnTo>
                  <a:pt x="160901" y="85998"/>
                </a:lnTo>
                <a:lnTo>
                  <a:pt x="160893" y="84674"/>
                </a:lnTo>
                <a:lnTo>
                  <a:pt x="160879" y="83392"/>
                </a:lnTo>
                <a:lnTo>
                  <a:pt x="160861" y="82152"/>
                </a:lnTo>
                <a:lnTo>
                  <a:pt x="160837" y="80954"/>
                </a:lnTo>
                <a:lnTo>
                  <a:pt x="160807" y="79797"/>
                </a:lnTo>
                <a:lnTo>
                  <a:pt x="160773" y="78682"/>
                </a:lnTo>
                <a:lnTo>
                  <a:pt x="160732" y="77608"/>
                </a:lnTo>
                <a:lnTo>
                  <a:pt x="160687" y="76576"/>
                </a:lnTo>
                <a:lnTo>
                  <a:pt x="160636" y="75586"/>
                </a:lnTo>
                <a:lnTo>
                  <a:pt x="160580" y="74638"/>
                </a:lnTo>
                <a:lnTo>
                  <a:pt x="160519" y="73731"/>
                </a:lnTo>
                <a:lnTo>
                  <a:pt x="160452" y="72866"/>
                </a:lnTo>
                <a:lnTo>
                  <a:pt x="160380" y="72043"/>
                </a:lnTo>
                <a:lnTo>
                  <a:pt x="160302" y="71261"/>
                </a:lnTo>
                <a:lnTo>
                  <a:pt x="160220" y="70521"/>
                </a:lnTo>
                <a:lnTo>
                  <a:pt x="160131" y="69823"/>
                </a:lnTo>
                <a:lnTo>
                  <a:pt x="160038" y="69167"/>
                </a:lnTo>
                <a:lnTo>
                  <a:pt x="159939" y="68552"/>
                </a:lnTo>
                <a:lnTo>
                  <a:pt x="159835" y="67979"/>
                </a:lnTo>
                <a:lnTo>
                  <a:pt x="159725" y="67447"/>
                </a:lnTo>
                <a:lnTo>
                  <a:pt x="159610" y="66957"/>
                </a:lnTo>
                <a:lnTo>
                  <a:pt x="159490" y="66509"/>
                </a:lnTo>
                <a:lnTo>
                  <a:pt x="159365" y="66103"/>
                </a:lnTo>
                <a:lnTo>
                  <a:pt x="159144" y="65499"/>
                </a:lnTo>
                <a:lnTo>
                  <a:pt x="158902" y="64898"/>
                </a:lnTo>
                <a:lnTo>
                  <a:pt x="158639" y="64301"/>
                </a:lnTo>
                <a:lnTo>
                  <a:pt x="158356" y="63708"/>
                </a:lnTo>
                <a:lnTo>
                  <a:pt x="158051" y="63119"/>
                </a:lnTo>
                <a:lnTo>
                  <a:pt x="157726" y="62533"/>
                </a:lnTo>
                <a:lnTo>
                  <a:pt x="157381" y="61950"/>
                </a:lnTo>
                <a:lnTo>
                  <a:pt x="157014" y="61372"/>
                </a:lnTo>
                <a:lnTo>
                  <a:pt x="156626" y="60797"/>
                </a:lnTo>
                <a:lnTo>
                  <a:pt x="156218" y="60225"/>
                </a:lnTo>
                <a:lnTo>
                  <a:pt x="155789" y="59658"/>
                </a:lnTo>
                <a:lnTo>
                  <a:pt x="155339" y="59094"/>
                </a:lnTo>
                <a:lnTo>
                  <a:pt x="154869" y="58533"/>
                </a:lnTo>
                <a:lnTo>
                  <a:pt x="154377" y="57976"/>
                </a:lnTo>
                <a:lnTo>
                  <a:pt x="153865" y="57423"/>
                </a:lnTo>
                <a:lnTo>
                  <a:pt x="153332" y="56874"/>
                </a:lnTo>
                <a:lnTo>
                  <a:pt x="152778" y="56328"/>
                </a:lnTo>
                <a:lnTo>
                  <a:pt x="152204" y="55785"/>
                </a:lnTo>
                <a:lnTo>
                  <a:pt x="151608" y="55247"/>
                </a:lnTo>
                <a:lnTo>
                  <a:pt x="150992" y="54712"/>
                </a:lnTo>
                <a:lnTo>
                  <a:pt x="150355" y="54180"/>
                </a:lnTo>
                <a:lnTo>
                  <a:pt x="149697" y="53653"/>
                </a:lnTo>
                <a:lnTo>
                  <a:pt x="149018" y="53129"/>
                </a:lnTo>
                <a:lnTo>
                  <a:pt x="148319" y="52608"/>
                </a:lnTo>
                <a:lnTo>
                  <a:pt x="147599" y="52100"/>
                </a:lnTo>
                <a:lnTo>
                  <a:pt x="146857" y="51614"/>
                </a:lnTo>
                <a:lnTo>
                  <a:pt x="146094" y="51149"/>
                </a:lnTo>
                <a:lnTo>
                  <a:pt x="145310" y="50706"/>
                </a:lnTo>
                <a:lnTo>
                  <a:pt x="144505" y="50284"/>
                </a:lnTo>
                <a:lnTo>
                  <a:pt x="143679" y="49884"/>
                </a:lnTo>
                <a:lnTo>
                  <a:pt x="142831" y="49506"/>
                </a:lnTo>
                <a:lnTo>
                  <a:pt x="141963" y="49149"/>
                </a:lnTo>
                <a:lnTo>
                  <a:pt x="141073" y="48814"/>
                </a:lnTo>
                <a:lnTo>
                  <a:pt x="140162" y="48500"/>
                </a:lnTo>
                <a:lnTo>
                  <a:pt x="139230" y="48208"/>
                </a:lnTo>
                <a:lnTo>
                  <a:pt x="138276" y="47938"/>
                </a:lnTo>
                <a:lnTo>
                  <a:pt x="137302" y="47689"/>
                </a:lnTo>
                <a:lnTo>
                  <a:pt x="136306" y="47462"/>
                </a:lnTo>
                <a:lnTo>
                  <a:pt x="135289" y="47257"/>
                </a:lnTo>
                <a:lnTo>
                  <a:pt x="134251" y="47073"/>
                </a:lnTo>
                <a:lnTo>
                  <a:pt x="133191" y="46911"/>
                </a:lnTo>
                <a:lnTo>
                  <a:pt x="132111" y="46770"/>
                </a:lnTo>
                <a:lnTo>
                  <a:pt x="131009" y="46651"/>
                </a:lnTo>
                <a:lnTo>
                  <a:pt x="129886" y="46554"/>
                </a:lnTo>
                <a:lnTo>
                  <a:pt x="128742" y="46479"/>
                </a:lnTo>
                <a:lnTo>
                  <a:pt x="127577" y="46424"/>
                </a:lnTo>
                <a:lnTo>
                  <a:pt x="126391" y="46392"/>
                </a:lnTo>
                <a:lnTo>
                  <a:pt x="125183" y="46381"/>
                </a:lnTo>
                <a:lnTo>
                  <a:pt x="124177" y="46388"/>
                </a:lnTo>
                <a:lnTo>
                  <a:pt x="123174" y="46408"/>
                </a:lnTo>
                <a:lnTo>
                  <a:pt x="122175" y="46441"/>
                </a:lnTo>
                <a:lnTo>
                  <a:pt x="121178" y="46488"/>
                </a:lnTo>
                <a:lnTo>
                  <a:pt x="120184" y="46548"/>
                </a:lnTo>
                <a:lnTo>
                  <a:pt x="119193" y="46622"/>
                </a:lnTo>
                <a:lnTo>
                  <a:pt x="118206" y="46708"/>
                </a:lnTo>
                <a:lnTo>
                  <a:pt x="117221" y="46809"/>
                </a:lnTo>
                <a:lnTo>
                  <a:pt x="116240" y="46922"/>
                </a:lnTo>
                <a:lnTo>
                  <a:pt x="115261" y="47049"/>
                </a:lnTo>
                <a:lnTo>
                  <a:pt x="114286" y="47189"/>
                </a:lnTo>
                <a:lnTo>
                  <a:pt x="113313" y="47343"/>
                </a:lnTo>
                <a:lnTo>
                  <a:pt x="112344" y="47510"/>
                </a:lnTo>
                <a:lnTo>
                  <a:pt x="111378" y="47690"/>
                </a:lnTo>
                <a:lnTo>
                  <a:pt x="110414" y="47884"/>
                </a:lnTo>
                <a:lnTo>
                  <a:pt x="109454" y="48091"/>
                </a:lnTo>
                <a:lnTo>
                  <a:pt x="108497" y="48311"/>
                </a:lnTo>
                <a:lnTo>
                  <a:pt x="107543" y="48545"/>
                </a:lnTo>
                <a:lnTo>
                  <a:pt x="106592" y="48792"/>
                </a:lnTo>
                <a:lnTo>
                  <a:pt x="105644" y="49053"/>
                </a:lnTo>
                <a:lnTo>
                  <a:pt x="104699" y="49326"/>
                </a:lnTo>
                <a:lnTo>
                  <a:pt x="103757" y="49614"/>
                </a:lnTo>
                <a:lnTo>
                  <a:pt x="102819" y="49914"/>
                </a:lnTo>
                <a:lnTo>
                  <a:pt x="101883" y="50228"/>
                </a:lnTo>
                <a:lnTo>
                  <a:pt x="100957" y="50554"/>
                </a:lnTo>
                <a:lnTo>
                  <a:pt x="100049" y="50892"/>
                </a:lnTo>
                <a:lnTo>
                  <a:pt x="99157" y="51242"/>
                </a:lnTo>
                <a:lnTo>
                  <a:pt x="98283" y="51603"/>
                </a:lnTo>
                <a:lnTo>
                  <a:pt x="97426" y="51976"/>
                </a:lnTo>
                <a:lnTo>
                  <a:pt x="96587" y="52361"/>
                </a:lnTo>
                <a:lnTo>
                  <a:pt x="95764" y="52757"/>
                </a:lnTo>
                <a:lnTo>
                  <a:pt x="94959" y="53165"/>
                </a:lnTo>
                <a:lnTo>
                  <a:pt x="94170" y="53584"/>
                </a:lnTo>
                <a:lnTo>
                  <a:pt x="93399" y="54016"/>
                </a:lnTo>
                <a:lnTo>
                  <a:pt x="92645" y="54458"/>
                </a:lnTo>
                <a:lnTo>
                  <a:pt x="91909" y="54913"/>
                </a:lnTo>
                <a:lnTo>
                  <a:pt x="91189" y="55379"/>
                </a:lnTo>
                <a:lnTo>
                  <a:pt x="90487" y="55857"/>
                </a:lnTo>
                <a:lnTo>
                  <a:pt x="89801" y="56346"/>
                </a:lnTo>
                <a:lnTo>
                  <a:pt x="89133" y="56847"/>
                </a:lnTo>
                <a:lnTo>
                  <a:pt x="88483" y="57360"/>
                </a:lnTo>
                <a:lnTo>
                  <a:pt x="87849" y="57884"/>
                </a:lnTo>
                <a:lnTo>
                  <a:pt x="87232" y="58420"/>
                </a:lnTo>
                <a:lnTo>
                  <a:pt x="86633" y="58967"/>
                </a:lnTo>
                <a:lnTo>
                  <a:pt x="86051" y="59526"/>
                </a:lnTo>
                <a:lnTo>
                  <a:pt x="85486" y="60097"/>
                </a:lnTo>
                <a:lnTo>
                  <a:pt x="84938" y="60680"/>
                </a:lnTo>
                <a:lnTo>
                  <a:pt x="84407" y="61274"/>
                </a:lnTo>
                <a:lnTo>
                  <a:pt x="83896" y="61875"/>
                </a:lnTo>
                <a:lnTo>
                  <a:pt x="83407" y="62479"/>
                </a:lnTo>
                <a:lnTo>
                  <a:pt x="82939" y="63085"/>
                </a:lnTo>
                <a:lnTo>
                  <a:pt x="82493" y="63693"/>
                </a:lnTo>
                <a:lnTo>
                  <a:pt x="82069" y="64304"/>
                </a:lnTo>
                <a:lnTo>
                  <a:pt x="81667" y="64918"/>
                </a:lnTo>
                <a:lnTo>
                  <a:pt x="81286" y="65534"/>
                </a:lnTo>
                <a:lnTo>
                  <a:pt x="80927" y="66152"/>
                </a:lnTo>
                <a:lnTo>
                  <a:pt x="80590" y="66773"/>
                </a:lnTo>
                <a:lnTo>
                  <a:pt x="80274" y="67397"/>
                </a:lnTo>
                <a:lnTo>
                  <a:pt x="79981" y="68023"/>
                </a:lnTo>
                <a:lnTo>
                  <a:pt x="79709" y="68651"/>
                </a:lnTo>
                <a:lnTo>
                  <a:pt x="79459" y="69282"/>
                </a:lnTo>
                <a:lnTo>
                  <a:pt x="79230" y="69916"/>
                </a:lnTo>
                <a:lnTo>
                  <a:pt x="79024" y="70552"/>
                </a:lnTo>
                <a:lnTo>
                  <a:pt x="78839" y="71190"/>
                </a:lnTo>
                <a:lnTo>
                  <a:pt x="78676" y="71831"/>
                </a:lnTo>
                <a:lnTo>
                  <a:pt x="78534" y="72474"/>
                </a:lnTo>
                <a:lnTo>
                  <a:pt x="78415" y="73120"/>
                </a:lnTo>
                <a:lnTo>
                  <a:pt x="78317" y="73768"/>
                </a:lnTo>
                <a:lnTo>
                  <a:pt x="78241" y="74419"/>
                </a:lnTo>
                <a:lnTo>
                  <a:pt x="78186" y="75072"/>
                </a:lnTo>
                <a:lnTo>
                  <a:pt x="78154" y="75728"/>
                </a:lnTo>
                <a:lnTo>
                  <a:pt x="78143" y="76386"/>
                </a:lnTo>
                <a:lnTo>
                  <a:pt x="78151" y="76851"/>
                </a:lnTo>
                <a:lnTo>
                  <a:pt x="78175" y="77310"/>
                </a:lnTo>
                <a:lnTo>
                  <a:pt x="78216" y="77765"/>
                </a:lnTo>
                <a:lnTo>
                  <a:pt x="78272" y="78215"/>
                </a:lnTo>
                <a:lnTo>
                  <a:pt x="78345" y="78660"/>
                </a:lnTo>
                <a:lnTo>
                  <a:pt x="78435" y="79099"/>
                </a:lnTo>
                <a:lnTo>
                  <a:pt x="78540" y="79534"/>
                </a:lnTo>
                <a:lnTo>
                  <a:pt x="78662" y="79964"/>
                </a:lnTo>
                <a:lnTo>
                  <a:pt x="78800" y="80389"/>
                </a:lnTo>
                <a:lnTo>
                  <a:pt x="78954" y="80809"/>
                </a:lnTo>
                <a:lnTo>
                  <a:pt x="79124" y="81224"/>
                </a:lnTo>
                <a:lnTo>
                  <a:pt x="79310" y="81634"/>
                </a:lnTo>
                <a:lnTo>
                  <a:pt x="79513" y="82039"/>
                </a:lnTo>
                <a:lnTo>
                  <a:pt x="79732" y="82439"/>
                </a:lnTo>
                <a:lnTo>
                  <a:pt x="79967" y="82835"/>
                </a:lnTo>
                <a:lnTo>
                  <a:pt x="80219" y="83225"/>
                </a:lnTo>
                <a:lnTo>
                  <a:pt x="80486" y="83610"/>
                </a:lnTo>
                <a:lnTo>
                  <a:pt x="80770" y="83990"/>
                </a:lnTo>
                <a:lnTo>
                  <a:pt x="81070" y="84366"/>
                </a:lnTo>
                <a:lnTo>
                  <a:pt x="81386" y="84736"/>
                </a:lnTo>
                <a:lnTo>
                  <a:pt x="81719" y="85101"/>
                </a:lnTo>
                <a:lnTo>
                  <a:pt x="82068" y="85462"/>
                </a:lnTo>
                <a:lnTo>
                  <a:pt x="82433" y="85817"/>
                </a:lnTo>
                <a:lnTo>
                  <a:pt x="82814" y="86168"/>
                </a:lnTo>
                <a:lnTo>
                  <a:pt x="83207" y="86509"/>
                </a:lnTo>
                <a:lnTo>
                  <a:pt x="83608" y="86835"/>
                </a:lnTo>
                <a:lnTo>
                  <a:pt x="84017" y="87147"/>
                </a:lnTo>
                <a:lnTo>
                  <a:pt x="84433" y="87444"/>
                </a:lnTo>
                <a:lnTo>
                  <a:pt x="84858" y="87727"/>
                </a:lnTo>
                <a:lnTo>
                  <a:pt x="85290" y="87995"/>
                </a:lnTo>
                <a:lnTo>
                  <a:pt x="85730" y="88249"/>
                </a:lnTo>
                <a:lnTo>
                  <a:pt x="86178" y="88488"/>
                </a:lnTo>
                <a:lnTo>
                  <a:pt x="86634" y="88713"/>
                </a:lnTo>
                <a:lnTo>
                  <a:pt x="87097" y="88923"/>
                </a:lnTo>
                <a:lnTo>
                  <a:pt x="87569" y="89119"/>
                </a:lnTo>
                <a:lnTo>
                  <a:pt x="88048" y="89300"/>
                </a:lnTo>
                <a:lnTo>
                  <a:pt x="88535" y="89467"/>
                </a:lnTo>
                <a:lnTo>
                  <a:pt x="89030" y="89619"/>
                </a:lnTo>
                <a:lnTo>
                  <a:pt x="89533" y="89757"/>
                </a:lnTo>
                <a:lnTo>
                  <a:pt x="90043" y="89880"/>
                </a:lnTo>
                <a:lnTo>
                  <a:pt x="90562" y="89989"/>
                </a:lnTo>
                <a:lnTo>
                  <a:pt x="91088" y="90083"/>
                </a:lnTo>
                <a:lnTo>
                  <a:pt x="91622" y="90163"/>
                </a:lnTo>
                <a:lnTo>
                  <a:pt x="92164" y="90228"/>
                </a:lnTo>
                <a:lnTo>
                  <a:pt x="92713" y="90279"/>
                </a:lnTo>
                <a:lnTo>
                  <a:pt x="93271" y="90315"/>
                </a:lnTo>
                <a:lnTo>
                  <a:pt x="93836" y="90337"/>
                </a:lnTo>
                <a:lnTo>
                  <a:pt x="94409" y="90344"/>
                </a:lnTo>
                <a:lnTo>
                  <a:pt x="94945" y="90338"/>
                </a:lnTo>
                <a:lnTo>
                  <a:pt x="95473" y="90318"/>
                </a:lnTo>
                <a:lnTo>
                  <a:pt x="95992" y="90285"/>
                </a:lnTo>
                <a:lnTo>
                  <a:pt x="96502" y="90239"/>
                </a:lnTo>
                <a:lnTo>
                  <a:pt x="97004" y="90180"/>
                </a:lnTo>
                <a:lnTo>
                  <a:pt x="97497" y="90107"/>
                </a:lnTo>
                <a:lnTo>
                  <a:pt x="97981" y="90022"/>
                </a:lnTo>
                <a:lnTo>
                  <a:pt x="98457" y="89923"/>
                </a:lnTo>
                <a:lnTo>
                  <a:pt x="98925" y="89811"/>
                </a:lnTo>
                <a:lnTo>
                  <a:pt x="99384" y="89686"/>
                </a:lnTo>
                <a:lnTo>
                  <a:pt x="99834" y="89548"/>
                </a:lnTo>
                <a:lnTo>
                  <a:pt x="100275" y="89396"/>
                </a:lnTo>
                <a:lnTo>
                  <a:pt x="100708" y="89232"/>
                </a:lnTo>
                <a:lnTo>
                  <a:pt x="101133" y="89054"/>
                </a:lnTo>
                <a:lnTo>
                  <a:pt x="101549" y="88863"/>
                </a:lnTo>
                <a:lnTo>
                  <a:pt x="101956" y="88659"/>
                </a:lnTo>
                <a:lnTo>
                  <a:pt x="102355" y="88442"/>
                </a:lnTo>
                <a:lnTo>
                  <a:pt x="102745" y="88212"/>
                </a:lnTo>
                <a:lnTo>
                  <a:pt x="103126" y="87968"/>
                </a:lnTo>
                <a:lnTo>
                  <a:pt x="103499" y="87711"/>
                </a:lnTo>
                <a:lnTo>
                  <a:pt x="103864" y="87441"/>
                </a:lnTo>
                <a:lnTo>
                  <a:pt x="104219" y="87158"/>
                </a:lnTo>
                <a:lnTo>
                  <a:pt x="104567" y="86862"/>
                </a:lnTo>
                <a:lnTo>
                  <a:pt x="104905" y="86553"/>
                </a:lnTo>
                <a:lnTo>
                  <a:pt x="105233" y="86234"/>
                </a:lnTo>
                <a:lnTo>
                  <a:pt x="105546" y="85910"/>
                </a:lnTo>
                <a:lnTo>
                  <a:pt x="105845" y="85580"/>
                </a:lnTo>
                <a:lnTo>
                  <a:pt x="106131" y="85244"/>
                </a:lnTo>
                <a:lnTo>
                  <a:pt x="106403" y="84904"/>
                </a:lnTo>
                <a:lnTo>
                  <a:pt x="106660" y="84557"/>
                </a:lnTo>
                <a:lnTo>
                  <a:pt x="106904" y="84205"/>
                </a:lnTo>
                <a:lnTo>
                  <a:pt x="107134" y="83848"/>
                </a:lnTo>
                <a:lnTo>
                  <a:pt x="107350" y="83485"/>
                </a:lnTo>
                <a:lnTo>
                  <a:pt x="107552" y="83116"/>
                </a:lnTo>
                <a:lnTo>
                  <a:pt x="107740" y="82742"/>
                </a:lnTo>
                <a:lnTo>
                  <a:pt x="107914" y="82362"/>
                </a:lnTo>
                <a:lnTo>
                  <a:pt x="108074" y="81977"/>
                </a:lnTo>
                <a:lnTo>
                  <a:pt x="108220" y="81587"/>
                </a:lnTo>
                <a:lnTo>
                  <a:pt x="108353" y="81190"/>
                </a:lnTo>
                <a:lnTo>
                  <a:pt x="108471" y="80789"/>
                </a:lnTo>
                <a:lnTo>
                  <a:pt x="108576" y="80381"/>
                </a:lnTo>
                <a:lnTo>
                  <a:pt x="108666" y="79968"/>
                </a:lnTo>
                <a:lnTo>
                  <a:pt x="108743" y="79550"/>
                </a:lnTo>
                <a:lnTo>
                  <a:pt x="108805" y="79126"/>
                </a:lnTo>
                <a:lnTo>
                  <a:pt x="108854" y="78697"/>
                </a:lnTo>
                <a:lnTo>
                  <a:pt x="108889" y="78262"/>
                </a:lnTo>
                <a:lnTo>
                  <a:pt x="108910" y="77821"/>
                </a:lnTo>
                <a:lnTo>
                  <a:pt x="108917" y="77375"/>
                </a:lnTo>
                <a:lnTo>
                  <a:pt x="108910" y="77008"/>
                </a:lnTo>
                <a:lnTo>
                  <a:pt x="108888" y="76640"/>
                </a:lnTo>
                <a:lnTo>
                  <a:pt x="108852" y="76271"/>
                </a:lnTo>
                <a:lnTo>
                  <a:pt x="108801" y="75901"/>
                </a:lnTo>
                <a:lnTo>
                  <a:pt x="108736" y="75529"/>
                </a:lnTo>
                <a:lnTo>
                  <a:pt x="108656" y="75157"/>
                </a:lnTo>
                <a:lnTo>
                  <a:pt x="108562" y="74783"/>
                </a:lnTo>
                <a:lnTo>
                  <a:pt x="108453" y="74408"/>
                </a:lnTo>
                <a:lnTo>
                  <a:pt x="108330" y="74032"/>
                </a:lnTo>
                <a:lnTo>
                  <a:pt x="108192" y="73654"/>
                </a:lnTo>
                <a:lnTo>
                  <a:pt x="108040" y="73276"/>
                </a:lnTo>
                <a:lnTo>
                  <a:pt x="107873" y="72897"/>
                </a:lnTo>
                <a:lnTo>
                  <a:pt x="107692" y="72516"/>
                </a:lnTo>
                <a:lnTo>
                  <a:pt x="107496" y="72134"/>
                </a:lnTo>
                <a:lnTo>
                  <a:pt x="107285" y="71751"/>
                </a:lnTo>
                <a:lnTo>
                  <a:pt x="107061" y="71367"/>
                </a:lnTo>
                <a:lnTo>
                  <a:pt x="106821" y="70982"/>
                </a:lnTo>
                <a:lnTo>
                  <a:pt x="106568" y="70595"/>
                </a:lnTo>
                <a:lnTo>
                  <a:pt x="106299" y="70208"/>
                </a:lnTo>
                <a:lnTo>
                  <a:pt x="106017" y="69819"/>
                </a:lnTo>
                <a:lnTo>
                  <a:pt x="105719" y="69429"/>
                </a:lnTo>
                <a:lnTo>
                  <a:pt x="105407" y="69038"/>
                </a:lnTo>
                <a:lnTo>
                  <a:pt x="105081" y="68646"/>
                </a:lnTo>
                <a:lnTo>
                  <a:pt x="104740" y="68253"/>
                </a:lnTo>
                <a:lnTo>
                  <a:pt x="104489" y="67971"/>
                </a:lnTo>
                <a:lnTo>
                  <a:pt x="104249" y="67693"/>
                </a:lnTo>
                <a:lnTo>
                  <a:pt x="104019" y="67418"/>
                </a:lnTo>
                <a:lnTo>
                  <a:pt x="103800" y="67148"/>
                </a:lnTo>
                <a:lnTo>
                  <a:pt x="103592" y="66881"/>
                </a:lnTo>
                <a:lnTo>
                  <a:pt x="103394" y="66618"/>
                </a:lnTo>
                <a:lnTo>
                  <a:pt x="103207" y="66359"/>
                </a:lnTo>
                <a:lnTo>
                  <a:pt x="103031" y="66104"/>
                </a:lnTo>
                <a:lnTo>
                  <a:pt x="102865" y="65852"/>
                </a:lnTo>
                <a:lnTo>
                  <a:pt x="102710" y="65604"/>
                </a:lnTo>
                <a:lnTo>
                  <a:pt x="102566" y="65361"/>
                </a:lnTo>
                <a:lnTo>
                  <a:pt x="102432" y="65121"/>
                </a:lnTo>
                <a:lnTo>
                  <a:pt x="102309" y="64884"/>
                </a:lnTo>
                <a:lnTo>
                  <a:pt x="102197" y="64652"/>
                </a:lnTo>
                <a:lnTo>
                  <a:pt x="102096" y="64423"/>
                </a:lnTo>
                <a:lnTo>
                  <a:pt x="102005" y="64199"/>
                </a:lnTo>
                <a:lnTo>
                  <a:pt x="101925" y="63978"/>
                </a:lnTo>
                <a:lnTo>
                  <a:pt x="101855" y="63760"/>
                </a:lnTo>
                <a:lnTo>
                  <a:pt x="101797" y="63547"/>
                </a:lnTo>
                <a:lnTo>
                  <a:pt x="101748" y="63338"/>
                </a:lnTo>
                <a:lnTo>
                  <a:pt x="101711" y="63132"/>
                </a:lnTo>
                <a:lnTo>
                  <a:pt x="101684" y="62930"/>
                </a:lnTo>
                <a:lnTo>
                  <a:pt x="101668" y="62732"/>
                </a:lnTo>
                <a:lnTo>
                  <a:pt x="101663" y="62538"/>
                </a:lnTo>
                <a:lnTo>
                  <a:pt x="101668" y="62319"/>
                </a:lnTo>
                <a:lnTo>
                  <a:pt x="101683" y="62103"/>
                </a:lnTo>
                <a:lnTo>
                  <a:pt x="101708" y="61889"/>
                </a:lnTo>
                <a:lnTo>
                  <a:pt x="101742" y="61677"/>
                </a:lnTo>
                <a:lnTo>
                  <a:pt x="101787" y="61467"/>
                </a:lnTo>
                <a:lnTo>
                  <a:pt x="101842" y="61260"/>
                </a:lnTo>
                <a:lnTo>
                  <a:pt x="101906" y="61055"/>
                </a:lnTo>
                <a:lnTo>
                  <a:pt x="101980" y="60852"/>
                </a:lnTo>
                <a:lnTo>
                  <a:pt x="102065" y="60652"/>
                </a:lnTo>
                <a:lnTo>
                  <a:pt x="102159" y="60454"/>
                </a:lnTo>
                <a:lnTo>
                  <a:pt x="102263" y="60258"/>
                </a:lnTo>
                <a:lnTo>
                  <a:pt x="102377" y="60065"/>
                </a:lnTo>
                <a:lnTo>
                  <a:pt x="102501" y="59874"/>
                </a:lnTo>
                <a:lnTo>
                  <a:pt x="102635" y="59685"/>
                </a:lnTo>
                <a:lnTo>
                  <a:pt x="102779" y="59498"/>
                </a:lnTo>
                <a:lnTo>
                  <a:pt x="102933" y="59314"/>
                </a:lnTo>
                <a:lnTo>
                  <a:pt x="103097" y="59132"/>
                </a:lnTo>
                <a:lnTo>
                  <a:pt x="103270" y="58952"/>
                </a:lnTo>
                <a:lnTo>
                  <a:pt x="103454" y="58774"/>
                </a:lnTo>
                <a:lnTo>
                  <a:pt x="103647" y="58599"/>
                </a:lnTo>
                <a:lnTo>
                  <a:pt x="103851" y="58426"/>
                </a:lnTo>
                <a:lnTo>
                  <a:pt x="104064" y="58256"/>
                </a:lnTo>
                <a:lnTo>
                  <a:pt x="104287" y="58088"/>
                </a:lnTo>
                <a:lnTo>
                  <a:pt x="104521" y="57922"/>
                </a:lnTo>
                <a:lnTo>
                  <a:pt x="104910" y="57661"/>
                </a:lnTo>
                <a:lnTo>
                  <a:pt x="105307" y="57412"/>
                </a:lnTo>
                <a:lnTo>
                  <a:pt x="105714" y="57175"/>
                </a:lnTo>
                <a:lnTo>
                  <a:pt x="106130" y="56948"/>
                </a:lnTo>
                <a:lnTo>
                  <a:pt x="106554" y="56732"/>
                </a:lnTo>
                <a:lnTo>
                  <a:pt x="106987" y="56527"/>
                </a:lnTo>
                <a:lnTo>
                  <a:pt x="107428" y="56333"/>
                </a:lnTo>
                <a:lnTo>
                  <a:pt x="107879" y="56151"/>
                </a:lnTo>
                <a:lnTo>
                  <a:pt x="108338" y="55979"/>
                </a:lnTo>
                <a:lnTo>
                  <a:pt x="108806" y="55819"/>
                </a:lnTo>
                <a:lnTo>
                  <a:pt x="109283" y="55669"/>
                </a:lnTo>
                <a:lnTo>
                  <a:pt x="109769" y="55531"/>
                </a:lnTo>
                <a:lnTo>
                  <a:pt x="110263" y="55404"/>
                </a:lnTo>
                <a:lnTo>
                  <a:pt x="110766" y="55288"/>
                </a:lnTo>
                <a:lnTo>
                  <a:pt x="111278" y="55182"/>
                </a:lnTo>
                <a:lnTo>
                  <a:pt x="111799" y="55088"/>
                </a:lnTo>
                <a:lnTo>
                  <a:pt x="112328" y="55005"/>
                </a:lnTo>
                <a:lnTo>
                  <a:pt x="112867" y="54933"/>
                </a:lnTo>
                <a:lnTo>
                  <a:pt x="113414" y="54873"/>
                </a:lnTo>
                <a:lnTo>
                  <a:pt x="113970" y="54823"/>
                </a:lnTo>
                <a:lnTo>
                  <a:pt x="114534" y="54784"/>
                </a:lnTo>
                <a:lnTo>
                  <a:pt x="115108" y="54756"/>
                </a:lnTo>
                <a:lnTo>
                  <a:pt x="115690" y="54740"/>
                </a:lnTo>
                <a:lnTo>
                  <a:pt x="116281" y="54734"/>
                </a:lnTo>
                <a:lnTo>
                  <a:pt x="116646" y="54738"/>
                </a:lnTo>
                <a:lnTo>
                  <a:pt x="117007" y="54750"/>
                </a:lnTo>
                <a:lnTo>
                  <a:pt x="117366" y="54769"/>
                </a:lnTo>
                <a:lnTo>
                  <a:pt x="117722" y="54797"/>
                </a:lnTo>
                <a:lnTo>
                  <a:pt x="118074" y="54832"/>
                </a:lnTo>
                <a:lnTo>
                  <a:pt x="118424" y="54875"/>
                </a:lnTo>
                <a:lnTo>
                  <a:pt x="118770" y="54926"/>
                </a:lnTo>
                <a:lnTo>
                  <a:pt x="119114" y="54985"/>
                </a:lnTo>
                <a:lnTo>
                  <a:pt x="119454" y="55051"/>
                </a:lnTo>
                <a:lnTo>
                  <a:pt x="119792" y="55125"/>
                </a:lnTo>
                <a:lnTo>
                  <a:pt x="120126" y="55208"/>
                </a:lnTo>
                <a:lnTo>
                  <a:pt x="120457" y="55298"/>
                </a:lnTo>
                <a:lnTo>
                  <a:pt x="120785" y="55395"/>
                </a:lnTo>
                <a:lnTo>
                  <a:pt x="121111" y="55501"/>
                </a:lnTo>
                <a:lnTo>
                  <a:pt x="121433" y="55614"/>
                </a:lnTo>
                <a:lnTo>
                  <a:pt x="121752" y="55736"/>
                </a:lnTo>
                <a:lnTo>
                  <a:pt x="122068" y="55865"/>
                </a:lnTo>
                <a:lnTo>
                  <a:pt x="122381" y="56002"/>
                </a:lnTo>
                <a:lnTo>
                  <a:pt x="122691" y="56146"/>
                </a:lnTo>
                <a:lnTo>
                  <a:pt x="122997" y="56299"/>
                </a:lnTo>
                <a:lnTo>
                  <a:pt x="123301" y="56459"/>
                </a:lnTo>
                <a:lnTo>
                  <a:pt x="123602" y="56627"/>
                </a:lnTo>
                <a:lnTo>
                  <a:pt x="123900" y="56803"/>
                </a:lnTo>
                <a:lnTo>
                  <a:pt x="124194" y="56987"/>
                </a:lnTo>
                <a:lnTo>
                  <a:pt x="124483" y="57176"/>
                </a:lnTo>
                <a:lnTo>
                  <a:pt x="124765" y="57368"/>
                </a:lnTo>
                <a:lnTo>
                  <a:pt x="125038" y="57563"/>
                </a:lnTo>
                <a:lnTo>
                  <a:pt x="125304" y="57760"/>
                </a:lnTo>
                <a:lnTo>
                  <a:pt x="125562" y="57960"/>
                </a:lnTo>
                <a:lnTo>
                  <a:pt x="125812" y="58162"/>
                </a:lnTo>
                <a:lnTo>
                  <a:pt x="126054" y="58367"/>
                </a:lnTo>
                <a:lnTo>
                  <a:pt x="126288" y="58575"/>
                </a:lnTo>
                <a:lnTo>
                  <a:pt x="126515" y="58785"/>
                </a:lnTo>
                <a:lnTo>
                  <a:pt x="126734" y="58999"/>
                </a:lnTo>
                <a:lnTo>
                  <a:pt x="126945" y="59214"/>
                </a:lnTo>
                <a:lnTo>
                  <a:pt x="127148" y="59433"/>
                </a:lnTo>
                <a:lnTo>
                  <a:pt x="127343" y="59654"/>
                </a:lnTo>
                <a:lnTo>
                  <a:pt x="127531" y="59878"/>
                </a:lnTo>
                <a:lnTo>
                  <a:pt x="127710" y="60104"/>
                </a:lnTo>
                <a:lnTo>
                  <a:pt x="127882" y="60333"/>
                </a:lnTo>
                <a:lnTo>
                  <a:pt x="128046" y="60565"/>
                </a:lnTo>
                <a:lnTo>
                  <a:pt x="128202" y="60800"/>
                </a:lnTo>
                <a:lnTo>
                  <a:pt x="128351" y="61037"/>
                </a:lnTo>
                <a:lnTo>
                  <a:pt x="128491" y="61277"/>
                </a:lnTo>
                <a:lnTo>
                  <a:pt x="128624" y="61519"/>
                </a:lnTo>
                <a:lnTo>
                  <a:pt x="128749" y="61765"/>
                </a:lnTo>
                <a:lnTo>
                  <a:pt x="128866" y="62012"/>
                </a:lnTo>
                <a:lnTo>
                  <a:pt x="128975" y="62263"/>
                </a:lnTo>
                <a:lnTo>
                  <a:pt x="129078" y="62530"/>
                </a:lnTo>
                <a:lnTo>
                  <a:pt x="129177" y="62827"/>
                </a:lnTo>
                <a:lnTo>
                  <a:pt x="129271" y="63153"/>
                </a:lnTo>
                <a:lnTo>
                  <a:pt x="129361" y="63510"/>
                </a:lnTo>
                <a:lnTo>
                  <a:pt x="129447" y="63897"/>
                </a:lnTo>
                <a:lnTo>
                  <a:pt x="129528" y="64313"/>
                </a:lnTo>
                <a:lnTo>
                  <a:pt x="129605" y="64760"/>
                </a:lnTo>
                <a:lnTo>
                  <a:pt x="129677" y="65237"/>
                </a:lnTo>
                <a:lnTo>
                  <a:pt x="129745" y="65743"/>
                </a:lnTo>
                <a:lnTo>
                  <a:pt x="129809" y="66280"/>
                </a:lnTo>
                <a:lnTo>
                  <a:pt x="129868" y="66846"/>
                </a:lnTo>
                <a:lnTo>
                  <a:pt x="129923" y="67442"/>
                </a:lnTo>
                <a:lnTo>
                  <a:pt x="129974" y="68069"/>
                </a:lnTo>
                <a:lnTo>
                  <a:pt x="130020" y="68725"/>
                </a:lnTo>
                <a:lnTo>
                  <a:pt x="130061" y="69411"/>
                </a:lnTo>
                <a:lnTo>
                  <a:pt x="130099" y="70127"/>
                </a:lnTo>
                <a:lnTo>
                  <a:pt x="130132" y="70874"/>
                </a:lnTo>
                <a:lnTo>
                  <a:pt x="130160" y="71650"/>
                </a:lnTo>
                <a:lnTo>
                  <a:pt x="130184" y="72456"/>
                </a:lnTo>
                <a:lnTo>
                  <a:pt x="130204" y="73292"/>
                </a:lnTo>
                <a:lnTo>
                  <a:pt x="130219" y="74158"/>
                </a:lnTo>
                <a:lnTo>
                  <a:pt x="130230" y="75054"/>
                </a:lnTo>
                <a:lnTo>
                  <a:pt x="130237" y="75980"/>
                </a:lnTo>
                <a:lnTo>
                  <a:pt x="130239" y="76936"/>
                </a:lnTo>
                <a:lnTo>
                  <a:pt x="130239" y="87267"/>
                </a:lnTo>
                <a:lnTo>
                  <a:pt x="127450" y="88561"/>
                </a:lnTo>
                <a:lnTo>
                  <a:pt x="124744" y="89833"/>
                </a:lnTo>
                <a:lnTo>
                  <a:pt x="122121" y="91084"/>
                </a:lnTo>
                <a:lnTo>
                  <a:pt x="119581" y="92313"/>
                </a:lnTo>
                <a:lnTo>
                  <a:pt x="117124" y="93521"/>
                </a:lnTo>
                <a:lnTo>
                  <a:pt x="114749" y="94707"/>
                </a:lnTo>
                <a:lnTo>
                  <a:pt x="112457" y="95871"/>
                </a:lnTo>
                <a:lnTo>
                  <a:pt x="110248" y="97014"/>
                </a:lnTo>
                <a:lnTo>
                  <a:pt x="108122" y="98135"/>
                </a:lnTo>
                <a:lnTo>
                  <a:pt x="106078" y="99234"/>
                </a:lnTo>
                <a:lnTo>
                  <a:pt x="104118" y="100312"/>
                </a:lnTo>
                <a:lnTo>
                  <a:pt x="102240" y="101368"/>
                </a:lnTo>
                <a:lnTo>
                  <a:pt x="100445" y="102402"/>
                </a:lnTo>
                <a:lnTo>
                  <a:pt x="98733" y="103415"/>
                </a:lnTo>
                <a:lnTo>
                  <a:pt x="97104" y="104406"/>
                </a:lnTo>
                <a:lnTo>
                  <a:pt x="95557" y="105376"/>
                </a:lnTo>
                <a:lnTo>
                  <a:pt x="94093" y="106324"/>
                </a:lnTo>
                <a:lnTo>
                  <a:pt x="92712" y="107250"/>
                </a:lnTo>
                <a:lnTo>
                  <a:pt x="91414" y="108155"/>
                </a:lnTo>
                <a:lnTo>
                  <a:pt x="90199" y="109038"/>
                </a:lnTo>
                <a:lnTo>
                  <a:pt x="89066" y="109899"/>
                </a:lnTo>
                <a:lnTo>
                  <a:pt x="88017" y="110739"/>
                </a:lnTo>
                <a:lnTo>
                  <a:pt x="87050" y="111557"/>
                </a:lnTo>
                <a:lnTo>
                  <a:pt x="86166" y="112354"/>
                </a:lnTo>
                <a:lnTo>
                  <a:pt x="85341" y="113143"/>
                </a:lnTo>
                <a:lnTo>
                  <a:pt x="84551" y="113941"/>
                </a:lnTo>
                <a:lnTo>
                  <a:pt x="83796" y="114748"/>
                </a:lnTo>
                <a:lnTo>
                  <a:pt x="83076" y="115562"/>
                </a:lnTo>
                <a:lnTo>
                  <a:pt x="82392" y="116385"/>
                </a:lnTo>
                <a:lnTo>
                  <a:pt x="81742" y="117216"/>
                </a:lnTo>
                <a:lnTo>
                  <a:pt x="81128" y="118055"/>
                </a:lnTo>
                <a:lnTo>
                  <a:pt x="80548" y="118903"/>
                </a:lnTo>
                <a:lnTo>
                  <a:pt x="80004" y="119758"/>
                </a:lnTo>
                <a:lnTo>
                  <a:pt x="79495" y="120622"/>
                </a:lnTo>
                <a:lnTo>
                  <a:pt x="79021" y="121494"/>
                </a:lnTo>
                <a:lnTo>
                  <a:pt x="78582" y="122375"/>
                </a:lnTo>
                <a:lnTo>
                  <a:pt x="78179" y="123264"/>
                </a:lnTo>
                <a:lnTo>
                  <a:pt x="77810" y="124161"/>
                </a:lnTo>
                <a:lnTo>
                  <a:pt x="77476" y="125066"/>
                </a:lnTo>
                <a:lnTo>
                  <a:pt x="77178" y="125979"/>
                </a:lnTo>
                <a:lnTo>
                  <a:pt x="76915" y="126901"/>
                </a:lnTo>
                <a:lnTo>
                  <a:pt x="76686" y="127831"/>
                </a:lnTo>
                <a:lnTo>
                  <a:pt x="76493" y="128769"/>
                </a:lnTo>
                <a:lnTo>
                  <a:pt x="76335" y="129715"/>
                </a:lnTo>
                <a:lnTo>
                  <a:pt x="76212" y="130670"/>
                </a:lnTo>
                <a:lnTo>
                  <a:pt x="76125" y="131633"/>
                </a:lnTo>
                <a:lnTo>
                  <a:pt x="76072" y="132604"/>
                </a:lnTo>
                <a:lnTo>
                  <a:pt x="76054" y="133583"/>
                </a:lnTo>
                <a:lnTo>
                  <a:pt x="76065" y="134304"/>
                </a:lnTo>
                <a:lnTo>
                  <a:pt x="76095" y="135014"/>
                </a:lnTo>
                <a:lnTo>
                  <a:pt x="76145" y="135715"/>
                </a:lnTo>
                <a:lnTo>
                  <a:pt x="76216" y="136405"/>
                </a:lnTo>
                <a:lnTo>
                  <a:pt x="76307" y="137086"/>
                </a:lnTo>
                <a:lnTo>
                  <a:pt x="76418" y="137756"/>
                </a:lnTo>
                <a:lnTo>
                  <a:pt x="76550" y="138416"/>
                </a:lnTo>
                <a:lnTo>
                  <a:pt x="76702" y="139065"/>
                </a:lnTo>
                <a:lnTo>
                  <a:pt x="76874" y="139705"/>
                </a:lnTo>
                <a:lnTo>
                  <a:pt x="77066" y="140335"/>
                </a:lnTo>
                <a:lnTo>
                  <a:pt x="77278" y="140954"/>
                </a:lnTo>
                <a:lnTo>
                  <a:pt x="77511" y="141563"/>
                </a:lnTo>
                <a:lnTo>
                  <a:pt x="77764" y="142162"/>
                </a:lnTo>
                <a:lnTo>
                  <a:pt x="78037" y="142751"/>
                </a:lnTo>
                <a:lnTo>
                  <a:pt x="78330" y="143330"/>
                </a:lnTo>
                <a:lnTo>
                  <a:pt x="78643" y="143899"/>
                </a:lnTo>
                <a:lnTo>
                  <a:pt x="78977" y="144458"/>
                </a:lnTo>
                <a:lnTo>
                  <a:pt x="79331" y="145006"/>
                </a:lnTo>
                <a:lnTo>
                  <a:pt x="79705" y="145544"/>
                </a:lnTo>
                <a:lnTo>
                  <a:pt x="80100" y="146073"/>
                </a:lnTo>
                <a:lnTo>
                  <a:pt x="80514" y="146591"/>
                </a:lnTo>
                <a:lnTo>
                  <a:pt x="80949" y="147099"/>
                </a:lnTo>
                <a:lnTo>
                  <a:pt x="81404" y="147596"/>
                </a:lnTo>
                <a:lnTo>
                  <a:pt x="81880" y="148084"/>
                </a:lnTo>
                <a:lnTo>
                  <a:pt x="82370" y="148556"/>
                </a:lnTo>
                <a:lnTo>
                  <a:pt x="82871" y="149008"/>
                </a:lnTo>
                <a:lnTo>
                  <a:pt x="83382" y="149440"/>
                </a:lnTo>
                <a:lnTo>
                  <a:pt x="83904" y="149852"/>
                </a:lnTo>
                <a:lnTo>
                  <a:pt x="84435" y="150244"/>
                </a:lnTo>
                <a:lnTo>
                  <a:pt x="84978" y="150616"/>
                </a:lnTo>
                <a:lnTo>
                  <a:pt x="85530" y="150968"/>
                </a:lnTo>
                <a:lnTo>
                  <a:pt x="86093" y="151299"/>
                </a:lnTo>
                <a:lnTo>
                  <a:pt x="86666" y="151611"/>
                </a:lnTo>
                <a:lnTo>
                  <a:pt x="87249" y="151902"/>
                </a:lnTo>
                <a:lnTo>
                  <a:pt x="87843" y="152173"/>
                </a:lnTo>
                <a:lnTo>
                  <a:pt x="88447" y="152424"/>
                </a:lnTo>
                <a:lnTo>
                  <a:pt x="89061" y="152656"/>
                </a:lnTo>
                <a:lnTo>
                  <a:pt x="89685" y="152867"/>
                </a:lnTo>
                <a:lnTo>
                  <a:pt x="90320" y="153057"/>
                </a:lnTo>
                <a:lnTo>
                  <a:pt x="90965" y="153228"/>
                </a:lnTo>
                <a:lnTo>
                  <a:pt x="91621" y="153379"/>
                </a:lnTo>
                <a:lnTo>
                  <a:pt x="92286" y="153510"/>
                </a:lnTo>
                <a:lnTo>
                  <a:pt x="92962" y="153620"/>
                </a:lnTo>
                <a:lnTo>
                  <a:pt x="93649" y="153711"/>
                </a:lnTo>
                <a:lnTo>
                  <a:pt x="94346" y="153781"/>
                </a:lnTo>
                <a:lnTo>
                  <a:pt x="95052" y="153831"/>
                </a:lnTo>
                <a:lnTo>
                  <a:pt x="95770" y="153861"/>
                </a:lnTo>
                <a:lnTo>
                  <a:pt x="96497" y="153871"/>
                </a:lnTo>
                <a:lnTo>
                  <a:pt x="97750" y="153842"/>
                </a:lnTo>
                <a:lnTo>
                  <a:pt x="99015" y="153755"/>
                </a:lnTo>
                <a:lnTo>
                  <a:pt x="100294" y="153610"/>
                </a:lnTo>
                <a:lnTo>
                  <a:pt x="101587" y="153407"/>
                </a:lnTo>
                <a:lnTo>
                  <a:pt x="102892" y="153146"/>
                </a:lnTo>
                <a:lnTo>
                  <a:pt x="104211" y="152827"/>
                </a:lnTo>
                <a:lnTo>
                  <a:pt x="105544" y="152450"/>
                </a:lnTo>
                <a:lnTo>
                  <a:pt x="106890" y="152015"/>
                </a:lnTo>
                <a:lnTo>
                  <a:pt x="108249" y="151522"/>
                </a:lnTo>
                <a:lnTo>
                  <a:pt x="109621" y="150971"/>
                </a:lnTo>
                <a:lnTo>
                  <a:pt x="111007" y="150362"/>
                </a:lnTo>
                <a:lnTo>
                  <a:pt x="112406" y="149695"/>
                </a:lnTo>
                <a:lnTo>
                  <a:pt x="113819" y="148970"/>
                </a:lnTo>
                <a:lnTo>
                  <a:pt x="115245" y="148187"/>
                </a:lnTo>
                <a:lnTo>
                  <a:pt x="116684" y="147346"/>
                </a:lnTo>
                <a:lnTo>
                  <a:pt x="118137" y="146446"/>
                </a:lnTo>
                <a:lnTo>
                  <a:pt x="119603" y="145489"/>
                </a:lnTo>
                <a:lnTo>
                  <a:pt x="121082" y="144474"/>
                </a:lnTo>
                <a:lnTo>
                  <a:pt x="122575" y="143401"/>
                </a:lnTo>
                <a:lnTo>
                  <a:pt x="124081" y="142270"/>
                </a:lnTo>
                <a:lnTo>
                  <a:pt x="125601" y="141081"/>
                </a:lnTo>
                <a:lnTo>
                  <a:pt x="127133" y="139834"/>
                </a:lnTo>
                <a:lnTo>
                  <a:pt x="128680" y="138528"/>
                </a:lnTo>
                <a:lnTo>
                  <a:pt x="130239" y="137165"/>
                </a:lnTo>
                <a:lnTo>
                  <a:pt x="130337" y="137859"/>
                </a:lnTo>
                <a:lnTo>
                  <a:pt x="130449" y="138537"/>
                </a:lnTo>
                <a:lnTo>
                  <a:pt x="130574" y="139201"/>
                </a:lnTo>
                <a:close/>
                <a:moveTo>
                  <a:pt x="128453" y="130526"/>
                </a:moveTo>
                <a:lnTo>
                  <a:pt x="127870" y="130980"/>
                </a:lnTo>
                <a:lnTo>
                  <a:pt x="127293" y="131412"/>
                </a:lnTo>
                <a:lnTo>
                  <a:pt x="126722" y="131821"/>
                </a:lnTo>
                <a:lnTo>
                  <a:pt x="126157" y="132208"/>
                </a:lnTo>
                <a:lnTo>
                  <a:pt x="125599" y="132574"/>
                </a:lnTo>
                <a:lnTo>
                  <a:pt x="125046" y="132917"/>
                </a:lnTo>
                <a:lnTo>
                  <a:pt x="124499" y="133238"/>
                </a:lnTo>
                <a:lnTo>
                  <a:pt x="123959" y="133536"/>
                </a:lnTo>
                <a:lnTo>
                  <a:pt x="123425" y="133813"/>
                </a:lnTo>
                <a:lnTo>
                  <a:pt x="122897" y="134068"/>
                </a:lnTo>
                <a:lnTo>
                  <a:pt x="122375" y="134300"/>
                </a:lnTo>
                <a:lnTo>
                  <a:pt x="121859" y="134510"/>
                </a:lnTo>
                <a:lnTo>
                  <a:pt x="121349" y="134698"/>
                </a:lnTo>
                <a:lnTo>
                  <a:pt x="120845" y="134864"/>
                </a:lnTo>
                <a:lnTo>
                  <a:pt x="120347" y="135008"/>
                </a:lnTo>
                <a:lnTo>
                  <a:pt x="119856" y="135130"/>
                </a:lnTo>
                <a:lnTo>
                  <a:pt x="119370" y="135230"/>
                </a:lnTo>
                <a:lnTo>
                  <a:pt x="118891" y="135307"/>
                </a:lnTo>
                <a:lnTo>
                  <a:pt x="118418" y="135362"/>
                </a:lnTo>
                <a:lnTo>
                  <a:pt x="117951" y="135396"/>
                </a:lnTo>
                <a:lnTo>
                  <a:pt x="117490" y="135407"/>
                </a:lnTo>
                <a:lnTo>
                  <a:pt x="117081" y="135402"/>
                </a:lnTo>
                <a:lnTo>
                  <a:pt x="116681" y="135386"/>
                </a:lnTo>
                <a:lnTo>
                  <a:pt x="116288" y="135360"/>
                </a:lnTo>
                <a:lnTo>
                  <a:pt x="115902" y="135324"/>
                </a:lnTo>
                <a:lnTo>
                  <a:pt x="115524" y="135277"/>
                </a:lnTo>
                <a:lnTo>
                  <a:pt x="115154" y="135220"/>
                </a:lnTo>
                <a:lnTo>
                  <a:pt x="114792" y="135153"/>
                </a:lnTo>
                <a:lnTo>
                  <a:pt x="114437" y="135076"/>
                </a:lnTo>
                <a:lnTo>
                  <a:pt x="114089" y="134988"/>
                </a:lnTo>
                <a:lnTo>
                  <a:pt x="113750" y="134889"/>
                </a:lnTo>
                <a:lnTo>
                  <a:pt x="113418" y="134780"/>
                </a:lnTo>
                <a:lnTo>
                  <a:pt x="113093" y="134661"/>
                </a:lnTo>
                <a:lnTo>
                  <a:pt x="112777" y="134532"/>
                </a:lnTo>
                <a:lnTo>
                  <a:pt x="112468" y="134392"/>
                </a:lnTo>
                <a:lnTo>
                  <a:pt x="112166" y="134242"/>
                </a:lnTo>
                <a:lnTo>
                  <a:pt x="111872" y="134082"/>
                </a:lnTo>
                <a:lnTo>
                  <a:pt x="111586" y="133911"/>
                </a:lnTo>
                <a:lnTo>
                  <a:pt x="111307" y="133730"/>
                </a:lnTo>
                <a:lnTo>
                  <a:pt x="111036" y="133538"/>
                </a:lnTo>
                <a:lnTo>
                  <a:pt x="110773" y="133336"/>
                </a:lnTo>
                <a:lnTo>
                  <a:pt x="110517" y="133124"/>
                </a:lnTo>
                <a:lnTo>
                  <a:pt x="110269" y="132902"/>
                </a:lnTo>
                <a:lnTo>
                  <a:pt x="110029" y="132669"/>
                </a:lnTo>
                <a:lnTo>
                  <a:pt x="109796" y="132426"/>
                </a:lnTo>
                <a:lnTo>
                  <a:pt x="109500" y="132101"/>
                </a:lnTo>
                <a:lnTo>
                  <a:pt x="109217" y="131773"/>
                </a:lnTo>
                <a:lnTo>
                  <a:pt x="108946" y="131440"/>
                </a:lnTo>
                <a:lnTo>
                  <a:pt x="108688" y="131103"/>
                </a:lnTo>
                <a:lnTo>
                  <a:pt x="108442" y="130761"/>
                </a:lnTo>
                <a:lnTo>
                  <a:pt x="108209" y="130416"/>
                </a:lnTo>
                <a:lnTo>
                  <a:pt x="107989" y="130066"/>
                </a:lnTo>
                <a:lnTo>
                  <a:pt x="107781" y="129713"/>
                </a:lnTo>
                <a:lnTo>
                  <a:pt x="107586" y="129354"/>
                </a:lnTo>
                <a:lnTo>
                  <a:pt x="107403" y="128992"/>
                </a:lnTo>
                <a:lnTo>
                  <a:pt x="107233" y="128626"/>
                </a:lnTo>
                <a:lnTo>
                  <a:pt x="107076" y="128255"/>
                </a:lnTo>
                <a:lnTo>
                  <a:pt x="106931" y="127880"/>
                </a:lnTo>
                <a:lnTo>
                  <a:pt x="106799" y="127501"/>
                </a:lnTo>
                <a:lnTo>
                  <a:pt x="106679" y="127118"/>
                </a:lnTo>
                <a:lnTo>
                  <a:pt x="106572" y="126730"/>
                </a:lnTo>
                <a:lnTo>
                  <a:pt x="106478" y="126338"/>
                </a:lnTo>
                <a:lnTo>
                  <a:pt x="106396" y="125942"/>
                </a:lnTo>
                <a:lnTo>
                  <a:pt x="106327" y="125542"/>
                </a:lnTo>
                <a:lnTo>
                  <a:pt x="106270" y="125138"/>
                </a:lnTo>
                <a:lnTo>
                  <a:pt x="106226" y="124729"/>
                </a:lnTo>
                <a:lnTo>
                  <a:pt x="106194" y="124317"/>
                </a:lnTo>
                <a:lnTo>
                  <a:pt x="106176" y="123900"/>
                </a:lnTo>
                <a:lnTo>
                  <a:pt x="106169" y="123478"/>
                </a:lnTo>
                <a:lnTo>
                  <a:pt x="106177" y="122972"/>
                </a:lnTo>
                <a:lnTo>
                  <a:pt x="106199" y="122466"/>
                </a:lnTo>
                <a:lnTo>
                  <a:pt x="106236" y="121961"/>
                </a:lnTo>
                <a:lnTo>
                  <a:pt x="106288" y="121456"/>
                </a:lnTo>
                <a:lnTo>
                  <a:pt x="106355" y="120952"/>
                </a:lnTo>
                <a:lnTo>
                  <a:pt x="106437" y="120447"/>
                </a:lnTo>
                <a:lnTo>
                  <a:pt x="106534" y="119944"/>
                </a:lnTo>
                <a:lnTo>
                  <a:pt x="106645" y="119440"/>
                </a:lnTo>
                <a:lnTo>
                  <a:pt x="106772" y="118937"/>
                </a:lnTo>
                <a:lnTo>
                  <a:pt x="106913" y="118435"/>
                </a:lnTo>
                <a:lnTo>
                  <a:pt x="107070" y="117933"/>
                </a:lnTo>
                <a:lnTo>
                  <a:pt x="107241" y="117431"/>
                </a:lnTo>
                <a:lnTo>
                  <a:pt x="107427" y="116929"/>
                </a:lnTo>
                <a:lnTo>
                  <a:pt x="107628" y="116428"/>
                </a:lnTo>
                <a:lnTo>
                  <a:pt x="107844" y="115928"/>
                </a:lnTo>
                <a:lnTo>
                  <a:pt x="108074" y="115428"/>
                </a:lnTo>
                <a:lnTo>
                  <a:pt x="108320" y="114928"/>
                </a:lnTo>
                <a:lnTo>
                  <a:pt x="108580" y="114428"/>
                </a:lnTo>
                <a:lnTo>
                  <a:pt x="108856" y="113929"/>
                </a:lnTo>
                <a:lnTo>
                  <a:pt x="109146" y="113431"/>
                </a:lnTo>
                <a:lnTo>
                  <a:pt x="109451" y="112932"/>
                </a:lnTo>
                <a:lnTo>
                  <a:pt x="109771" y="112434"/>
                </a:lnTo>
                <a:lnTo>
                  <a:pt x="110106" y="111937"/>
                </a:lnTo>
                <a:lnTo>
                  <a:pt x="110456" y="111440"/>
                </a:lnTo>
                <a:lnTo>
                  <a:pt x="111008" y="110696"/>
                </a:lnTo>
                <a:lnTo>
                  <a:pt x="111584" y="109956"/>
                </a:lnTo>
                <a:lnTo>
                  <a:pt x="112183" y="109220"/>
                </a:lnTo>
                <a:lnTo>
                  <a:pt x="112806" y="108488"/>
                </a:lnTo>
                <a:lnTo>
                  <a:pt x="113453" y="107760"/>
                </a:lnTo>
                <a:lnTo>
                  <a:pt x="114124" y="107035"/>
                </a:lnTo>
                <a:lnTo>
                  <a:pt x="114818" y="106315"/>
                </a:lnTo>
                <a:lnTo>
                  <a:pt x="115536" y="105598"/>
                </a:lnTo>
                <a:lnTo>
                  <a:pt x="116277" y="104885"/>
                </a:lnTo>
                <a:lnTo>
                  <a:pt x="117042" y="104176"/>
                </a:lnTo>
                <a:lnTo>
                  <a:pt x="117831" y="103471"/>
                </a:lnTo>
                <a:lnTo>
                  <a:pt x="118644" y="102769"/>
                </a:lnTo>
                <a:lnTo>
                  <a:pt x="119480" y="102072"/>
                </a:lnTo>
                <a:lnTo>
                  <a:pt x="120340" y="101378"/>
                </a:lnTo>
                <a:lnTo>
                  <a:pt x="121223" y="100688"/>
                </a:lnTo>
                <a:lnTo>
                  <a:pt x="122130" y="100002"/>
                </a:lnTo>
                <a:lnTo>
                  <a:pt x="123061" y="99320"/>
                </a:lnTo>
                <a:lnTo>
                  <a:pt x="124016" y="98641"/>
                </a:lnTo>
                <a:lnTo>
                  <a:pt x="124994" y="97967"/>
                </a:lnTo>
                <a:lnTo>
                  <a:pt x="125995" y="97296"/>
                </a:lnTo>
                <a:lnTo>
                  <a:pt x="127021" y="96629"/>
                </a:lnTo>
                <a:lnTo>
                  <a:pt x="128070" y="95966"/>
                </a:lnTo>
                <a:lnTo>
                  <a:pt x="129143" y="95307"/>
                </a:lnTo>
                <a:lnTo>
                  <a:pt x="130239" y="94651"/>
                </a:lnTo>
                <a:lnTo>
                  <a:pt x="130239" y="129032"/>
                </a:lnTo>
                <a:lnTo>
                  <a:pt x="129638" y="129552"/>
                </a:lnTo>
                <a:lnTo>
                  <a:pt x="129042" y="130050"/>
                </a:lnTo>
                <a:lnTo>
                  <a:pt x="128453" y="130526"/>
                </a:lnTo>
                <a:close/>
                <a:moveTo>
                  <a:pt x="510477" y="46638"/>
                </a:moveTo>
                <a:lnTo>
                  <a:pt x="508733" y="46838"/>
                </a:lnTo>
                <a:lnTo>
                  <a:pt x="507023" y="47095"/>
                </a:lnTo>
                <a:lnTo>
                  <a:pt x="505345" y="47409"/>
                </a:lnTo>
                <a:lnTo>
                  <a:pt x="503700" y="47780"/>
                </a:lnTo>
                <a:lnTo>
                  <a:pt x="502088" y="48209"/>
                </a:lnTo>
                <a:lnTo>
                  <a:pt x="500510" y="48694"/>
                </a:lnTo>
                <a:lnTo>
                  <a:pt x="498964" y="49237"/>
                </a:lnTo>
                <a:lnTo>
                  <a:pt x="497451" y="49837"/>
                </a:lnTo>
                <a:lnTo>
                  <a:pt x="495972" y="50493"/>
                </a:lnTo>
                <a:lnTo>
                  <a:pt x="494525" y="51207"/>
                </a:lnTo>
                <a:lnTo>
                  <a:pt x="493112" y="51978"/>
                </a:lnTo>
                <a:lnTo>
                  <a:pt x="491731" y="52806"/>
                </a:lnTo>
                <a:lnTo>
                  <a:pt x="490383" y="53692"/>
                </a:lnTo>
                <a:lnTo>
                  <a:pt x="489069" y="54634"/>
                </a:lnTo>
                <a:lnTo>
                  <a:pt x="487787" y="55633"/>
                </a:lnTo>
                <a:lnTo>
                  <a:pt x="486538" y="56690"/>
                </a:lnTo>
                <a:lnTo>
                  <a:pt x="485323" y="57804"/>
                </a:lnTo>
                <a:lnTo>
                  <a:pt x="484140" y="58975"/>
                </a:lnTo>
                <a:lnTo>
                  <a:pt x="482991" y="60202"/>
                </a:lnTo>
                <a:lnTo>
                  <a:pt x="481874" y="61487"/>
                </a:lnTo>
                <a:lnTo>
                  <a:pt x="480791" y="62830"/>
                </a:lnTo>
                <a:lnTo>
                  <a:pt x="479746" y="64210"/>
                </a:lnTo>
                <a:lnTo>
                  <a:pt x="478746" y="65610"/>
                </a:lnTo>
                <a:lnTo>
                  <a:pt x="477790" y="67030"/>
                </a:lnTo>
                <a:lnTo>
                  <a:pt x="476878" y="68470"/>
                </a:lnTo>
                <a:lnTo>
                  <a:pt x="476011" y="69929"/>
                </a:lnTo>
                <a:lnTo>
                  <a:pt x="475189" y="71408"/>
                </a:lnTo>
                <a:lnTo>
                  <a:pt x="474411" y="72906"/>
                </a:lnTo>
                <a:lnTo>
                  <a:pt x="473677" y="74425"/>
                </a:lnTo>
                <a:lnTo>
                  <a:pt x="472988" y="75962"/>
                </a:lnTo>
                <a:lnTo>
                  <a:pt x="472343" y="77520"/>
                </a:lnTo>
                <a:lnTo>
                  <a:pt x="471743" y="79097"/>
                </a:lnTo>
                <a:lnTo>
                  <a:pt x="471188" y="80694"/>
                </a:lnTo>
                <a:lnTo>
                  <a:pt x="470676" y="82311"/>
                </a:lnTo>
                <a:lnTo>
                  <a:pt x="470209" y="83947"/>
                </a:lnTo>
                <a:lnTo>
                  <a:pt x="469787" y="85603"/>
                </a:lnTo>
                <a:lnTo>
                  <a:pt x="469409" y="87278"/>
                </a:lnTo>
                <a:lnTo>
                  <a:pt x="469076" y="88973"/>
                </a:lnTo>
                <a:lnTo>
                  <a:pt x="468787" y="90688"/>
                </a:lnTo>
                <a:lnTo>
                  <a:pt x="468542" y="92423"/>
                </a:lnTo>
                <a:lnTo>
                  <a:pt x="468342" y="94177"/>
                </a:lnTo>
                <a:lnTo>
                  <a:pt x="468187" y="95951"/>
                </a:lnTo>
                <a:lnTo>
                  <a:pt x="468075" y="97744"/>
                </a:lnTo>
                <a:lnTo>
                  <a:pt x="468009" y="99557"/>
                </a:lnTo>
                <a:lnTo>
                  <a:pt x="467986" y="101390"/>
                </a:lnTo>
                <a:lnTo>
                  <a:pt x="468008" y="103169"/>
                </a:lnTo>
                <a:lnTo>
                  <a:pt x="468073" y="104930"/>
                </a:lnTo>
                <a:lnTo>
                  <a:pt x="468182" y="106673"/>
                </a:lnTo>
                <a:lnTo>
                  <a:pt x="468334" y="108398"/>
                </a:lnTo>
                <a:lnTo>
                  <a:pt x="468530" y="110104"/>
                </a:lnTo>
                <a:lnTo>
                  <a:pt x="468770" y="111793"/>
                </a:lnTo>
                <a:lnTo>
                  <a:pt x="469052" y="113465"/>
                </a:lnTo>
                <a:lnTo>
                  <a:pt x="469379" y="115118"/>
                </a:lnTo>
                <a:lnTo>
                  <a:pt x="469748" y="116753"/>
                </a:lnTo>
                <a:lnTo>
                  <a:pt x="470162" y="118370"/>
                </a:lnTo>
                <a:lnTo>
                  <a:pt x="470619" y="119969"/>
                </a:lnTo>
                <a:lnTo>
                  <a:pt x="471119" y="121551"/>
                </a:lnTo>
                <a:lnTo>
                  <a:pt x="471663" y="123114"/>
                </a:lnTo>
                <a:lnTo>
                  <a:pt x="472250" y="124659"/>
                </a:lnTo>
                <a:lnTo>
                  <a:pt x="472881" y="126187"/>
                </a:lnTo>
                <a:lnTo>
                  <a:pt x="473555" y="127696"/>
                </a:lnTo>
                <a:lnTo>
                  <a:pt x="474273" y="129188"/>
                </a:lnTo>
                <a:lnTo>
                  <a:pt x="475034" y="130662"/>
                </a:lnTo>
                <a:lnTo>
                  <a:pt x="475839" y="132117"/>
                </a:lnTo>
                <a:lnTo>
                  <a:pt x="476688" y="133555"/>
                </a:lnTo>
                <a:lnTo>
                  <a:pt x="477579" y="134975"/>
                </a:lnTo>
                <a:lnTo>
                  <a:pt x="478515" y="136377"/>
                </a:lnTo>
                <a:lnTo>
                  <a:pt x="479494" y="137761"/>
                </a:lnTo>
                <a:lnTo>
                  <a:pt x="480516" y="139126"/>
                </a:lnTo>
                <a:lnTo>
                  <a:pt x="481579" y="140455"/>
                </a:lnTo>
                <a:lnTo>
                  <a:pt x="482678" y="141727"/>
                </a:lnTo>
                <a:lnTo>
                  <a:pt x="483815" y="142943"/>
                </a:lnTo>
                <a:lnTo>
                  <a:pt x="484989" y="144102"/>
                </a:lnTo>
                <a:lnTo>
                  <a:pt x="486199" y="145205"/>
                </a:lnTo>
                <a:lnTo>
                  <a:pt x="487447" y="146251"/>
                </a:lnTo>
                <a:lnTo>
                  <a:pt x="488732" y="147240"/>
                </a:lnTo>
                <a:lnTo>
                  <a:pt x="490054" y="148173"/>
                </a:lnTo>
                <a:lnTo>
                  <a:pt x="491412" y="149049"/>
                </a:lnTo>
                <a:lnTo>
                  <a:pt x="492808" y="149869"/>
                </a:lnTo>
                <a:lnTo>
                  <a:pt x="494241" y="150632"/>
                </a:lnTo>
                <a:lnTo>
                  <a:pt x="495711" y="151339"/>
                </a:lnTo>
                <a:lnTo>
                  <a:pt x="497218" y="151989"/>
                </a:lnTo>
                <a:lnTo>
                  <a:pt x="498761" y="152583"/>
                </a:lnTo>
                <a:lnTo>
                  <a:pt x="500342" y="153120"/>
                </a:lnTo>
                <a:lnTo>
                  <a:pt x="501960" y="153601"/>
                </a:lnTo>
                <a:lnTo>
                  <a:pt x="503615" y="154025"/>
                </a:lnTo>
                <a:lnTo>
                  <a:pt x="505307" y="154392"/>
                </a:lnTo>
                <a:lnTo>
                  <a:pt x="507036" y="154703"/>
                </a:lnTo>
                <a:lnTo>
                  <a:pt x="508802" y="154958"/>
                </a:lnTo>
                <a:lnTo>
                  <a:pt x="510605" y="155156"/>
                </a:lnTo>
                <a:lnTo>
                  <a:pt x="512445" y="155297"/>
                </a:lnTo>
                <a:lnTo>
                  <a:pt x="514322" y="155382"/>
                </a:lnTo>
                <a:lnTo>
                  <a:pt x="516236" y="155410"/>
                </a:lnTo>
                <a:lnTo>
                  <a:pt x="518188" y="155379"/>
                </a:lnTo>
                <a:lnTo>
                  <a:pt x="520103" y="155286"/>
                </a:lnTo>
                <a:lnTo>
                  <a:pt x="521984" y="155132"/>
                </a:lnTo>
                <a:lnTo>
                  <a:pt x="523829" y="154915"/>
                </a:lnTo>
                <a:lnTo>
                  <a:pt x="525638" y="154636"/>
                </a:lnTo>
                <a:lnTo>
                  <a:pt x="527412" y="154296"/>
                </a:lnTo>
                <a:lnTo>
                  <a:pt x="529151" y="153894"/>
                </a:lnTo>
                <a:lnTo>
                  <a:pt x="530854" y="153430"/>
                </a:lnTo>
                <a:lnTo>
                  <a:pt x="532521" y="152904"/>
                </a:lnTo>
                <a:lnTo>
                  <a:pt x="534153" y="152316"/>
                </a:lnTo>
                <a:lnTo>
                  <a:pt x="535750" y="151666"/>
                </a:lnTo>
                <a:lnTo>
                  <a:pt x="537311" y="150954"/>
                </a:lnTo>
                <a:lnTo>
                  <a:pt x="538837" y="150181"/>
                </a:lnTo>
                <a:lnTo>
                  <a:pt x="540327" y="149346"/>
                </a:lnTo>
                <a:lnTo>
                  <a:pt x="541781" y="148448"/>
                </a:lnTo>
                <a:lnTo>
                  <a:pt x="543200" y="147489"/>
                </a:lnTo>
                <a:lnTo>
                  <a:pt x="544584" y="146468"/>
                </a:lnTo>
                <a:lnTo>
                  <a:pt x="545932" y="145385"/>
                </a:lnTo>
                <a:lnTo>
                  <a:pt x="547244" y="144240"/>
                </a:lnTo>
                <a:lnTo>
                  <a:pt x="548522" y="143033"/>
                </a:lnTo>
                <a:lnTo>
                  <a:pt x="549763" y="141765"/>
                </a:lnTo>
                <a:lnTo>
                  <a:pt x="550969" y="140434"/>
                </a:lnTo>
                <a:lnTo>
                  <a:pt x="552140" y="139042"/>
                </a:lnTo>
                <a:lnTo>
                  <a:pt x="553275" y="137588"/>
                </a:lnTo>
                <a:lnTo>
                  <a:pt x="554181" y="136347"/>
                </a:lnTo>
                <a:lnTo>
                  <a:pt x="555048" y="135081"/>
                </a:lnTo>
                <a:lnTo>
                  <a:pt x="555877" y="133790"/>
                </a:lnTo>
                <a:lnTo>
                  <a:pt x="556667" y="132474"/>
                </a:lnTo>
                <a:lnTo>
                  <a:pt x="557419" y="131134"/>
                </a:lnTo>
                <a:lnTo>
                  <a:pt x="558132" y="129769"/>
                </a:lnTo>
                <a:lnTo>
                  <a:pt x="558806" y="128379"/>
                </a:lnTo>
                <a:lnTo>
                  <a:pt x="559442" y="126964"/>
                </a:lnTo>
                <a:lnTo>
                  <a:pt x="560040" y="125524"/>
                </a:lnTo>
                <a:lnTo>
                  <a:pt x="560599" y="124059"/>
                </a:lnTo>
                <a:lnTo>
                  <a:pt x="561119" y="122570"/>
                </a:lnTo>
                <a:lnTo>
                  <a:pt x="561601" y="121056"/>
                </a:lnTo>
                <a:lnTo>
                  <a:pt x="562044" y="119517"/>
                </a:lnTo>
                <a:lnTo>
                  <a:pt x="562449" y="117953"/>
                </a:lnTo>
                <a:lnTo>
                  <a:pt x="562815" y="116365"/>
                </a:lnTo>
                <a:lnTo>
                  <a:pt x="563142" y="114751"/>
                </a:lnTo>
                <a:lnTo>
                  <a:pt x="563432" y="113113"/>
                </a:lnTo>
                <a:lnTo>
                  <a:pt x="563682" y="111450"/>
                </a:lnTo>
                <a:lnTo>
                  <a:pt x="563894" y="109762"/>
                </a:lnTo>
                <a:lnTo>
                  <a:pt x="564067" y="108049"/>
                </a:lnTo>
                <a:lnTo>
                  <a:pt x="564202" y="106312"/>
                </a:lnTo>
                <a:lnTo>
                  <a:pt x="564299" y="104550"/>
                </a:lnTo>
                <a:lnTo>
                  <a:pt x="564357" y="102763"/>
                </a:lnTo>
                <a:lnTo>
                  <a:pt x="564376" y="100951"/>
                </a:lnTo>
                <a:lnTo>
                  <a:pt x="564365" y="99690"/>
                </a:lnTo>
                <a:lnTo>
                  <a:pt x="564334" y="98437"/>
                </a:lnTo>
                <a:lnTo>
                  <a:pt x="564282" y="97193"/>
                </a:lnTo>
                <a:lnTo>
                  <a:pt x="564209" y="95957"/>
                </a:lnTo>
                <a:lnTo>
                  <a:pt x="564116" y="94730"/>
                </a:lnTo>
                <a:lnTo>
                  <a:pt x="564001" y="93511"/>
                </a:lnTo>
                <a:lnTo>
                  <a:pt x="563866" y="92301"/>
                </a:lnTo>
                <a:lnTo>
                  <a:pt x="563710" y="91099"/>
                </a:lnTo>
                <a:lnTo>
                  <a:pt x="563534" y="89905"/>
                </a:lnTo>
                <a:lnTo>
                  <a:pt x="563336" y="88719"/>
                </a:lnTo>
                <a:lnTo>
                  <a:pt x="563118" y="87543"/>
                </a:lnTo>
                <a:lnTo>
                  <a:pt x="562878" y="86374"/>
                </a:lnTo>
                <a:lnTo>
                  <a:pt x="562618" y="85214"/>
                </a:lnTo>
                <a:lnTo>
                  <a:pt x="562338" y="84062"/>
                </a:lnTo>
                <a:lnTo>
                  <a:pt x="562036" y="82919"/>
                </a:lnTo>
                <a:lnTo>
                  <a:pt x="561714" y="81784"/>
                </a:lnTo>
                <a:lnTo>
                  <a:pt x="561370" y="80657"/>
                </a:lnTo>
                <a:lnTo>
                  <a:pt x="561006" y="79539"/>
                </a:lnTo>
                <a:lnTo>
                  <a:pt x="560622" y="78429"/>
                </a:lnTo>
                <a:lnTo>
                  <a:pt x="560216" y="77328"/>
                </a:lnTo>
                <a:lnTo>
                  <a:pt x="559790" y="76235"/>
                </a:lnTo>
                <a:lnTo>
                  <a:pt x="559343" y="75150"/>
                </a:lnTo>
                <a:lnTo>
                  <a:pt x="558875" y="74074"/>
                </a:lnTo>
                <a:lnTo>
                  <a:pt x="558386" y="73006"/>
                </a:lnTo>
                <a:lnTo>
                  <a:pt x="557877" y="71953"/>
                </a:lnTo>
                <a:lnTo>
                  <a:pt x="557349" y="70920"/>
                </a:lnTo>
                <a:lnTo>
                  <a:pt x="556802" y="69907"/>
                </a:lnTo>
                <a:lnTo>
                  <a:pt x="556235" y="68914"/>
                </a:lnTo>
                <a:lnTo>
                  <a:pt x="555649" y="67942"/>
                </a:lnTo>
                <a:lnTo>
                  <a:pt x="555044" y="66989"/>
                </a:lnTo>
                <a:lnTo>
                  <a:pt x="554420" y="66057"/>
                </a:lnTo>
                <a:lnTo>
                  <a:pt x="553776" y="65146"/>
                </a:lnTo>
                <a:lnTo>
                  <a:pt x="553113" y="64254"/>
                </a:lnTo>
                <a:lnTo>
                  <a:pt x="552431" y="63383"/>
                </a:lnTo>
                <a:lnTo>
                  <a:pt x="551729" y="62532"/>
                </a:lnTo>
                <a:lnTo>
                  <a:pt x="551008" y="61701"/>
                </a:lnTo>
                <a:lnTo>
                  <a:pt x="550268" y="60891"/>
                </a:lnTo>
                <a:lnTo>
                  <a:pt x="549509" y="60101"/>
                </a:lnTo>
                <a:lnTo>
                  <a:pt x="548730" y="59331"/>
                </a:lnTo>
                <a:lnTo>
                  <a:pt x="547932" y="58581"/>
                </a:lnTo>
                <a:lnTo>
                  <a:pt x="547115" y="57852"/>
                </a:lnTo>
                <a:lnTo>
                  <a:pt x="546279" y="57142"/>
                </a:lnTo>
                <a:lnTo>
                  <a:pt x="545423" y="56453"/>
                </a:lnTo>
                <a:lnTo>
                  <a:pt x="544548" y="55785"/>
                </a:lnTo>
                <a:lnTo>
                  <a:pt x="543654" y="55136"/>
                </a:lnTo>
                <a:lnTo>
                  <a:pt x="542740" y="54508"/>
                </a:lnTo>
                <a:lnTo>
                  <a:pt x="541808" y="53900"/>
                </a:lnTo>
                <a:lnTo>
                  <a:pt x="540856" y="53312"/>
                </a:lnTo>
                <a:lnTo>
                  <a:pt x="539891" y="52747"/>
                </a:lnTo>
                <a:lnTo>
                  <a:pt x="538919" y="52205"/>
                </a:lnTo>
                <a:lnTo>
                  <a:pt x="537941" y="51688"/>
                </a:lnTo>
                <a:lnTo>
                  <a:pt x="536957" y="51194"/>
                </a:lnTo>
                <a:lnTo>
                  <a:pt x="535966" y="50725"/>
                </a:lnTo>
                <a:lnTo>
                  <a:pt x="534969" y="50280"/>
                </a:lnTo>
                <a:lnTo>
                  <a:pt x="533965" y="49859"/>
                </a:lnTo>
                <a:lnTo>
                  <a:pt x="532954" y="49462"/>
                </a:lnTo>
                <a:lnTo>
                  <a:pt x="531938" y="49089"/>
                </a:lnTo>
                <a:lnTo>
                  <a:pt x="530914" y="48740"/>
                </a:lnTo>
                <a:lnTo>
                  <a:pt x="529884" y="48415"/>
                </a:lnTo>
                <a:lnTo>
                  <a:pt x="528848" y="48114"/>
                </a:lnTo>
                <a:lnTo>
                  <a:pt x="527805" y="47837"/>
                </a:lnTo>
                <a:lnTo>
                  <a:pt x="526756" y="47585"/>
                </a:lnTo>
                <a:lnTo>
                  <a:pt x="525700" y="47356"/>
                </a:lnTo>
                <a:lnTo>
                  <a:pt x="524638" y="47151"/>
                </a:lnTo>
                <a:lnTo>
                  <a:pt x="523569" y="46971"/>
                </a:lnTo>
                <a:lnTo>
                  <a:pt x="522494" y="46814"/>
                </a:lnTo>
                <a:lnTo>
                  <a:pt x="521412" y="46682"/>
                </a:lnTo>
                <a:lnTo>
                  <a:pt x="520324" y="46574"/>
                </a:lnTo>
                <a:lnTo>
                  <a:pt x="519229" y="46490"/>
                </a:lnTo>
                <a:lnTo>
                  <a:pt x="518128" y="46429"/>
                </a:lnTo>
                <a:lnTo>
                  <a:pt x="517021" y="46393"/>
                </a:lnTo>
                <a:lnTo>
                  <a:pt x="515906" y="46381"/>
                </a:lnTo>
                <a:lnTo>
                  <a:pt x="514064" y="46410"/>
                </a:lnTo>
                <a:lnTo>
                  <a:pt x="512254" y="46495"/>
                </a:lnTo>
                <a:lnTo>
                  <a:pt x="510477" y="46638"/>
                </a:lnTo>
                <a:close/>
                <a:moveTo>
                  <a:pt x="517473" y="54111"/>
                </a:moveTo>
                <a:lnTo>
                  <a:pt x="517836" y="54139"/>
                </a:lnTo>
                <a:lnTo>
                  <a:pt x="518193" y="54175"/>
                </a:lnTo>
                <a:lnTo>
                  <a:pt x="518544" y="54219"/>
                </a:lnTo>
                <a:lnTo>
                  <a:pt x="518889" y="54271"/>
                </a:lnTo>
                <a:lnTo>
                  <a:pt x="519228" y="54332"/>
                </a:lnTo>
                <a:lnTo>
                  <a:pt x="519561" y="54400"/>
                </a:lnTo>
                <a:lnTo>
                  <a:pt x="519887" y="54476"/>
                </a:lnTo>
                <a:lnTo>
                  <a:pt x="520208" y="54560"/>
                </a:lnTo>
                <a:lnTo>
                  <a:pt x="520523" y="54653"/>
                </a:lnTo>
                <a:lnTo>
                  <a:pt x="520831" y="54753"/>
                </a:lnTo>
                <a:lnTo>
                  <a:pt x="521133" y="54861"/>
                </a:lnTo>
                <a:lnTo>
                  <a:pt x="521429" y="54978"/>
                </a:lnTo>
                <a:lnTo>
                  <a:pt x="521719" y="55102"/>
                </a:lnTo>
                <a:lnTo>
                  <a:pt x="522003" y="55235"/>
                </a:lnTo>
                <a:lnTo>
                  <a:pt x="522281" y="55375"/>
                </a:lnTo>
                <a:lnTo>
                  <a:pt x="522553" y="55523"/>
                </a:lnTo>
                <a:lnTo>
                  <a:pt x="522818" y="55680"/>
                </a:lnTo>
                <a:lnTo>
                  <a:pt x="523078" y="55845"/>
                </a:lnTo>
                <a:lnTo>
                  <a:pt x="523331" y="56017"/>
                </a:lnTo>
                <a:lnTo>
                  <a:pt x="523579" y="56198"/>
                </a:lnTo>
                <a:lnTo>
                  <a:pt x="523820" y="56386"/>
                </a:lnTo>
                <a:lnTo>
                  <a:pt x="524155" y="56659"/>
                </a:lnTo>
                <a:lnTo>
                  <a:pt x="524484" y="56944"/>
                </a:lnTo>
                <a:lnTo>
                  <a:pt x="524805" y="57243"/>
                </a:lnTo>
                <a:lnTo>
                  <a:pt x="525120" y="57555"/>
                </a:lnTo>
                <a:lnTo>
                  <a:pt x="525428" y="57881"/>
                </a:lnTo>
                <a:lnTo>
                  <a:pt x="525729" y="58219"/>
                </a:lnTo>
                <a:lnTo>
                  <a:pt x="526024" y="58571"/>
                </a:lnTo>
                <a:lnTo>
                  <a:pt x="526311" y="58936"/>
                </a:lnTo>
                <a:lnTo>
                  <a:pt x="526592" y="59314"/>
                </a:lnTo>
                <a:lnTo>
                  <a:pt x="526865" y="59705"/>
                </a:lnTo>
                <a:lnTo>
                  <a:pt x="527132" y="60109"/>
                </a:lnTo>
                <a:lnTo>
                  <a:pt x="527392" y="60527"/>
                </a:lnTo>
                <a:lnTo>
                  <a:pt x="527645" y="60957"/>
                </a:lnTo>
                <a:lnTo>
                  <a:pt x="527891" y="61401"/>
                </a:lnTo>
                <a:lnTo>
                  <a:pt x="528130" y="61859"/>
                </a:lnTo>
                <a:lnTo>
                  <a:pt x="528363" y="62329"/>
                </a:lnTo>
                <a:lnTo>
                  <a:pt x="528588" y="62812"/>
                </a:lnTo>
                <a:lnTo>
                  <a:pt x="528807" y="63309"/>
                </a:lnTo>
                <a:lnTo>
                  <a:pt x="529019" y="63819"/>
                </a:lnTo>
                <a:lnTo>
                  <a:pt x="529224" y="64342"/>
                </a:lnTo>
                <a:lnTo>
                  <a:pt x="529422" y="64879"/>
                </a:lnTo>
                <a:lnTo>
                  <a:pt x="529613" y="65428"/>
                </a:lnTo>
                <a:lnTo>
                  <a:pt x="529797" y="65991"/>
                </a:lnTo>
                <a:lnTo>
                  <a:pt x="529975" y="66567"/>
                </a:lnTo>
                <a:lnTo>
                  <a:pt x="530145" y="67169"/>
                </a:lnTo>
                <a:lnTo>
                  <a:pt x="530308" y="67812"/>
                </a:lnTo>
                <a:lnTo>
                  <a:pt x="530464" y="68496"/>
                </a:lnTo>
                <a:lnTo>
                  <a:pt x="530613" y="69221"/>
                </a:lnTo>
                <a:lnTo>
                  <a:pt x="530754" y="69986"/>
                </a:lnTo>
                <a:lnTo>
                  <a:pt x="530888" y="70792"/>
                </a:lnTo>
                <a:lnTo>
                  <a:pt x="531015" y="71639"/>
                </a:lnTo>
                <a:lnTo>
                  <a:pt x="531135" y="72526"/>
                </a:lnTo>
                <a:lnTo>
                  <a:pt x="531247" y="73454"/>
                </a:lnTo>
                <a:lnTo>
                  <a:pt x="531352" y="74423"/>
                </a:lnTo>
                <a:lnTo>
                  <a:pt x="531450" y="75432"/>
                </a:lnTo>
                <a:lnTo>
                  <a:pt x="531541" y="76482"/>
                </a:lnTo>
                <a:lnTo>
                  <a:pt x="531624" y="77573"/>
                </a:lnTo>
                <a:lnTo>
                  <a:pt x="531700" y="78705"/>
                </a:lnTo>
                <a:lnTo>
                  <a:pt x="531769" y="79877"/>
                </a:lnTo>
                <a:lnTo>
                  <a:pt x="531831" y="81090"/>
                </a:lnTo>
                <a:lnTo>
                  <a:pt x="531885" y="82343"/>
                </a:lnTo>
                <a:lnTo>
                  <a:pt x="531932" y="83637"/>
                </a:lnTo>
                <a:lnTo>
                  <a:pt x="531972" y="84972"/>
                </a:lnTo>
                <a:lnTo>
                  <a:pt x="532005" y="86348"/>
                </a:lnTo>
                <a:lnTo>
                  <a:pt x="532030" y="87764"/>
                </a:lnTo>
                <a:lnTo>
                  <a:pt x="532048" y="89221"/>
                </a:lnTo>
                <a:lnTo>
                  <a:pt x="532059" y="90719"/>
                </a:lnTo>
                <a:lnTo>
                  <a:pt x="532063" y="92258"/>
                </a:lnTo>
                <a:lnTo>
                  <a:pt x="532059" y="94871"/>
                </a:lnTo>
                <a:lnTo>
                  <a:pt x="532048" y="97409"/>
                </a:lnTo>
                <a:lnTo>
                  <a:pt x="532029" y="99874"/>
                </a:lnTo>
                <a:lnTo>
                  <a:pt x="532002" y="102265"/>
                </a:lnTo>
                <a:lnTo>
                  <a:pt x="531967" y="104581"/>
                </a:lnTo>
                <a:lnTo>
                  <a:pt x="531925" y="106824"/>
                </a:lnTo>
                <a:lnTo>
                  <a:pt x="531876" y="108992"/>
                </a:lnTo>
                <a:lnTo>
                  <a:pt x="531819" y="111086"/>
                </a:lnTo>
                <a:lnTo>
                  <a:pt x="531754" y="113106"/>
                </a:lnTo>
                <a:lnTo>
                  <a:pt x="531681" y="115052"/>
                </a:lnTo>
                <a:lnTo>
                  <a:pt x="531601" y="116924"/>
                </a:lnTo>
                <a:lnTo>
                  <a:pt x="531513" y="118721"/>
                </a:lnTo>
                <a:lnTo>
                  <a:pt x="531418" y="120445"/>
                </a:lnTo>
                <a:lnTo>
                  <a:pt x="531315" y="122094"/>
                </a:lnTo>
                <a:lnTo>
                  <a:pt x="531204" y="123669"/>
                </a:lnTo>
                <a:lnTo>
                  <a:pt x="531086" y="125170"/>
                </a:lnTo>
                <a:lnTo>
                  <a:pt x="530960" y="126597"/>
                </a:lnTo>
                <a:lnTo>
                  <a:pt x="530826" y="127950"/>
                </a:lnTo>
                <a:lnTo>
                  <a:pt x="530685" y="129229"/>
                </a:lnTo>
                <a:lnTo>
                  <a:pt x="530536" y="130433"/>
                </a:lnTo>
                <a:lnTo>
                  <a:pt x="530380" y="131564"/>
                </a:lnTo>
                <a:lnTo>
                  <a:pt x="530216" y="132620"/>
                </a:lnTo>
                <a:lnTo>
                  <a:pt x="530044" y="133602"/>
                </a:lnTo>
                <a:lnTo>
                  <a:pt x="529865" y="134510"/>
                </a:lnTo>
                <a:lnTo>
                  <a:pt x="529741" y="135065"/>
                </a:lnTo>
                <a:lnTo>
                  <a:pt x="529607" y="135609"/>
                </a:lnTo>
                <a:lnTo>
                  <a:pt x="529463" y="136143"/>
                </a:lnTo>
                <a:lnTo>
                  <a:pt x="529309" y="136666"/>
                </a:lnTo>
                <a:lnTo>
                  <a:pt x="529145" y="137179"/>
                </a:lnTo>
                <a:lnTo>
                  <a:pt x="528972" y="137682"/>
                </a:lnTo>
                <a:lnTo>
                  <a:pt x="528788" y="138174"/>
                </a:lnTo>
                <a:lnTo>
                  <a:pt x="528595" y="138656"/>
                </a:lnTo>
                <a:lnTo>
                  <a:pt x="528391" y="139128"/>
                </a:lnTo>
                <a:lnTo>
                  <a:pt x="528178" y="139590"/>
                </a:lnTo>
                <a:lnTo>
                  <a:pt x="527955" y="140041"/>
                </a:lnTo>
                <a:lnTo>
                  <a:pt x="527721" y="140481"/>
                </a:lnTo>
                <a:lnTo>
                  <a:pt x="527478" y="140912"/>
                </a:lnTo>
                <a:lnTo>
                  <a:pt x="527225" y="141332"/>
                </a:lnTo>
                <a:lnTo>
                  <a:pt x="526962" y="141742"/>
                </a:lnTo>
                <a:lnTo>
                  <a:pt x="526690" y="142141"/>
                </a:lnTo>
                <a:lnTo>
                  <a:pt x="526407" y="142530"/>
                </a:lnTo>
                <a:lnTo>
                  <a:pt x="526114" y="142909"/>
                </a:lnTo>
                <a:lnTo>
                  <a:pt x="525811" y="143278"/>
                </a:lnTo>
                <a:lnTo>
                  <a:pt x="525499" y="143636"/>
                </a:lnTo>
                <a:lnTo>
                  <a:pt x="525176" y="143984"/>
                </a:lnTo>
                <a:lnTo>
                  <a:pt x="524844" y="144321"/>
                </a:lnTo>
                <a:lnTo>
                  <a:pt x="524502" y="144648"/>
                </a:lnTo>
                <a:lnTo>
                  <a:pt x="524149" y="144965"/>
                </a:lnTo>
                <a:lnTo>
                  <a:pt x="523872" y="145190"/>
                </a:lnTo>
                <a:lnTo>
                  <a:pt x="523588" y="145405"/>
                </a:lnTo>
                <a:lnTo>
                  <a:pt x="523299" y="145610"/>
                </a:lnTo>
                <a:lnTo>
                  <a:pt x="523005" y="145806"/>
                </a:lnTo>
                <a:lnTo>
                  <a:pt x="522704" y="145992"/>
                </a:lnTo>
                <a:lnTo>
                  <a:pt x="522398" y="146169"/>
                </a:lnTo>
                <a:lnTo>
                  <a:pt x="522086" y="146336"/>
                </a:lnTo>
                <a:lnTo>
                  <a:pt x="521768" y="146494"/>
                </a:lnTo>
                <a:lnTo>
                  <a:pt x="521445" y="146642"/>
                </a:lnTo>
                <a:lnTo>
                  <a:pt x="521116" y="146780"/>
                </a:lnTo>
                <a:lnTo>
                  <a:pt x="520781" y="146909"/>
                </a:lnTo>
                <a:lnTo>
                  <a:pt x="520440" y="147029"/>
                </a:lnTo>
                <a:lnTo>
                  <a:pt x="520094" y="147139"/>
                </a:lnTo>
                <a:lnTo>
                  <a:pt x="519742" y="147239"/>
                </a:lnTo>
                <a:lnTo>
                  <a:pt x="519384" y="147330"/>
                </a:lnTo>
                <a:lnTo>
                  <a:pt x="519020" y="147411"/>
                </a:lnTo>
                <a:lnTo>
                  <a:pt x="518651" y="147482"/>
                </a:lnTo>
                <a:lnTo>
                  <a:pt x="518276" y="147545"/>
                </a:lnTo>
                <a:lnTo>
                  <a:pt x="517896" y="147597"/>
                </a:lnTo>
                <a:lnTo>
                  <a:pt x="517509" y="147640"/>
                </a:lnTo>
                <a:lnTo>
                  <a:pt x="517117" y="147673"/>
                </a:lnTo>
                <a:lnTo>
                  <a:pt x="516719" y="147697"/>
                </a:lnTo>
                <a:lnTo>
                  <a:pt x="516316" y="147712"/>
                </a:lnTo>
                <a:lnTo>
                  <a:pt x="515906" y="147716"/>
                </a:lnTo>
                <a:lnTo>
                  <a:pt x="515487" y="147709"/>
                </a:lnTo>
                <a:lnTo>
                  <a:pt x="515071" y="147688"/>
                </a:lnTo>
                <a:lnTo>
                  <a:pt x="514660" y="147653"/>
                </a:lnTo>
                <a:lnTo>
                  <a:pt x="514252" y="147603"/>
                </a:lnTo>
                <a:lnTo>
                  <a:pt x="513848" y="147540"/>
                </a:lnTo>
                <a:lnTo>
                  <a:pt x="513447" y="147462"/>
                </a:lnTo>
                <a:lnTo>
                  <a:pt x="513051" y="147370"/>
                </a:lnTo>
                <a:lnTo>
                  <a:pt x="512658" y="147264"/>
                </a:lnTo>
                <a:lnTo>
                  <a:pt x="512269" y="147144"/>
                </a:lnTo>
                <a:lnTo>
                  <a:pt x="511884" y="147010"/>
                </a:lnTo>
                <a:lnTo>
                  <a:pt x="511503" y="146861"/>
                </a:lnTo>
                <a:lnTo>
                  <a:pt x="511125" y="146699"/>
                </a:lnTo>
                <a:lnTo>
                  <a:pt x="510752" y="146522"/>
                </a:lnTo>
                <a:lnTo>
                  <a:pt x="510382" y="146332"/>
                </a:lnTo>
                <a:lnTo>
                  <a:pt x="510016" y="146127"/>
                </a:lnTo>
                <a:lnTo>
                  <a:pt x="509654" y="145908"/>
                </a:lnTo>
                <a:lnTo>
                  <a:pt x="509295" y="145674"/>
                </a:lnTo>
                <a:lnTo>
                  <a:pt x="508941" y="145427"/>
                </a:lnTo>
                <a:lnTo>
                  <a:pt x="508590" y="145166"/>
                </a:lnTo>
                <a:lnTo>
                  <a:pt x="508243" y="144890"/>
                </a:lnTo>
                <a:lnTo>
                  <a:pt x="507900" y="144600"/>
                </a:lnTo>
                <a:lnTo>
                  <a:pt x="507561" y="144297"/>
                </a:lnTo>
                <a:lnTo>
                  <a:pt x="507226" y="143979"/>
                </a:lnTo>
                <a:lnTo>
                  <a:pt x="506894" y="143646"/>
                </a:lnTo>
                <a:lnTo>
                  <a:pt x="506569" y="143300"/>
                </a:lnTo>
                <a:lnTo>
                  <a:pt x="506254" y="142942"/>
                </a:lnTo>
                <a:lnTo>
                  <a:pt x="505948" y="142570"/>
                </a:lnTo>
                <a:lnTo>
                  <a:pt x="505651" y="142185"/>
                </a:lnTo>
                <a:lnTo>
                  <a:pt x="505365" y="141787"/>
                </a:lnTo>
                <a:lnTo>
                  <a:pt x="505087" y="141376"/>
                </a:lnTo>
                <a:lnTo>
                  <a:pt x="504820" y="140952"/>
                </a:lnTo>
                <a:lnTo>
                  <a:pt x="504561" y="140516"/>
                </a:lnTo>
                <a:lnTo>
                  <a:pt x="504313" y="140066"/>
                </a:lnTo>
                <a:lnTo>
                  <a:pt x="504074" y="139603"/>
                </a:lnTo>
                <a:lnTo>
                  <a:pt x="503844" y="139127"/>
                </a:lnTo>
                <a:lnTo>
                  <a:pt x="503624" y="138639"/>
                </a:lnTo>
                <a:lnTo>
                  <a:pt x="503414" y="138137"/>
                </a:lnTo>
                <a:lnTo>
                  <a:pt x="503213" y="137622"/>
                </a:lnTo>
                <a:lnTo>
                  <a:pt x="503021" y="137095"/>
                </a:lnTo>
                <a:lnTo>
                  <a:pt x="502840" y="136554"/>
                </a:lnTo>
                <a:lnTo>
                  <a:pt x="502667" y="136001"/>
                </a:lnTo>
                <a:lnTo>
                  <a:pt x="502504" y="135434"/>
                </a:lnTo>
                <a:lnTo>
                  <a:pt x="502351" y="134855"/>
                </a:lnTo>
                <a:lnTo>
                  <a:pt x="502208" y="134262"/>
                </a:lnTo>
                <a:lnTo>
                  <a:pt x="502073" y="133657"/>
                </a:lnTo>
                <a:lnTo>
                  <a:pt x="501949" y="133038"/>
                </a:lnTo>
                <a:lnTo>
                  <a:pt x="501834" y="132407"/>
                </a:lnTo>
                <a:lnTo>
                  <a:pt x="501728" y="131763"/>
                </a:lnTo>
                <a:lnTo>
                  <a:pt x="501603" y="130907"/>
                </a:lnTo>
                <a:lnTo>
                  <a:pt x="501482" y="130046"/>
                </a:lnTo>
                <a:lnTo>
                  <a:pt x="501368" y="129180"/>
                </a:lnTo>
                <a:lnTo>
                  <a:pt x="501258" y="128308"/>
                </a:lnTo>
                <a:lnTo>
                  <a:pt x="501154" y="127431"/>
                </a:lnTo>
                <a:lnTo>
                  <a:pt x="501055" y="126549"/>
                </a:lnTo>
                <a:lnTo>
                  <a:pt x="500962" y="125661"/>
                </a:lnTo>
                <a:lnTo>
                  <a:pt x="500873" y="124768"/>
                </a:lnTo>
                <a:lnTo>
                  <a:pt x="500791" y="123870"/>
                </a:lnTo>
                <a:lnTo>
                  <a:pt x="500713" y="122966"/>
                </a:lnTo>
                <a:lnTo>
                  <a:pt x="500641" y="122057"/>
                </a:lnTo>
                <a:lnTo>
                  <a:pt x="500574" y="121143"/>
                </a:lnTo>
                <a:lnTo>
                  <a:pt x="500513" y="120223"/>
                </a:lnTo>
                <a:lnTo>
                  <a:pt x="500457" y="119298"/>
                </a:lnTo>
                <a:lnTo>
                  <a:pt x="500406" y="118368"/>
                </a:lnTo>
                <a:lnTo>
                  <a:pt x="500360" y="117432"/>
                </a:lnTo>
                <a:lnTo>
                  <a:pt x="500320" y="116491"/>
                </a:lnTo>
                <a:lnTo>
                  <a:pt x="500286" y="115544"/>
                </a:lnTo>
                <a:lnTo>
                  <a:pt x="500256" y="114593"/>
                </a:lnTo>
                <a:lnTo>
                  <a:pt x="500232" y="113635"/>
                </a:lnTo>
                <a:lnTo>
                  <a:pt x="500214" y="112673"/>
                </a:lnTo>
                <a:lnTo>
                  <a:pt x="500200" y="111705"/>
                </a:lnTo>
                <a:lnTo>
                  <a:pt x="500192" y="110732"/>
                </a:lnTo>
                <a:lnTo>
                  <a:pt x="500190" y="109754"/>
                </a:lnTo>
                <a:lnTo>
                  <a:pt x="500192" y="107918"/>
                </a:lnTo>
                <a:lnTo>
                  <a:pt x="500198" y="106116"/>
                </a:lnTo>
                <a:lnTo>
                  <a:pt x="500209" y="104348"/>
                </a:lnTo>
                <a:lnTo>
                  <a:pt x="500225" y="102614"/>
                </a:lnTo>
                <a:lnTo>
                  <a:pt x="500244" y="100914"/>
                </a:lnTo>
                <a:lnTo>
                  <a:pt x="500269" y="99248"/>
                </a:lnTo>
                <a:lnTo>
                  <a:pt x="500297" y="97615"/>
                </a:lnTo>
                <a:lnTo>
                  <a:pt x="500330" y="96017"/>
                </a:lnTo>
                <a:lnTo>
                  <a:pt x="500367" y="94452"/>
                </a:lnTo>
                <a:lnTo>
                  <a:pt x="500409" y="92921"/>
                </a:lnTo>
                <a:lnTo>
                  <a:pt x="500455" y="91423"/>
                </a:lnTo>
                <a:lnTo>
                  <a:pt x="500506" y="89960"/>
                </a:lnTo>
                <a:lnTo>
                  <a:pt x="500560" y="88530"/>
                </a:lnTo>
                <a:lnTo>
                  <a:pt x="500620" y="87134"/>
                </a:lnTo>
                <a:lnTo>
                  <a:pt x="500683" y="85772"/>
                </a:lnTo>
                <a:lnTo>
                  <a:pt x="500751" y="84444"/>
                </a:lnTo>
                <a:lnTo>
                  <a:pt x="500824" y="83150"/>
                </a:lnTo>
                <a:lnTo>
                  <a:pt x="500900" y="81889"/>
                </a:lnTo>
                <a:lnTo>
                  <a:pt x="500982" y="80663"/>
                </a:lnTo>
                <a:lnTo>
                  <a:pt x="501067" y="79470"/>
                </a:lnTo>
                <a:lnTo>
                  <a:pt x="501157" y="78311"/>
                </a:lnTo>
                <a:lnTo>
                  <a:pt x="501252" y="77185"/>
                </a:lnTo>
                <a:lnTo>
                  <a:pt x="501350" y="76094"/>
                </a:lnTo>
                <a:lnTo>
                  <a:pt x="501453" y="75036"/>
                </a:lnTo>
                <a:lnTo>
                  <a:pt x="501564" y="74010"/>
                </a:lnTo>
                <a:lnTo>
                  <a:pt x="501683" y="73012"/>
                </a:lnTo>
                <a:lnTo>
                  <a:pt x="501812" y="72043"/>
                </a:lnTo>
                <a:lnTo>
                  <a:pt x="501951" y="71103"/>
                </a:lnTo>
                <a:lnTo>
                  <a:pt x="502099" y="70191"/>
                </a:lnTo>
                <a:lnTo>
                  <a:pt x="502257" y="69308"/>
                </a:lnTo>
                <a:lnTo>
                  <a:pt x="502425" y="68454"/>
                </a:lnTo>
                <a:lnTo>
                  <a:pt x="502601" y="67628"/>
                </a:lnTo>
                <a:lnTo>
                  <a:pt x="502788" y="66831"/>
                </a:lnTo>
                <a:lnTo>
                  <a:pt x="502984" y="66062"/>
                </a:lnTo>
                <a:lnTo>
                  <a:pt x="503189" y="65322"/>
                </a:lnTo>
                <a:lnTo>
                  <a:pt x="503404" y="64611"/>
                </a:lnTo>
                <a:lnTo>
                  <a:pt x="503629" y="63929"/>
                </a:lnTo>
                <a:lnTo>
                  <a:pt x="503863" y="63275"/>
                </a:lnTo>
                <a:lnTo>
                  <a:pt x="504107" y="62650"/>
                </a:lnTo>
                <a:lnTo>
                  <a:pt x="504360" y="62053"/>
                </a:lnTo>
                <a:lnTo>
                  <a:pt x="504623" y="61486"/>
                </a:lnTo>
                <a:lnTo>
                  <a:pt x="504895" y="60946"/>
                </a:lnTo>
                <a:lnTo>
                  <a:pt x="505177" y="60436"/>
                </a:lnTo>
                <a:lnTo>
                  <a:pt x="505468" y="59954"/>
                </a:lnTo>
                <a:lnTo>
                  <a:pt x="505769" y="59501"/>
                </a:lnTo>
                <a:lnTo>
                  <a:pt x="506080" y="59076"/>
                </a:lnTo>
                <a:lnTo>
                  <a:pt x="506400" y="58680"/>
                </a:lnTo>
                <a:lnTo>
                  <a:pt x="506729" y="58313"/>
                </a:lnTo>
                <a:lnTo>
                  <a:pt x="507066" y="57967"/>
                </a:lnTo>
                <a:lnTo>
                  <a:pt x="507409" y="57636"/>
                </a:lnTo>
                <a:lnTo>
                  <a:pt x="507757" y="57320"/>
                </a:lnTo>
                <a:lnTo>
                  <a:pt x="508111" y="57018"/>
                </a:lnTo>
                <a:lnTo>
                  <a:pt x="508470" y="56731"/>
                </a:lnTo>
                <a:lnTo>
                  <a:pt x="508834" y="56459"/>
                </a:lnTo>
                <a:lnTo>
                  <a:pt x="509205" y="56201"/>
                </a:lnTo>
                <a:lnTo>
                  <a:pt x="509581" y="55958"/>
                </a:lnTo>
                <a:lnTo>
                  <a:pt x="509962" y="55730"/>
                </a:lnTo>
                <a:lnTo>
                  <a:pt x="510349" y="55517"/>
                </a:lnTo>
                <a:lnTo>
                  <a:pt x="510741" y="55318"/>
                </a:lnTo>
                <a:lnTo>
                  <a:pt x="511139" y="55134"/>
                </a:lnTo>
                <a:lnTo>
                  <a:pt x="511543" y="54965"/>
                </a:lnTo>
                <a:lnTo>
                  <a:pt x="511952" y="54811"/>
                </a:lnTo>
                <a:lnTo>
                  <a:pt x="512366" y="54671"/>
                </a:lnTo>
                <a:lnTo>
                  <a:pt x="512786" y="54546"/>
                </a:lnTo>
                <a:lnTo>
                  <a:pt x="513212" y="54435"/>
                </a:lnTo>
                <a:lnTo>
                  <a:pt x="513643" y="54340"/>
                </a:lnTo>
                <a:lnTo>
                  <a:pt x="514080" y="54259"/>
                </a:lnTo>
                <a:lnTo>
                  <a:pt x="514522" y="54193"/>
                </a:lnTo>
                <a:lnTo>
                  <a:pt x="514970" y="54141"/>
                </a:lnTo>
                <a:lnTo>
                  <a:pt x="515423" y="54104"/>
                </a:lnTo>
                <a:lnTo>
                  <a:pt x="515882" y="54082"/>
                </a:lnTo>
                <a:lnTo>
                  <a:pt x="516346" y="54075"/>
                </a:lnTo>
                <a:lnTo>
                  <a:pt x="516728" y="54079"/>
                </a:lnTo>
                <a:lnTo>
                  <a:pt x="517103" y="54091"/>
                </a:lnTo>
                <a:lnTo>
                  <a:pt x="517473" y="541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611FC-F4DD-4761-85DE-4626B1F1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511" y="1464319"/>
            <a:ext cx="765312" cy="450184"/>
          </a:xfrm>
          <a:custGeom xmlns:a="http://schemas.openxmlformats.org/drawingml/2006/main">
            <a:pathLst>
              <a:path w="765312" h="450184">
                <a:moveTo>
                  <a:pt x="0" y="0"/>
                </a:moveTo>
                <a:lnTo>
                  <a:pt x="765312" y="0"/>
                </a:lnTo>
                <a:lnTo>
                  <a:pt x="765312" y="450184"/>
                </a:lnTo>
                <a:lnTo>
                  <a:pt x="0" y="4501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6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22E09-CC21-4386-8FE2-B727322F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511" y="1464319"/>
            <a:ext cx="765312" cy="450184"/>
          </a:xfrm>
          <a:custGeom xmlns:a="http://schemas.openxmlformats.org/drawingml/2006/main">
            <a:pathLst>
              <a:path w="765312" h="450184" fill="none">
                <a:moveTo>
                  <a:pt x="0" y="0"/>
                </a:moveTo>
                <a:lnTo>
                  <a:pt x="765312" y="0"/>
                </a:lnTo>
                <a:lnTo>
                  <a:pt x="765312" y="450184"/>
                </a:lnTo>
                <a:lnTo>
                  <a:pt x="0" y="4501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C73500"/>
            </a:solidFill>
            <a:miter/>
          </a:ln>
        </p:spPr>
      </p:sp>
      <p:sp>
        <p:nvSpPr>
          <p:cNvPr id="263" name="Text LDA">
            <a:extLst xmlns:a="http://schemas.openxmlformats.org/drawingml/2006/main">
              <a:ext uri="{FF2B5EF4-FFF2-40B4-BE49-F238E27FC236}">
                <a16:creationId xmlns:a16="http://schemas.microsoft.com/office/drawing/2014/main" id="{89A0660E-66EB-4EFE-8843-BB1CC283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319" y="1637403"/>
            <a:ext cx="273340" cy="91400"/>
          </a:xfrm>
          <a:custGeom xmlns:a="http://schemas.openxmlformats.org/drawingml/2006/main">
            <a:pathLst>
              <a:path w="273340" h="91400">
                <a:moveTo>
                  <a:pt x="74716" y="66604"/>
                </a:moveTo>
                <a:lnTo>
                  <a:pt x="76892" y="67068"/>
                </a:lnTo>
                <a:lnTo>
                  <a:pt x="69242" y="91400"/>
                </a:lnTo>
                <a:lnTo>
                  <a:pt x="0" y="91400"/>
                </a:lnTo>
                <a:lnTo>
                  <a:pt x="0" y="88960"/>
                </a:lnTo>
                <a:lnTo>
                  <a:pt x="3363" y="88960"/>
                </a:lnTo>
                <a:cubicBezTo>
                  <a:pt x="7144" y="88960"/>
                  <a:pt x="9848" y="87729"/>
                  <a:pt x="11474" y="85267"/>
                </a:cubicBezTo>
                <a:cubicBezTo>
                  <a:pt x="12398" y="83860"/>
                  <a:pt x="12859" y="80607"/>
                  <a:pt x="12859" y="75507"/>
                </a:cubicBezTo>
                <a:lnTo>
                  <a:pt x="12859" y="17805"/>
                </a:lnTo>
                <a:cubicBezTo>
                  <a:pt x="12859" y="12222"/>
                  <a:pt x="12244" y="8727"/>
                  <a:pt x="11013" y="7320"/>
                </a:cubicBezTo>
                <a:cubicBezTo>
                  <a:pt x="9298" y="5385"/>
                  <a:pt x="6748" y="4418"/>
                  <a:pt x="3363" y="4418"/>
                </a:cubicBezTo>
                <a:lnTo>
                  <a:pt x="0" y="4418"/>
                </a:lnTo>
                <a:lnTo>
                  <a:pt x="0" y="1978"/>
                </a:lnTo>
                <a:lnTo>
                  <a:pt x="40490" y="1978"/>
                </a:lnTo>
                <a:lnTo>
                  <a:pt x="40490" y="4418"/>
                </a:lnTo>
                <a:cubicBezTo>
                  <a:pt x="35742" y="4374"/>
                  <a:pt x="32412" y="4815"/>
                  <a:pt x="30499" y="5739"/>
                </a:cubicBezTo>
                <a:cubicBezTo>
                  <a:pt x="28587" y="6662"/>
                  <a:pt x="27279" y="7828"/>
                  <a:pt x="26576" y="9236"/>
                </a:cubicBezTo>
                <a:cubicBezTo>
                  <a:pt x="25872" y="10645"/>
                  <a:pt x="25521" y="14011"/>
                  <a:pt x="25521" y="19334"/>
                </a:cubicBezTo>
                <a:lnTo>
                  <a:pt x="25521" y="75565"/>
                </a:lnTo>
                <a:cubicBezTo>
                  <a:pt x="25521" y="79216"/>
                  <a:pt x="25872" y="81724"/>
                  <a:pt x="26576" y="83088"/>
                </a:cubicBezTo>
                <a:cubicBezTo>
                  <a:pt x="27103" y="84012"/>
                  <a:pt x="27917" y="84694"/>
                  <a:pt x="29016" y="85135"/>
                </a:cubicBezTo>
                <a:cubicBezTo>
                  <a:pt x="30115" y="85574"/>
                  <a:pt x="33544" y="85794"/>
                  <a:pt x="39303" y="85794"/>
                </a:cubicBezTo>
                <a:lnTo>
                  <a:pt x="45832" y="85794"/>
                </a:lnTo>
                <a:cubicBezTo>
                  <a:pt x="52690" y="85794"/>
                  <a:pt x="57504" y="85285"/>
                  <a:pt x="60274" y="84267"/>
                </a:cubicBezTo>
                <a:cubicBezTo>
                  <a:pt x="63043" y="83249"/>
                  <a:pt x="65571" y="81445"/>
                  <a:pt x="67857" y="78856"/>
                </a:cubicBezTo>
                <a:cubicBezTo>
                  <a:pt x="70143" y="76266"/>
                  <a:pt x="72429" y="72182"/>
                  <a:pt x="74716" y="66604"/>
                </a:cubicBezTo>
                <a:close/>
                <a:moveTo>
                  <a:pt x="82123" y="91400"/>
                </a:moveTo>
                <a:lnTo>
                  <a:pt x="82123" y="88960"/>
                </a:lnTo>
                <a:lnTo>
                  <a:pt x="85486" y="88960"/>
                </a:lnTo>
                <a:cubicBezTo>
                  <a:pt x="89267" y="88960"/>
                  <a:pt x="91949" y="87751"/>
                  <a:pt x="93531" y="85333"/>
                </a:cubicBezTo>
                <a:cubicBezTo>
                  <a:pt x="94499" y="83882"/>
                  <a:pt x="94982" y="80629"/>
                  <a:pt x="94982" y="75573"/>
                </a:cubicBezTo>
                <a:lnTo>
                  <a:pt x="94982" y="17805"/>
                </a:lnTo>
                <a:cubicBezTo>
                  <a:pt x="94982" y="12222"/>
                  <a:pt x="94367" y="8727"/>
                  <a:pt x="93136" y="7320"/>
                </a:cubicBezTo>
                <a:cubicBezTo>
                  <a:pt x="91421" y="5385"/>
                  <a:pt x="88871" y="4418"/>
                  <a:pt x="85486" y="4418"/>
                </a:cubicBezTo>
                <a:lnTo>
                  <a:pt x="82123" y="4418"/>
                </a:lnTo>
                <a:lnTo>
                  <a:pt x="82123" y="1978"/>
                </a:lnTo>
                <a:lnTo>
                  <a:pt x="118524" y="1978"/>
                </a:lnTo>
                <a:cubicBezTo>
                  <a:pt x="131889" y="1978"/>
                  <a:pt x="142056" y="3495"/>
                  <a:pt x="149024" y="6529"/>
                </a:cubicBezTo>
                <a:cubicBezTo>
                  <a:pt x="155992" y="9562"/>
                  <a:pt x="161597" y="14618"/>
                  <a:pt x="165840" y="21696"/>
                </a:cubicBezTo>
                <a:cubicBezTo>
                  <a:pt x="170082" y="28774"/>
                  <a:pt x="172204" y="36951"/>
                  <a:pt x="172204" y="46227"/>
                </a:cubicBezTo>
                <a:cubicBezTo>
                  <a:pt x="172204" y="58669"/>
                  <a:pt x="168423" y="69066"/>
                  <a:pt x="160861" y="77419"/>
                </a:cubicBezTo>
                <a:cubicBezTo>
                  <a:pt x="152376" y="86739"/>
                  <a:pt x="139451" y="91400"/>
                  <a:pt x="122086" y="91400"/>
                </a:cubicBezTo>
                <a:lnTo>
                  <a:pt x="82123" y="91400"/>
                </a:lnTo>
                <a:moveTo>
                  <a:pt x="107644" y="85003"/>
                </a:moveTo>
                <a:cubicBezTo>
                  <a:pt x="113227" y="86190"/>
                  <a:pt x="117909" y="86783"/>
                  <a:pt x="121690" y="86783"/>
                </a:cubicBezTo>
                <a:cubicBezTo>
                  <a:pt x="131889" y="86783"/>
                  <a:pt x="140352" y="83200"/>
                  <a:pt x="147079" y="76034"/>
                </a:cubicBezTo>
                <a:cubicBezTo>
                  <a:pt x="153805" y="68868"/>
                  <a:pt x="157168" y="59153"/>
                  <a:pt x="157168" y="46887"/>
                </a:cubicBezTo>
                <a:cubicBezTo>
                  <a:pt x="157168" y="34533"/>
                  <a:pt x="153805" y="24795"/>
                  <a:pt x="147079" y="17673"/>
                </a:cubicBezTo>
                <a:cubicBezTo>
                  <a:pt x="140352" y="10551"/>
                  <a:pt x="131713" y="6990"/>
                  <a:pt x="121162" y="6990"/>
                </a:cubicBezTo>
                <a:cubicBezTo>
                  <a:pt x="117206" y="6990"/>
                  <a:pt x="112699" y="7628"/>
                  <a:pt x="107644" y="8903"/>
                </a:cubicBezTo>
                <a:lnTo>
                  <a:pt x="107644" y="85003"/>
                </a:lnTo>
                <a:close/>
                <a:moveTo>
                  <a:pt x="239115" y="61461"/>
                </a:moveTo>
                <a:lnTo>
                  <a:pt x="204494" y="61461"/>
                </a:lnTo>
                <a:lnTo>
                  <a:pt x="198427" y="75573"/>
                </a:lnTo>
                <a:cubicBezTo>
                  <a:pt x="196932" y="79046"/>
                  <a:pt x="196185" y="81640"/>
                  <a:pt x="196185" y="83354"/>
                </a:cubicBezTo>
                <a:cubicBezTo>
                  <a:pt x="196185" y="84717"/>
                  <a:pt x="196833" y="85915"/>
                  <a:pt x="198130" y="86948"/>
                </a:cubicBezTo>
                <a:cubicBezTo>
                  <a:pt x="199427" y="87981"/>
                  <a:pt x="202230" y="88652"/>
                  <a:pt x="206538" y="88960"/>
                </a:cubicBezTo>
                <a:lnTo>
                  <a:pt x="206538" y="91400"/>
                </a:lnTo>
                <a:lnTo>
                  <a:pt x="178380" y="91400"/>
                </a:lnTo>
                <a:lnTo>
                  <a:pt x="178380" y="88960"/>
                </a:lnTo>
                <a:cubicBezTo>
                  <a:pt x="182116" y="88300"/>
                  <a:pt x="184534" y="87444"/>
                  <a:pt x="185634" y="86390"/>
                </a:cubicBezTo>
                <a:cubicBezTo>
                  <a:pt x="187876" y="84281"/>
                  <a:pt x="190360" y="79998"/>
                  <a:pt x="193085" y="73541"/>
                </a:cubicBezTo>
                <a:lnTo>
                  <a:pt x="224541" y="0"/>
                </a:lnTo>
                <a:lnTo>
                  <a:pt x="226849" y="0"/>
                </a:lnTo>
                <a:lnTo>
                  <a:pt x="257975" y="74330"/>
                </a:lnTo>
                <a:cubicBezTo>
                  <a:pt x="260481" y="80305"/>
                  <a:pt x="262756" y="84182"/>
                  <a:pt x="264800" y="85961"/>
                </a:cubicBezTo>
                <a:cubicBezTo>
                  <a:pt x="266845" y="87740"/>
                  <a:pt x="269691" y="88740"/>
                  <a:pt x="273340" y="88960"/>
                </a:cubicBezTo>
                <a:lnTo>
                  <a:pt x="273340" y="91400"/>
                </a:lnTo>
                <a:lnTo>
                  <a:pt x="238060" y="91400"/>
                </a:lnTo>
                <a:lnTo>
                  <a:pt x="238060" y="88960"/>
                </a:lnTo>
                <a:cubicBezTo>
                  <a:pt x="241621" y="88784"/>
                  <a:pt x="244028" y="88190"/>
                  <a:pt x="245281" y="87179"/>
                </a:cubicBezTo>
                <a:cubicBezTo>
                  <a:pt x="246534" y="86168"/>
                  <a:pt x="247160" y="84937"/>
                  <a:pt x="247160" y="83486"/>
                </a:cubicBezTo>
                <a:cubicBezTo>
                  <a:pt x="247160" y="81552"/>
                  <a:pt x="246281" y="78496"/>
                  <a:pt x="244522" y="74320"/>
                </a:cubicBezTo>
                <a:lnTo>
                  <a:pt x="239115" y="61461"/>
                </a:lnTo>
                <a:moveTo>
                  <a:pt x="237268" y="56581"/>
                </a:moveTo>
                <a:lnTo>
                  <a:pt x="222101" y="20494"/>
                </a:lnTo>
                <a:lnTo>
                  <a:pt x="206538" y="56581"/>
                </a:lnTo>
                <a:lnTo>
                  <a:pt x="237268" y="565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50070-42D7-491E-84DE-79D081CC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70" y="1211091"/>
            <a:ext cx="81710" cy="77727"/>
          </a:xfrm>
          <a:custGeom xmlns:a="http://schemas.openxmlformats.org/drawingml/2006/main">
            <a:pathLst>
              <a:path w="81710" h="77727">
                <a:moveTo>
                  <a:pt x="28906" y="6259"/>
                </a:moveTo>
                <a:cubicBezTo>
                  <a:pt x="28906" y="5728"/>
                  <a:pt x="26744" y="5387"/>
                  <a:pt x="22419" y="5235"/>
                </a:cubicBezTo>
                <a:cubicBezTo>
                  <a:pt x="20598" y="5235"/>
                  <a:pt x="19422" y="5197"/>
                  <a:pt x="18891" y="5121"/>
                </a:cubicBezTo>
                <a:cubicBezTo>
                  <a:pt x="18360" y="5045"/>
                  <a:pt x="18095" y="4666"/>
                  <a:pt x="18095" y="3983"/>
                </a:cubicBezTo>
                <a:cubicBezTo>
                  <a:pt x="18095" y="3907"/>
                  <a:pt x="18170" y="3490"/>
                  <a:pt x="18322" y="2731"/>
                </a:cubicBezTo>
                <a:cubicBezTo>
                  <a:pt x="18777" y="1214"/>
                  <a:pt x="19119" y="379"/>
                  <a:pt x="19346" y="228"/>
                </a:cubicBezTo>
                <a:cubicBezTo>
                  <a:pt x="19574" y="76"/>
                  <a:pt x="26933" y="0"/>
                  <a:pt x="41424" y="0"/>
                </a:cubicBezTo>
                <a:cubicBezTo>
                  <a:pt x="55839" y="76"/>
                  <a:pt x="63540" y="190"/>
                  <a:pt x="64526" y="341"/>
                </a:cubicBezTo>
                <a:cubicBezTo>
                  <a:pt x="69381" y="1176"/>
                  <a:pt x="73440" y="3035"/>
                  <a:pt x="76703" y="5918"/>
                </a:cubicBezTo>
                <a:cubicBezTo>
                  <a:pt x="79965" y="8801"/>
                  <a:pt x="81634" y="12632"/>
                  <a:pt x="81710" y="17412"/>
                </a:cubicBezTo>
                <a:cubicBezTo>
                  <a:pt x="81710" y="23254"/>
                  <a:pt x="79206" y="28602"/>
                  <a:pt x="74199" y="33458"/>
                </a:cubicBezTo>
                <a:cubicBezTo>
                  <a:pt x="68964" y="38617"/>
                  <a:pt x="62212" y="41879"/>
                  <a:pt x="53942" y="43245"/>
                </a:cubicBezTo>
                <a:cubicBezTo>
                  <a:pt x="53411" y="43321"/>
                  <a:pt x="49428" y="43397"/>
                  <a:pt x="41993" y="43472"/>
                </a:cubicBezTo>
                <a:lnTo>
                  <a:pt x="31182" y="43472"/>
                </a:lnTo>
                <a:lnTo>
                  <a:pt x="27768" y="57015"/>
                </a:lnTo>
                <a:cubicBezTo>
                  <a:pt x="25492" y="65816"/>
                  <a:pt x="24354" y="70482"/>
                  <a:pt x="24354" y="71013"/>
                </a:cubicBezTo>
                <a:cubicBezTo>
                  <a:pt x="24354" y="71316"/>
                  <a:pt x="24392" y="71506"/>
                  <a:pt x="24468" y="71582"/>
                </a:cubicBezTo>
                <a:cubicBezTo>
                  <a:pt x="24543" y="71658"/>
                  <a:pt x="24809" y="71809"/>
                  <a:pt x="25264" y="72037"/>
                </a:cubicBezTo>
                <a:cubicBezTo>
                  <a:pt x="25719" y="72264"/>
                  <a:pt x="26364" y="72340"/>
                  <a:pt x="27199" y="72264"/>
                </a:cubicBezTo>
                <a:cubicBezTo>
                  <a:pt x="28033" y="72189"/>
                  <a:pt x="29285" y="72264"/>
                  <a:pt x="30954" y="72492"/>
                </a:cubicBezTo>
                <a:lnTo>
                  <a:pt x="34482" y="72492"/>
                </a:lnTo>
                <a:cubicBezTo>
                  <a:pt x="34937" y="73175"/>
                  <a:pt x="35165" y="73592"/>
                  <a:pt x="35165" y="73744"/>
                </a:cubicBezTo>
                <a:cubicBezTo>
                  <a:pt x="35165" y="74958"/>
                  <a:pt x="34899" y="76096"/>
                  <a:pt x="34368" y="77158"/>
                </a:cubicBezTo>
                <a:cubicBezTo>
                  <a:pt x="33989" y="77537"/>
                  <a:pt x="33382" y="77727"/>
                  <a:pt x="32547" y="77727"/>
                </a:cubicBezTo>
                <a:cubicBezTo>
                  <a:pt x="32320" y="77727"/>
                  <a:pt x="30916" y="77689"/>
                  <a:pt x="28337" y="77613"/>
                </a:cubicBezTo>
                <a:cubicBezTo>
                  <a:pt x="25757" y="77537"/>
                  <a:pt x="21964" y="77499"/>
                  <a:pt x="16957" y="77499"/>
                </a:cubicBezTo>
                <a:cubicBezTo>
                  <a:pt x="12253" y="77499"/>
                  <a:pt x="8649" y="77499"/>
                  <a:pt x="6145" y="77499"/>
                </a:cubicBezTo>
                <a:cubicBezTo>
                  <a:pt x="3642" y="77499"/>
                  <a:pt x="2276" y="77537"/>
                  <a:pt x="2048" y="77613"/>
                </a:cubicBezTo>
                <a:cubicBezTo>
                  <a:pt x="683" y="77613"/>
                  <a:pt x="0" y="77234"/>
                  <a:pt x="0" y="76475"/>
                </a:cubicBezTo>
                <a:cubicBezTo>
                  <a:pt x="0" y="76323"/>
                  <a:pt x="114" y="75792"/>
                  <a:pt x="341" y="74882"/>
                </a:cubicBezTo>
                <a:cubicBezTo>
                  <a:pt x="645" y="73668"/>
                  <a:pt x="948" y="72985"/>
                  <a:pt x="1252" y="72833"/>
                </a:cubicBezTo>
                <a:cubicBezTo>
                  <a:pt x="1555" y="72682"/>
                  <a:pt x="2428" y="72568"/>
                  <a:pt x="3869" y="72492"/>
                </a:cubicBezTo>
                <a:cubicBezTo>
                  <a:pt x="5918" y="72492"/>
                  <a:pt x="8194" y="72378"/>
                  <a:pt x="10697" y="72151"/>
                </a:cubicBezTo>
                <a:cubicBezTo>
                  <a:pt x="11760" y="71923"/>
                  <a:pt x="12480" y="71468"/>
                  <a:pt x="12860" y="70785"/>
                </a:cubicBezTo>
                <a:cubicBezTo>
                  <a:pt x="13087" y="70482"/>
                  <a:pt x="15819" y="59936"/>
                  <a:pt x="21053" y="39148"/>
                </a:cubicBezTo>
                <a:cubicBezTo>
                  <a:pt x="26288" y="18360"/>
                  <a:pt x="28906" y="7397"/>
                  <a:pt x="28906" y="6259"/>
                </a:cubicBezTo>
                <a:close/>
                <a:moveTo>
                  <a:pt x="69647" y="14681"/>
                </a:moveTo>
                <a:cubicBezTo>
                  <a:pt x="69647" y="13694"/>
                  <a:pt x="69571" y="12898"/>
                  <a:pt x="69419" y="12291"/>
                </a:cubicBezTo>
                <a:cubicBezTo>
                  <a:pt x="69268" y="11684"/>
                  <a:pt x="68926" y="10849"/>
                  <a:pt x="68395" y="9787"/>
                </a:cubicBezTo>
                <a:cubicBezTo>
                  <a:pt x="67864" y="8725"/>
                  <a:pt x="66916" y="7890"/>
                  <a:pt x="65550" y="7283"/>
                </a:cubicBezTo>
                <a:cubicBezTo>
                  <a:pt x="64185" y="6676"/>
                  <a:pt x="62326" y="6069"/>
                  <a:pt x="59974" y="5463"/>
                </a:cubicBezTo>
                <a:cubicBezTo>
                  <a:pt x="59443" y="5387"/>
                  <a:pt x="56408" y="5311"/>
                  <a:pt x="50870" y="5235"/>
                </a:cubicBezTo>
                <a:cubicBezTo>
                  <a:pt x="49580" y="5235"/>
                  <a:pt x="48252" y="5235"/>
                  <a:pt x="46887" y="5235"/>
                </a:cubicBezTo>
                <a:cubicBezTo>
                  <a:pt x="45521" y="5235"/>
                  <a:pt x="44421" y="5273"/>
                  <a:pt x="43586" y="5349"/>
                </a:cubicBezTo>
                <a:cubicBezTo>
                  <a:pt x="42752" y="5425"/>
                  <a:pt x="42297" y="5425"/>
                  <a:pt x="42221" y="5349"/>
                </a:cubicBezTo>
                <a:cubicBezTo>
                  <a:pt x="41234" y="5425"/>
                  <a:pt x="40552" y="5766"/>
                  <a:pt x="40172" y="6373"/>
                </a:cubicBezTo>
                <a:cubicBezTo>
                  <a:pt x="40020" y="6828"/>
                  <a:pt x="39300" y="9749"/>
                  <a:pt x="38010" y="15136"/>
                </a:cubicBezTo>
                <a:cubicBezTo>
                  <a:pt x="36720" y="20522"/>
                  <a:pt x="35393" y="25757"/>
                  <a:pt x="34027" y="30840"/>
                </a:cubicBezTo>
                <a:cubicBezTo>
                  <a:pt x="32661" y="35924"/>
                  <a:pt x="31978" y="38503"/>
                  <a:pt x="31978" y="38579"/>
                </a:cubicBezTo>
                <a:cubicBezTo>
                  <a:pt x="31978" y="38731"/>
                  <a:pt x="35051" y="38807"/>
                  <a:pt x="41196" y="38807"/>
                </a:cubicBezTo>
                <a:lnTo>
                  <a:pt x="42562" y="38807"/>
                </a:lnTo>
                <a:lnTo>
                  <a:pt x="45180" y="38807"/>
                </a:lnTo>
                <a:cubicBezTo>
                  <a:pt x="53677" y="38807"/>
                  <a:pt x="59746" y="36910"/>
                  <a:pt x="63388" y="33116"/>
                </a:cubicBezTo>
                <a:cubicBezTo>
                  <a:pt x="65436" y="31068"/>
                  <a:pt x="66992" y="28071"/>
                  <a:pt x="68054" y="24126"/>
                </a:cubicBezTo>
                <a:cubicBezTo>
                  <a:pt x="69116" y="20181"/>
                  <a:pt x="69647" y="17032"/>
                  <a:pt x="69647" y="1468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D92C9-292E-4020-9F0E-6BB4DD89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70" y="1211091"/>
            <a:ext cx="81710" cy="77727"/>
          </a:xfrm>
          <a:custGeom xmlns:a="http://schemas.openxmlformats.org/drawingml/2006/main">
            <a:pathLst>
              <a:path w="81710" h="77727" fill="none">
                <a:moveTo>
                  <a:pt x="28906" y="6259"/>
                </a:moveTo>
                <a:cubicBezTo>
                  <a:pt x="28906" y="5728"/>
                  <a:pt x="26744" y="5387"/>
                  <a:pt x="22419" y="5235"/>
                </a:cubicBezTo>
                <a:cubicBezTo>
                  <a:pt x="20598" y="5235"/>
                  <a:pt x="19422" y="5197"/>
                  <a:pt x="18891" y="5121"/>
                </a:cubicBezTo>
                <a:cubicBezTo>
                  <a:pt x="18360" y="5045"/>
                  <a:pt x="18095" y="4666"/>
                  <a:pt x="18095" y="3983"/>
                </a:cubicBezTo>
                <a:cubicBezTo>
                  <a:pt x="18095" y="3907"/>
                  <a:pt x="18170" y="3490"/>
                  <a:pt x="18322" y="2731"/>
                </a:cubicBezTo>
                <a:cubicBezTo>
                  <a:pt x="18777" y="1214"/>
                  <a:pt x="19119" y="379"/>
                  <a:pt x="19346" y="228"/>
                </a:cubicBezTo>
                <a:cubicBezTo>
                  <a:pt x="19574" y="76"/>
                  <a:pt x="26933" y="0"/>
                  <a:pt x="41424" y="0"/>
                </a:cubicBezTo>
                <a:cubicBezTo>
                  <a:pt x="55839" y="76"/>
                  <a:pt x="63540" y="190"/>
                  <a:pt x="64526" y="341"/>
                </a:cubicBezTo>
                <a:cubicBezTo>
                  <a:pt x="69381" y="1176"/>
                  <a:pt x="73440" y="3035"/>
                  <a:pt x="76703" y="5918"/>
                </a:cubicBezTo>
                <a:cubicBezTo>
                  <a:pt x="79965" y="8801"/>
                  <a:pt x="81634" y="12632"/>
                  <a:pt x="81710" y="17412"/>
                </a:cubicBezTo>
                <a:cubicBezTo>
                  <a:pt x="81710" y="23254"/>
                  <a:pt x="79206" y="28602"/>
                  <a:pt x="74199" y="33458"/>
                </a:cubicBezTo>
                <a:cubicBezTo>
                  <a:pt x="68964" y="38617"/>
                  <a:pt x="62212" y="41879"/>
                  <a:pt x="53942" y="43245"/>
                </a:cubicBezTo>
                <a:cubicBezTo>
                  <a:pt x="53411" y="43321"/>
                  <a:pt x="49428" y="43397"/>
                  <a:pt x="41993" y="43472"/>
                </a:cubicBezTo>
                <a:lnTo>
                  <a:pt x="31182" y="43472"/>
                </a:lnTo>
                <a:lnTo>
                  <a:pt x="27768" y="57015"/>
                </a:lnTo>
                <a:cubicBezTo>
                  <a:pt x="25492" y="65816"/>
                  <a:pt x="24354" y="70482"/>
                  <a:pt x="24354" y="71013"/>
                </a:cubicBezTo>
                <a:cubicBezTo>
                  <a:pt x="24354" y="71316"/>
                  <a:pt x="24392" y="71506"/>
                  <a:pt x="24468" y="71582"/>
                </a:cubicBezTo>
                <a:cubicBezTo>
                  <a:pt x="24543" y="71658"/>
                  <a:pt x="24809" y="71809"/>
                  <a:pt x="25264" y="72037"/>
                </a:cubicBezTo>
                <a:cubicBezTo>
                  <a:pt x="25719" y="72264"/>
                  <a:pt x="26364" y="72340"/>
                  <a:pt x="27199" y="72264"/>
                </a:cubicBezTo>
                <a:cubicBezTo>
                  <a:pt x="28033" y="72189"/>
                  <a:pt x="29285" y="72264"/>
                  <a:pt x="30954" y="72492"/>
                </a:cubicBezTo>
                <a:lnTo>
                  <a:pt x="34482" y="72492"/>
                </a:lnTo>
                <a:cubicBezTo>
                  <a:pt x="34937" y="73175"/>
                  <a:pt x="35165" y="73592"/>
                  <a:pt x="35165" y="73744"/>
                </a:cubicBezTo>
                <a:cubicBezTo>
                  <a:pt x="35165" y="74958"/>
                  <a:pt x="34899" y="76096"/>
                  <a:pt x="34368" y="77158"/>
                </a:cubicBezTo>
                <a:cubicBezTo>
                  <a:pt x="33989" y="77537"/>
                  <a:pt x="33382" y="77727"/>
                  <a:pt x="32547" y="77727"/>
                </a:cubicBezTo>
                <a:cubicBezTo>
                  <a:pt x="32320" y="77727"/>
                  <a:pt x="30916" y="77689"/>
                  <a:pt x="28337" y="77613"/>
                </a:cubicBezTo>
                <a:cubicBezTo>
                  <a:pt x="25757" y="77537"/>
                  <a:pt x="21964" y="77499"/>
                  <a:pt x="16957" y="77499"/>
                </a:cubicBezTo>
                <a:cubicBezTo>
                  <a:pt x="12253" y="77499"/>
                  <a:pt x="8649" y="77499"/>
                  <a:pt x="6145" y="77499"/>
                </a:cubicBezTo>
                <a:cubicBezTo>
                  <a:pt x="3642" y="77499"/>
                  <a:pt x="2276" y="77537"/>
                  <a:pt x="2048" y="77613"/>
                </a:cubicBezTo>
                <a:cubicBezTo>
                  <a:pt x="683" y="77613"/>
                  <a:pt x="0" y="77234"/>
                  <a:pt x="0" y="76475"/>
                </a:cubicBezTo>
                <a:cubicBezTo>
                  <a:pt x="0" y="76323"/>
                  <a:pt x="114" y="75792"/>
                  <a:pt x="341" y="74882"/>
                </a:cubicBezTo>
                <a:cubicBezTo>
                  <a:pt x="645" y="73668"/>
                  <a:pt x="948" y="72985"/>
                  <a:pt x="1252" y="72833"/>
                </a:cubicBezTo>
                <a:cubicBezTo>
                  <a:pt x="1555" y="72682"/>
                  <a:pt x="2428" y="72568"/>
                  <a:pt x="3869" y="72492"/>
                </a:cubicBezTo>
                <a:cubicBezTo>
                  <a:pt x="5918" y="72492"/>
                  <a:pt x="8194" y="72378"/>
                  <a:pt x="10697" y="72151"/>
                </a:cubicBezTo>
                <a:cubicBezTo>
                  <a:pt x="11760" y="71923"/>
                  <a:pt x="12480" y="71468"/>
                  <a:pt x="12860" y="70785"/>
                </a:cubicBezTo>
                <a:cubicBezTo>
                  <a:pt x="13087" y="70482"/>
                  <a:pt x="15819" y="59936"/>
                  <a:pt x="21053" y="39148"/>
                </a:cubicBezTo>
                <a:cubicBezTo>
                  <a:pt x="26288" y="18360"/>
                  <a:pt x="28906" y="7397"/>
                  <a:pt x="28906" y="6259"/>
                </a:cubicBezTo>
                <a:close/>
                <a:moveTo>
                  <a:pt x="69647" y="14681"/>
                </a:moveTo>
                <a:cubicBezTo>
                  <a:pt x="69647" y="13694"/>
                  <a:pt x="69571" y="12898"/>
                  <a:pt x="69419" y="12291"/>
                </a:cubicBezTo>
                <a:cubicBezTo>
                  <a:pt x="69268" y="11684"/>
                  <a:pt x="68926" y="10849"/>
                  <a:pt x="68395" y="9787"/>
                </a:cubicBezTo>
                <a:cubicBezTo>
                  <a:pt x="67864" y="8725"/>
                  <a:pt x="66916" y="7890"/>
                  <a:pt x="65550" y="7283"/>
                </a:cubicBezTo>
                <a:cubicBezTo>
                  <a:pt x="64185" y="6676"/>
                  <a:pt x="62326" y="6069"/>
                  <a:pt x="59974" y="5463"/>
                </a:cubicBezTo>
                <a:cubicBezTo>
                  <a:pt x="59443" y="5387"/>
                  <a:pt x="56408" y="5311"/>
                  <a:pt x="50870" y="5235"/>
                </a:cubicBezTo>
                <a:cubicBezTo>
                  <a:pt x="49580" y="5235"/>
                  <a:pt x="48252" y="5235"/>
                  <a:pt x="46887" y="5235"/>
                </a:cubicBezTo>
                <a:cubicBezTo>
                  <a:pt x="45521" y="5235"/>
                  <a:pt x="44421" y="5273"/>
                  <a:pt x="43586" y="5349"/>
                </a:cubicBezTo>
                <a:cubicBezTo>
                  <a:pt x="42752" y="5425"/>
                  <a:pt x="42297" y="5425"/>
                  <a:pt x="42221" y="5349"/>
                </a:cubicBezTo>
                <a:cubicBezTo>
                  <a:pt x="41234" y="5425"/>
                  <a:pt x="40552" y="5766"/>
                  <a:pt x="40172" y="6373"/>
                </a:cubicBezTo>
                <a:cubicBezTo>
                  <a:pt x="40020" y="6828"/>
                  <a:pt x="39300" y="9749"/>
                  <a:pt x="38010" y="15136"/>
                </a:cubicBezTo>
                <a:cubicBezTo>
                  <a:pt x="36720" y="20522"/>
                  <a:pt x="35393" y="25757"/>
                  <a:pt x="34027" y="30840"/>
                </a:cubicBezTo>
                <a:cubicBezTo>
                  <a:pt x="32661" y="35924"/>
                  <a:pt x="31978" y="38503"/>
                  <a:pt x="31978" y="38579"/>
                </a:cubicBezTo>
                <a:cubicBezTo>
                  <a:pt x="31978" y="38731"/>
                  <a:pt x="35051" y="38807"/>
                  <a:pt x="41196" y="38807"/>
                </a:cubicBezTo>
                <a:lnTo>
                  <a:pt x="42562" y="38807"/>
                </a:lnTo>
                <a:lnTo>
                  <a:pt x="45180" y="38807"/>
                </a:lnTo>
                <a:cubicBezTo>
                  <a:pt x="53677" y="38807"/>
                  <a:pt x="59746" y="36910"/>
                  <a:pt x="63388" y="33116"/>
                </a:cubicBezTo>
                <a:cubicBezTo>
                  <a:pt x="65436" y="31068"/>
                  <a:pt x="66992" y="28071"/>
                  <a:pt x="68054" y="24126"/>
                </a:cubicBezTo>
                <a:cubicBezTo>
                  <a:pt x="69116" y="20181"/>
                  <a:pt x="69647" y="17032"/>
                  <a:pt x="69647" y="1468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2E458-3304-4211-B8D1-C2ADDF0B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463" y="1210977"/>
            <a:ext cx="115623" cy="77841"/>
          </a:xfrm>
          <a:custGeom xmlns:a="http://schemas.openxmlformats.org/drawingml/2006/main">
            <a:pathLst>
              <a:path w="115623" h="77841">
                <a:moveTo>
                  <a:pt x="28906" y="6259"/>
                </a:moveTo>
                <a:cubicBezTo>
                  <a:pt x="28906" y="5804"/>
                  <a:pt x="26744" y="5500"/>
                  <a:pt x="22419" y="5349"/>
                </a:cubicBezTo>
                <a:cubicBezTo>
                  <a:pt x="20598" y="5349"/>
                  <a:pt x="19422" y="5311"/>
                  <a:pt x="18891" y="5235"/>
                </a:cubicBezTo>
                <a:cubicBezTo>
                  <a:pt x="18360" y="5159"/>
                  <a:pt x="18095" y="4780"/>
                  <a:pt x="18095" y="4097"/>
                </a:cubicBezTo>
                <a:cubicBezTo>
                  <a:pt x="18095" y="4021"/>
                  <a:pt x="18170" y="3604"/>
                  <a:pt x="18322" y="2845"/>
                </a:cubicBezTo>
                <a:cubicBezTo>
                  <a:pt x="18398" y="2617"/>
                  <a:pt x="18474" y="2352"/>
                  <a:pt x="18550" y="2048"/>
                </a:cubicBezTo>
                <a:cubicBezTo>
                  <a:pt x="18626" y="1745"/>
                  <a:pt x="18664" y="1555"/>
                  <a:pt x="18664" y="1479"/>
                </a:cubicBezTo>
                <a:cubicBezTo>
                  <a:pt x="18664" y="1404"/>
                  <a:pt x="18739" y="1214"/>
                  <a:pt x="18891" y="910"/>
                </a:cubicBezTo>
                <a:cubicBezTo>
                  <a:pt x="19043" y="607"/>
                  <a:pt x="19119" y="493"/>
                  <a:pt x="19119" y="569"/>
                </a:cubicBezTo>
                <a:cubicBezTo>
                  <a:pt x="19119" y="645"/>
                  <a:pt x="19271" y="569"/>
                  <a:pt x="19574" y="341"/>
                </a:cubicBezTo>
                <a:cubicBezTo>
                  <a:pt x="19877" y="114"/>
                  <a:pt x="20067" y="38"/>
                  <a:pt x="20143" y="114"/>
                </a:cubicBezTo>
                <a:cubicBezTo>
                  <a:pt x="20219" y="190"/>
                  <a:pt x="20522" y="190"/>
                  <a:pt x="21053" y="114"/>
                </a:cubicBezTo>
                <a:cubicBezTo>
                  <a:pt x="21585" y="38"/>
                  <a:pt x="22040" y="0"/>
                  <a:pt x="22419" y="0"/>
                </a:cubicBezTo>
                <a:cubicBezTo>
                  <a:pt x="22874" y="0"/>
                  <a:pt x="24012" y="0"/>
                  <a:pt x="25833" y="0"/>
                </a:cubicBezTo>
                <a:cubicBezTo>
                  <a:pt x="27654" y="0"/>
                  <a:pt x="29361" y="38"/>
                  <a:pt x="30954" y="114"/>
                </a:cubicBezTo>
                <a:cubicBezTo>
                  <a:pt x="36948" y="114"/>
                  <a:pt x="40400" y="114"/>
                  <a:pt x="41310" y="114"/>
                </a:cubicBezTo>
                <a:cubicBezTo>
                  <a:pt x="42221" y="114"/>
                  <a:pt x="42828" y="303"/>
                  <a:pt x="43131" y="683"/>
                </a:cubicBezTo>
                <a:cubicBezTo>
                  <a:pt x="43207" y="986"/>
                  <a:pt x="44611" y="11684"/>
                  <a:pt x="47342" y="32775"/>
                </a:cubicBezTo>
                <a:lnTo>
                  <a:pt x="51439" y="64526"/>
                </a:lnTo>
                <a:lnTo>
                  <a:pt x="54056" y="60315"/>
                </a:lnTo>
                <a:cubicBezTo>
                  <a:pt x="55877" y="57584"/>
                  <a:pt x="58305" y="53791"/>
                  <a:pt x="61339" y="48935"/>
                </a:cubicBezTo>
                <a:cubicBezTo>
                  <a:pt x="64374" y="44079"/>
                  <a:pt x="67712" y="38769"/>
                  <a:pt x="71354" y="33003"/>
                </a:cubicBezTo>
                <a:cubicBezTo>
                  <a:pt x="84631" y="11835"/>
                  <a:pt x="91345" y="1176"/>
                  <a:pt x="91497" y="1024"/>
                </a:cubicBezTo>
                <a:cubicBezTo>
                  <a:pt x="91573" y="948"/>
                  <a:pt x="91687" y="835"/>
                  <a:pt x="91838" y="683"/>
                </a:cubicBezTo>
                <a:cubicBezTo>
                  <a:pt x="91990" y="531"/>
                  <a:pt x="92142" y="417"/>
                  <a:pt x="92294" y="341"/>
                </a:cubicBezTo>
                <a:lnTo>
                  <a:pt x="92977" y="114"/>
                </a:lnTo>
                <a:lnTo>
                  <a:pt x="103902" y="114"/>
                </a:lnTo>
                <a:cubicBezTo>
                  <a:pt x="105191" y="114"/>
                  <a:pt x="106709" y="114"/>
                  <a:pt x="108454" y="114"/>
                </a:cubicBezTo>
                <a:cubicBezTo>
                  <a:pt x="110199" y="114"/>
                  <a:pt x="111299" y="76"/>
                  <a:pt x="111754" y="0"/>
                </a:cubicBezTo>
                <a:cubicBezTo>
                  <a:pt x="114333" y="0"/>
                  <a:pt x="115623" y="417"/>
                  <a:pt x="115623" y="1252"/>
                </a:cubicBezTo>
                <a:cubicBezTo>
                  <a:pt x="115623" y="1631"/>
                  <a:pt x="115509" y="2276"/>
                  <a:pt x="115282" y="3186"/>
                </a:cubicBezTo>
                <a:cubicBezTo>
                  <a:pt x="115054" y="4097"/>
                  <a:pt x="114940" y="4590"/>
                  <a:pt x="114940" y="4666"/>
                </a:cubicBezTo>
                <a:cubicBezTo>
                  <a:pt x="114637" y="5121"/>
                  <a:pt x="113233" y="5349"/>
                  <a:pt x="110730" y="5349"/>
                </a:cubicBezTo>
                <a:cubicBezTo>
                  <a:pt x="107695" y="5425"/>
                  <a:pt x="105760" y="5538"/>
                  <a:pt x="104926" y="5690"/>
                </a:cubicBezTo>
                <a:cubicBezTo>
                  <a:pt x="104091" y="5842"/>
                  <a:pt x="103408" y="6259"/>
                  <a:pt x="102877" y="6942"/>
                </a:cubicBezTo>
                <a:cubicBezTo>
                  <a:pt x="102650" y="7321"/>
                  <a:pt x="99918" y="18057"/>
                  <a:pt x="94684" y="39148"/>
                </a:cubicBezTo>
                <a:cubicBezTo>
                  <a:pt x="89449" y="60239"/>
                  <a:pt x="86793" y="70899"/>
                  <a:pt x="86717" y="71126"/>
                </a:cubicBezTo>
                <a:cubicBezTo>
                  <a:pt x="86717" y="71430"/>
                  <a:pt x="86755" y="71620"/>
                  <a:pt x="86831" y="71695"/>
                </a:cubicBezTo>
                <a:cubicBezTo>
                  <a:pt x="86907" y="71771"/>
                  <a:pt x="87173" y="71923"/>
                  <a:pt x="87628" y="72151"/>
                </a:cubicBezTo>
                <a:cubicBezTo>
                  <a:pt x="88083" y="72378"/>
                  <a:pt x="88728" y="72454"/>
                  <a:pt x="89562" y="72378"/>
                </a:cubicBezTo>
                <a:cubicBezTo>
                  <a:pt x="90397" y="72302"/>
                  <a:pt x="91649" y="72378"/>
                  <a:pt x="93318" y="72606"/>
                </a:cubicBezTo>
                <a:lnTo>
                  <a:pt x="96846" y="72606"/>
                </a:lnTo>
                <a:cubicBezTo>
                  <a:pt x="97301" y="73289"/>
                  <a:pt x="97529" y="73706"/>
                  <a:pt x="97529" y="73858"/>
                </a:cubicBezTo>
                <a:cubicBezTo>
                  <a:pt x="97529" y="75072"/>
                  <a:pt x="97263" y="76210"/>
                  <a:pt x="96732" y="77272"/>
                </a:cubicBezTo>
                <a:cubicBezTo>
                  <a:pt x="96353" y="77651"/>
                  <a:pt x="95746" y="77841"/>
                  <a:pt x="94911" y="77841"/>
                </a:cubicBezTo>
                <a:cubicBezTo>
                  <a:pt x="94532" y="77841"/>
                  <a:pt x="92977" y="77803"/>
                  <a:pt x="90245" y="77727"/>
                </a:cubicBezTo>
                <a:cubicBezTo>
                  <a:pt x="87514" y="77651"/>
                  <a:pt x="84024" y="77613"/>
                  <a:pt x="79775" y="77613"/>
                </a:cubicBezTo>
                <a:cubicBezTo>
                  <a:pt x="75147" y="77613"/>
                  <a:pt x="71658" y="77613"/>
                  <a:pt x="69306" y="77613"/>
                </a:cubicBezTo>
                <a:cubicBezTo>
                  <a:pt x="66954" y="77613"/>
                  <a:pt x="65626" y="77651"/>
                  <a:pt x="65323" y="77727"/>
                </a:cubicBezTo>
                <a:cubicBezTo>
                  <a:pt x="64033" y="77727"/>
                  <a:pt x="63388" y="77348"/>
                  <a:pt x="63388" y="76589"/>
                </a:cubicBezTo>
                <a:cubicBezTo>
                  <a:pt x="63388" y="76437"/>
                  <a:pt x="63464" y="75906"/>
                  <a:pt x="63616" y="74996"/>
                </a:cubicBezTo>
                <a:cubicBezTo>
                  <a:pt x="63919" y="73782"/>
                  <a:pt x="64222" y="73099"/>
                  <a:pt x="64526" y="72947"/>
                </a:cubicBezTo>
                <a:cubicBezTo>
                  <a:pt x="64829" y="72796"/>
                  <a:pt x="65702" y="72682"/>
                  <a:pt x="67143" y="72606"/>
                </a:cubicBezTo>
                <a:cubicBezTo>
                  <a:pt x="69192" y="72606"/>
                  <a:pt x="71468" y="72492"/>
                  <a:pt x="73972" y="72264"/>
                </a:cubicBezTo>
                <a:cubicBezTo>
                  <a:pt x="75034" y="72037"/>
                  <a:pt x="75754" y="71582"/>
                  <a:pt x="76134" y="70899"/>
                </a:cubicBezTo>
                <a:cubicBezTo>
                  <a:pt x="76285" y="70595"/>
                  <a:pt x="77727" y="65057"/>
                  <a:pt x="80458" y="54284"/>
                </a:cubicBezTo>
                <a:cubicBezTo>
                  <a:pt x="83190" y="43510"/>
                  <a:pt x="85883" y="32775"/>
                  <a:pt x="88538" y="22078"/>
                </a:cubicBezTo>
                <a:cubicBezTo>
                  <a:pt x="91194" y="11380"/>
                  <a:pt x="92521" y="6032"/>
                  <a:pt x="92521" y="6032"/>
                </a:cubicBezTo>
                <a:lnTo>
                  <a:pt x="70444" y="41196"/>
                </a:lnTo>
                <a:cubicBezTo>
                  <a:pt x="55573" y="64867"/>
                  <a:pt x="47949" y="76892"/>
                  <a:pt x="47569" y="77272"/>
                </a:cubicBezTo>
                <a:cubicBezTo>
                  <a:pt x="47418" y="77348"/>
                  <a:pt x="47266" y="77424"/>
                  <a:pt x="47114" y="77499"/>
                </a:cubicBezTo>
                <a:cubicBezTo>
                  <a:pt x="46735" y="77727"/>
                  <a:pt x="46128" y="77841"/>
                  <a:pt x="45293" y="77841"/>
                </a:cubicBezTo>
                <a:cubicBezTo>
                  <a:pt x="44155" y="77841"/>
                  <a:pt x="43472" y="77575"/>
                  <a:pt x="43245" y="77044"/>
                </a:cubicBezTo>
                <a:cubicBezTo>
                  <a:pt x="43093" y="76741"/>
                  <a:pt x="41538" y="64981"/>
                  <a:pt x="38579" y="41765"/>
                </a:cubicBezTo>
                <a:lnTo>
                  <a:pt x="34141" y="6828"/>
                </a:lnTo>
                <a:lnTo>
                  <a:pt x="26402" y="37555"/>
                </a:lnTo>
                <a:cubicBezTo>
                  <a:pt x="21319" y="57736"/>
                  <a:pt x="18777" y="68168"/>
                  <a:pt x="18777" y="68850"/>
                </a:cubicBezTo>
                <a:cubicBezTo>
                  <a:pt x="19233" y="71354"/>
                  <a:pt x="21964" y="72606"/>
                  <a:pt x="26971" y="72606"/>
                </a:cubicBezTo>
                <a:lnTo>
                  <a:pt x="28109" y="72606"/>
                </a:lnTo>
                <a:cubicBezTo>
                  <a:pt x="28564" y="72985"/>
                  <a:pt x="28830" y="73327"/>
                  <a:pt x="28906" y="73630"/>
                </a:cubicBezTo>
                <a:cubicBezTo>
                  <a:pt x="28982" y="73934"/>
                  <a:pt x="28868" y="74616"/>
                  <a:pt x="28564" y="75679"/>
                </a:cubicBezTo>
                <a:cubicBezTo>
                  <a:pt x="28261" y="76892"/>
                  <a:pt x="27957" y="77575"/>
                  <a:pt x="27654" y="77727"/>
                </a:cubicBezTo>
                <a:cubicBezTo>
                  <a:pt x="27350" y="77803"/>
                  <a:pt x="26933" y="77841"/>
                  <a:pt x="26402" y="77841"/>
                </a:cubicBezTo>
                <a:cubicBezTo>
                  <a:pt x="26250" y="77841"/>
                  <a:pt x="25795" y="77841"/>
                  <a:pt x="25037" y="77841"/>
                </a:cubicBezTo>
                <a:cubicBezTo>
                  <a:pt x="24278" y="77841"/>
                  <a:pt x="22988" y="77803"/>
                  <a:pt x="21167" y="77727"/>
                </a:cubicBezTo>
                <a:cubicBezTo>
                  <a:pt x="19346" y="77651"/>
                  <a:pt x="16919" y="77613"/>
                  <a:pt x="13884" y="77613"/>
                </a:cubicBezTo>
                <a:cubicBezTo>
                  <a:pt x="11608" y="77613"/>
                  <a:pt x="9256" y="77651"/>
                  <a:pt x="6828" y="77727"/>
                </a:cubicBezTo>
                <a:cubicBezTo>
                  <a:pt x="4400" y="77803"/>
                  <a:pt x="2997" y="77841"/>
                  <a:pt x="2617" y="77841"/>
                </a:cubicBezTo>
                <a:cubicBezTo>
                  <a:pt x="1479" y="77841"/>
                  <a:pt x="759" y="77765"/>
                  <a:pt x="455" y="77613"/>
                </a:cubicBezTo>
                <a:cubicBezTo>
                  <a:pt x="152" y="77461"/>
                  <a:pt x="0" y="77120"/>
                  <a:pt x="0" y="76589"/>
                </a:cubicBezTo>
                <a:cubicBezTo>
                  <a:pt x="0" y="76437"/>
                  <a:pt x="114" y="75906"/>
                  <a:pt x="341" y="74996"/>
                </a:cubicBezTo>
                <a:cubicBezTo>
                  <a:pt x="569" y="74085"/>
                  <a:pt x="759" y="73516"/>
                  <a:pt x="910" y="73289"/>
                </a:cubicBezTo>
                <a:cubicBezTo>
                  <a:pt x="1062" y="72833"/>
                  <a:pt x="1897" y="72606"/>
                  <a:pt x="3414" y="72606"/>
                </a:cubicBezTo>
                <a:cubicBezTo>
                  <a:pt x="8725" y="72606"/>
                  <a:pt x="12101" y="71089"/>
                  <a:pt x="13542" y="68054"/>
                </a:cubicBezTo>
                <a:cubicBezTo>
                  <a:pt x="13846" y="67599"/>
                  <a:pt x="16463" y="57432"/>
                  <a:pt x="21395" y="37555"/>
                </a:cubicBezTo>
                <a:cubicBezTo>
                  <a:pt x="26326" y="17677"/>
                  <a:pt x="28830" y="7245"/>
                  <a:pt x="28906" y="625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A0900-63B1-4134-83DF-B2770269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463" y="1210977"/>
            <a:ext cx="115623" cy="77841"/>
          </a:xfrm>
          <a:custGeom xmlns:a="http://schemas.openxmlformats.org/drawingml/2006/main">
            <a:pathLst>
              <a:path w="115623" h="77841" fill="none">
                <a:moveTo>
                  <a:pt x="28906" y="6259"/>
                </a:moveTo>
                <a:cubicBezTo>
                  <a:pt x="28906" y="5804"/>
                  <a:pt x="26744" y="5500"/>
                  <a:pt x="22419" y="5349"/>
                </a:cubicBezTo>
                <a:cubicBezTo>
                  <a:pt x="20598" y="5349"/>
                  <a:pt x="19422" y="5311"/>
                  <a:pt x="18891" y="5235"/>
                </a:cubicBezTo>
                <a:cubicBezTo>
                  <a:pt x="18360" y="5159"/>
                  <a:pt x="18095" y="4780"/>
                  <a:pt x="18095" y="4097"/>
                </a:cubicBezTo>
                <a:cubicBezTo>
                  <a:pt x="18095" y="4021"/>
                  <a:pt x="18170" y="3604"/>
                  <a:pt x="18322" y="2845"/>
                </a:cubicBezTo>
                <a:cubicBezTo>
                  <a:pt x="18398" y="2617"/>
                  <a:pt x="18474" y="2352"/>
                  <a:pt x="18550" y="2048"/>
                </a:cubicBezTo>
                <a:cubicBezTo>
                  <a:pt x="18626" y="1745"/>
                  <a:pt x="18664" y="1555"/>
                  <a:pt x="18664" y="1479"/>
                </a:cubicBezTo>
                <a:cubicBezTo>
                  <a:pt x="18664" y="1404"/>
                  <a:pt x="18739" y="1214"/>
                  <a:pt x="18891" y="910"/>
                </a:cubicBezTo>
                <a:cubicBezTo>
                  <a:pt x="19043" y="607"/>
                  <a:pt x="19119" y="493"/>
                  <a:pt x="19119" y="569"/>
                </a:cubicBezTo>
                <a:cubicBezTo>
                  <a:pt x="19119" y="645"/>
                  <a:pt x="19271" y="569"/>
                  <a:pt x="19574" y="341"/>
                </a:cubicBezTo>
                <a:cubicBezTo>
                  <a:pt x="19877" y="114"/>
                  <a:pt x="20067" y="38"/>
                  <a:pt x="20143" y="114"/>
                </a:cubicBezTo>
                <a:cubicBezTo>
                  <a:pt x="20219" y="190"/>
                  <a:pt x="20522" y="190"/>
                  <a:pt x="21053" y="114"/>
                </a:cubicBezTo>
                <a:cubicBezTo>
                  <a:pt x="21585" y="38"/>
                  <a:pt x="22040" y="0"/>
                  <a:pt x="22419" y="0"/>
                </a:cubicBezTo>
                <a:cubicBezTo>
                  <a:pt x="22874" y="0"/>
                  <a:pt x="24012" y="0"/>
                  <a:pt x="25833" y="0"/>
                </a:cubicBezTo>
                <a:cubicBezTo>
                  <a:pt x="27654" y="0"/>
                  <a:pt x="29361" y="38"/>
                  <a:pt x="30954" y="114"/>
                </a:cubicBezTo>
                <a:cubicBezTo>
                  <a:pt x="36948" y="114"/>
                  <a:pt x="40400" y="114"/>
                  <a:pt x="41310" y="114"/>
                </a:cubicBezTo>
                <a:cubicBezTo>
                  <a:pt x="42221" y="114"/>
                  <a:pt x="42828" y="303"/>
                  <a:pt x="43131" y="683"/>
                </a:cubicBezTo>
                <a:cubicBezTo>
                  <a:pt x="43207" y="986"/>
                  <a:pt x="44611" y="11684"/>
                  <a:pt x="47342" y="32775"/>
                </a:cubicBezTo>
                <a:lnTo>
                  <a:pt x="51439" y="64526"/>
                </a:lnTo>
                <a:lnTo>
                  <a:pt x="54056" y="60315"/>
                </a:lnTo>
                <a:cubicBezTo>
                  <a:pt x="55877" y="57584"/>
                  <a:pt x="58305" y="53791"/>
                  <a:pt x="61339" y="48935"/>
                </a:cubicBezTo>
                <a:cubicBezTo>
                  <a:pt x="64374" y="44079"/>
                  <a:pt x="67712" y="38769"/>
                  <a:pt x="71354" y="33003"/>
                </a:cubicBezTo>
                <a:cubicBezTo>
                  <a:pt x="84631" y="11835"/>
                  <a:pt x="91345" y="1176"/>
                  <a:pt x="91497" y="1024"/>
                </a:cubicBezTo>
                <a:cubicBezTo>
                  <a:pt x="91573" y="948"/>
                  <a:pt x="91687" y="835"/>
                  <a:pt x="91838" y="683"/>
                </a:cubicBezTo>
                <a:cubicBezTo>
                  <a:pt x="91990" y="531"/>
                  <a:pt x="92142" y="417"/>
                  <a:pt x="92294" y="341"/>
                </a:cubicBezTo>
                <a:lnTo>
                  <a:pt x="92977" y="114"/>
                </a:lnTo>
                <a:lnTo>
                  <a:pt x="103902" y="114"/>
                </a:lnTo>
                <a:cubicBezTo>
                  <a:pt x="105191" y="114"/>
                  <a:pt x="106709" y="114"/>
                  <a:pt x="108454" y="114"/>
                </a:cubicBezTo>
                <a:cubicBezTo>
                  <a:pt x="110199" y="114"/>
                  <a:pt x="111299" y="76"/>
                  <a:pt x="111754" y="0"/>
                </a:cubicBezTo>
                <a:cubicBezTo>
                  <a:pt x="114333" y="0"/>
                  <a:pt x="115623" y="417"/>
                  <a:pt x="115623" y="1252"/>
                </a:cubicBezTo>
                <a:cubicBezTo>
                  <a:pt x="115623" y="1631"/>
                  <a:pt x="115509" y="2276"/>
                  <a:pt x="115282" y="3186"/>
                </a:cubicBezTo>
                <a:cubicBezTo>
                  <a:pt x="115054" y="4097"/>
                  <a:pt x="114940" y="4590"/>
                  <a:pt x="114940" y="4666"/>
                </a:cubicBezTo>
                <a:cubicBezTo>
                  <a:pt x="114637" y="5121"/>
                  <a:pt x="113233" y="5349"/>
                  <a:pt x="110730" y="5349"/>
                </a:cubicBezTo>
                <a:cubicBezTo>
                  <a:pt x="107695" y="5425"/>
                  <a:pt x="105760" y="5538"/>
                  <a:pt x="104926" y="5690"/>
                </a:cubicBezTo>
                <a:cubicBezTo>
                  <a:pt x="104091" y="5842"/>
                  <a:pt x="103408" y="6259"/>
                  <a:pt x="102877" y="6942"/>
                </a:cubicBezTo>
                <a:cubicBezTo>
                  <a:pt x="102650" y="7321"/>
                  <a:pt x="99918" y="18057"/>
                  <a:pt x="94684" y="39148"/>
                </a:cubicBezTo>
                <a:cubicBezTo>
                  <a:pt x="89449" y="60239"/>
                  <a:pt x="86793" y="70899"/>
                  <a:pt x="86717" y="71126"/>
                </a:cubicBezTo>
                <a:cubicBezTo>
                  <a:pt x="86717" y="71430"/>
                  <a:pt x="86755" y="71620"/>
                  <a:pt x="86831" y="71695"/>
                </a:cubicBezTo>
                <a:cubicBezTo>
                  <a:pt x="86907" y="71771"/>
                  <a:pt x="87173" y="71923"/>
                  <a:pt x="87628" y="72151"/>
                </a:cubicBezTo>
                <a:cubicBezTo>
                  <a:pt x="88083" y="72378"/>
                  <a:pt x="88728" y="72454"/>
                  <a:pt x="89562" y="72378"/>
                </a:cubicBezTo>
                <a:cubicBezTo>
                  <a:pt x="90397" y="72302"/>
                  <a:pt x="91649" y="72378"/>
                  <a:pt x="93318" y="72606"/>
                </a:cubicBezTo>
                <a:lnTo>
                  <a:pt x="96846" y="72606"/>
                </a:lnTo>
                <a:cubicBezTo>
                  <a:pt x="97301" y="73289"/>
                  <a:pt x="97529" y="73706"/>
                  <a:pt x="97529" y="73858"/>
                </a:cubicBezTo>
                <a:cubicBezTo>
                  <a:pt x="97529" y="75072"/>
                  <a:pt x="97263" y="76210"/>
                  <a:pt x="96732" y="77272"/>
                </a:cubicBezTo>
                <a:cubicBezTo>
                  <a:pt x="96353" y="77651"/>
                  <a:pt x="95746" y="77841"/>
                  <a:pt x="94911" y="77841"/>
                </a:cubicBezTo>
                <a:cubicBezTo>
                  <a:pt x="94532" y="77841"/>
                  <a:pt x="92977" y="77803"/>
                  <a:pt x="90245" y="77727"/>
                </a:cubicBezTo>
                <a:cubicBezTo>
                  <a:pt x="87514" y="77651"/>
                  <a:pt x="84024" y="77613"/>
                  <a:pt x="79775" y="77613"/>
                </a:cubicBezTo>
                <a:cubicBezTo>
                  <a:pt x="75147" y="77613"/>
                  <a:pt x="71658" y="77613"/>
                  <a:pt x="69306" y="77613"/>
                </a:cubicBezTo>
                <a:cubicBezTo>
                  <a:pt x="66954" y="77613"/>
                  <a:pt x="65626" y="77651"/>
                  <a:pt x="65323" y="77727"/>
                </a:cubicBezTo>
                <a:cubicBezTo>
                  <a:pt x="64033" y="77727"/>
                  <a:pt x="63388" y="77348"/>
                  <a:pt x="63388" y="76589"/>
                </a:cubicBezTo>
                <a:cubicBezTo>
                  <a:pt x="63388" y="76437"/>
                  <a:pt x="63464" y="75906"/>
                  <a:pt x="63616" y="74996"/>
                </a:cubicBezTo>
                <a:cubicBezTo>
                  <a:pt x="63919" y="73782"/>
                  <a:pt x="64222" y="73099"/>
                  <a:pt x="64526" y="72947"/>
                </a:cubicBezTo>
                <a:cubicBezTo>
                  <a:pt x="64829" y="72796"/>
                  <a:pt x="65702" y="72682"/>
                  <a:pt x="67143" y="72606"/>
                </a:cubicBezTo>
                <a:cubicBezTo>
                  <a:pt x="69192" y="72606"/>
                  <a:pt x="71468" y="72492"/>
                  <a:pt x="73972" y="72264"/>
                </a:cubicBezTo>
                <a:cubicBezTo>
                  <a:pt x="75034" y="72037"/>
                  <a:pt x="75754" y="71582"/>
                  <a:pt x="76134" y="70899"/>
                </a:cubicBezTo>
                <a:cubicBezTo>
                  <a:pt x="76285" y="70595"/>
                  <a:pt x="77727" y="65057"/>
                  <a:pt x="80458" y="54284"/>
                </a:cubicBezTo>
                <a:cubicBezTo>
                  <a:pt x="83190" y="43510"/>
                  <a:pt x="85883" y="32775"/>
                  <a:pt x="88538" y="22078"/>
                </a:cubicBezTo>
                <a:cubicBezTo>
                  <a:pt x="91194" y="11380"/>
                  <a:pt x="92521" y="6032"/>
                  <a:pt x="92521" y="6032"/>
                </a:cubicBezTo>
                <a:lnTo>
                  <a:pt x="70444" y="41196"/>
                </a:lnTo>
                <a:cubicBezTo>
                  <a:pt x="55573" y="64867"/>
                  <a:pt x="47949" y="76892"/>
                  <a:pt x="47569" y="77272"/>
                </a:cubicBezTo>
                <a:cubicBezTo>
                  <a:pt x="47418" y="77348"/>
                  <a:pt x="47266" y="77424"/>
                  <a:pt x="47114" y="77499"/>
                </a:cubicBezTo>
                <a:cubicBezTo>
                  <a:pt x="46735" y="77727"/>
                  <a:pt x="46128" y="77841"/>
                  <a:pt x="45293" y="77841"/>
                </a:cubicBezTo>
                <a:cubicBezTo>
                  <a:pt x="44155" y="77841"/>
                  <a:pt x="43472" y="77575"/>
                  <a:pt x="43245" y="77044"/>
                </a:cubicBezTo>
                <a:cubicBezTo>
                  <a:pt x="43093" y="76741"/>
                  <a:pt x="41538" y="64981"/>
                  <a:pt x="38579" y="41765"/>
                </a:cubicBezTo>
                <a:lnTo>
                  <a:pt x="34141" y="6828"/>
                </a:lnTo>
                <a:lnTo>
                  <a:pt x="26402" y="37555"/>
                </a:lnTo>
                <a:cubicBezTo>
                  <a:pt x="21319" y="57736"/>
                  <a:pt x="18777" y="68168"/>
                  <a:pt x="18777" y="68850"/>
                </a:cubicBezTo>
                <a:cubicBezTo>
                  <a:pt x="19233" y="71354"/>
                  <a:pt x="21964" y="72606"/>
                  <a:pt x="26971" y="72606"/>
                </a:cubicBezTo>
                <a:lnTo>
                  <a:pt x="28109" y="72606"/>
                </a:lnTo>
                <a:cubicBezTo>
                  <a:pt x="28564" y="72985"/>
                  <a:pt x="28830" y="73327"/>
                  <a:pt x="28906" y="73630"/>
                </a:cubicBezTo>
                <a:cubicBezTo>
                  <a:pt x="28982" y="73934"/>
                  <a:pt x="28868" y="74616"/>
                  <a:pt x="28564" y="75679"/>
                </a:cubicBezTo>
                <a:cubicBezTo>
                  <a:pt x="28261" y="76892"/>
                  <a:pt x="27957" y="77575"/>
                  <a:pt x="27654" y="77727"/>
                </a:cubicBezTo>
                <a:cubicBezTo>
                  <a:pt x="27350" y="77803"/>
                  <a:pt x="26933" y="77841"/>
                  <a:pt x="26402" y="77841"/>
                </a:cubicBezTo>
                <a:cubicBezTo>
                  <a:pt x="26250" y="77841"/>
                  <a:pt x="25795" y="77841"/>
                  <a:pt x="25037" y="77841"/>
                </a:cubicBezTo>
                <a:cubicBezTo>
                  <a:pt x="24278" y="77841"/>
                  <a:pt x="22988" y="77803"/>
                  <a:pt x="21167" y="77727"/>
                </a:cubicBezTo>
                <a:cubicBezTo>
                  <a:pt x="19346" y="77651"/>
                  <a:pt x="16919" y="77613"/>
                  <a:pt x="13884" y="77613"/>
                </a:cubicBezTo>
                <a:cubicBezTo>
                  <a:pt x="11608" y="77613"/>
                  <a:pt x="9256" y="77651"/>
                  <a:pt x="6828" y="77727"/>
                </a:cubicBezTo>
                <a:cubicBezTo>
                  <a:pt x="4400" y="77803"/>
                  <a:pt x="2997" y="77841"/>
                  <a:pt x="2617" y="77841"/>
                </a:cubicBezTo>
                <a:cubicBezTo>
                  <a:pt x="1479" y="77841"/>
                  <a:pt x="759" y="77765"/>
                  <a:pt x="455" y="77613"/>
                </a:cubicBezTo>
                <a:cubicBezTo>
                  <a:pt x="152" y="77461"/>
                  <a:pt x="0" y="77120"/>
                  <a:pt x="0" y="76589"/>
                </a:cubicBezTo>
                <a:cubicBezTo>
                  <a:pt x="0" y="76437"/>
                  <a:pt x="114" y="75906"/>
                  <a:pt x="341" y="74996"/>
                </a:cubicBezTo>
                <a:cubicBezTo>
                  <a:pt x="569" y="74085"/>
                  <a:pt x="759" y="73516"/>
                  <a:pt x="910" y="73289"/>
                </a:cubicBezTo>
                <a:cubicBezTo>
                  <a:pt x="1062" y="72833"/>
                  <a:pt x="1897" y="72606"/>
                  <a:pt x="3414" y="72606"/>
                </a:cubicBezTo>
                <a:cubicBezTo>
                  <a:pt x="8725" y="72606"/>
                  <a:pt x="12101" y="71089"/>
                  <a:pt x="13542" y="68054"/>
                </a:cubicBezTo>
                <a:cubicBezTo>
                  <a:pt x="13846" y="67599"/>
                  <a:pt x="16463" y="57432"/>
                  <a:pt x="21395" y="37555"/>
                </a:cubicBezTo>
                <a:cubicBezTo>
                  <a:pt x="26326" y="17677"/>
                  <a:pt x="28830" y="7245"/>
                  <a:pt x="28906" y="62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D33BD-E4FC-40E5-A938-7147317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069" y="1211091"/>
            <a:ext cx="82051" cy="77727"/>
          </a:xfrm>
          <a:custGeom xmlns:a="http://schemas.openxmlformats.org/drawingml/2006/main">
            <a:pathLst>
              <a:path w="82051" h="77727">
                <a:moveTo>
                  <a:pt x="22305" y="5235"/>
                </a:moveTo>
                <a:cubicBezTo>
                  <a:pt x="20257" y="5235"/>
                  <a:pt x="19043" y="5197"/>
                  <a:pt x="18664" y="5121"/>
                </a:cubicBezTo>
                <a:cubicBezTo>
                  <a:pt x="18284" y="5045"/>
                  <a:pt x="18095" y="4628"/>
                  <a:pt x="18095" y="3869"/>
                </a:cubicBezTo>
                <a:cubicBezTo>
                  <a:pt x="18095" y="1821"/>
                  <a:pt x="18512" y="569"/>
                  <a:pt x="19346" y="114"/>
                </a:cubicBezTo>
                <a:cubicBezTo>
                  <a:pt x="19422" y="38"/>
                  <a:pt x="24354" y="0"/>
                  <a:pt x="34141" y="0"/>
                </a:cubicBezTo>
                <a:cubicBezTo>
                  <a:pt x="53791" y="0"/>
                  <a:pt x="64147" y="76"/>
                  <a:pt x="65209" y="228"/>
                </a:cubicBezTo>
                <a:cubicBezTo>
                  <a:pt x="69988" y="986"/>
                  <a:pt x="73972" y="2693"/>
                  <a:pt x="77158" y="5349"/>
                </a:cubicBezTo>
                <a:cubicBezTo>
                  <a:pt x="80344" y="8004"/>
                  <a:pt x="81976" y="11494"/>
                  <a:pt x="82051" y="15819"/>
                </a:cubicBezTo>
                <a:cubicBezTo>
                  <a:pt x="82051" y="20674"/>
                  <a:pt x="79851" y="25037"/>
                  <a:pt x="75451" y="28906"/>
                </a:cubicBezTo>
                <a:cubicBezTo>
                  <a:pt x="71051" y="32775"/>
                  <a:pt x="66005" y="35393"/>
                  <a:pt x="60315" y="36758"/>
                </a:cubicBezTo>
                <a:lnTo>
                  <a:pt x="59177" y="37100"/>
                </a:lnTo>
                <a:cubicBezTo>
                  <a:pt x="64033" y="37782"/>
                  <a:pt x="68016" y="39527"/>
                  <a:pt x="71126" y="42334"/>
                </a:cubicBezTo>
                <a:cubicBezTo>
                  <a:pt x="74237" y="45142"/>
                  <a:pt x="75830" y="48632"/>
                  <a:pt x="75906" y="52804"/>
                </a:cubicBezTo>
                <a:cubicBezTo>
                  <a:pt x="75906" y="58343"/>
                  <a:pt x="73175" y="63691"/>
                  <a:pt x="67712" y="68850"/>
                </a:cubicBezTo>
                <a:cubicBezTo>
                  <a:pt x="62250" y="74009"/>
                  <a:pt x="55536" y="76930"/>
                  <a:pt x="47569" y="77613"/>
                </a:cubicBezTo>
                <a:cubicBezTo>
                  <a:pt x="47038" y="77689"/>
                  <a:pt x="39034" y="77727"/>
                  <a:pt x="23557" y="77727"/>
                </a:cubicBezTo>
                <a:cubicBezTo>
                  <a:pt x="8383" y="77727"/>
                  <a:pt x="683" y="77651"/>
                  <a:pt x="455" y="77499"/>
                </a:cubicBezTo>
                <a:cubicBezTo>
                  <a:pt x="152" y="77272"/>
                  <a:pt x="0" y="76968"/>
                  <a:pt x="0" y="76589"/>
                </a:cubicBezTo>
                <a:cubicBezTo>
                  <a:pt x="0" y="76058"/>
                  <a:pt x="76" y="75527"/>
                  <a:pt x="228" y="74996"/>
                </a:cubicBezTo>
                <a:cubicBezTo>
                  <a:pt x="607" y="73554"/>
                  <a:pt x="986" y="72758"/>
                  <a:pt x="1366" y="72606"/>
                </a:cubicBezTo>
                <a:cubicBezTo>
                  <a:pt x="1669" y="72530"/>
                  <a:pt x="2238" y="72492"/>
                  <a:pt x="3073" y="72492"/>
                </a:cubicBezTo>
                <a:lnTo>
                  <a:pt x="3755" y="72492"/>
                </a:lnTo>
                <a:cubicBezTo>
                  <a:pt x="5804" y="72492"/>
                  <a:pt x="8080" y="72378"/>
                  <a:pt x="10584" y="72151"/>
                </a:cubicBezTo>
                <a:cubicBezTo>
                  <a:pt x="11646" y="71923"/>
                  <a:pt x="12367" y="71468"/>
                  <a:pt x="12746" y="70785"/>
                </a:cubicBezTo>
                <a:cubicBezTo>
                  <a:pt x="12973" y="70482"/>
                  <a:pt x="15705" y="59936"/>
                  <a:pt x="20940" y="39148"/>
                </a:cubicBezTo>
                <a:cubicBezTo>
                  <a:pt x="26175" y="18360"/>
                  <a:pt x="28792" y="7397"/>
                  <a:pt x="28792" y="6259"/>
                </a:cubicBezTo>
                <a:cubicBezTo>
                  <a:pt x="28792" y="5728"/>
                  <a:pt x="26630" y="5387"/>
                  <a:pt x="22305" y="5235"/>
                </a:cubicBezTo>
                <a:close/>
                <a:moveTo>
                  <a:pt x="69875" y="15819"/>
                </a:moveTo>
                <a:cubicBezTo>
                  <a:pt x="69875" y="13542"/>
                  <a:pt x="69306" y="11418"/>
                  <a:pt x="68168" y="9446"/>
                </a:cubicBezTo>
                <a:cubicBezTo>
                  <a:pt x="67030" y="7473"/>
                  <a:pt x="65171" y="6183"/>
                  <a:pt x="62591" y="5576"/>
                </a:cubicBezTo>
                <a:cubicBezTo>
                  <a:pt x="62060" y="5425"/>
                  <a:pt x="58570" y="5311"/>
                  <a:pt x="52121" y="5235"/>
                </a:cubicBezTo>
                <a:cubicBezTo>
                  <a:pt x="50604" y="5235"/>
                  <a:pt x="49011" y="5235"/>
                  <a:pt x="47342" y="5235"/>
                </a:cubicBezTo>
                <a:cubicBezTo>
                  <a:pt x="45673" y="5235"/>
                  <a:pt x="44345" y="5273"/>
                  <a:pt x="43359" y="5349"/>
                </a:cubicBezTo>
                <a:lnTo>
                  <a:pt x="41879" y="5349"/>
                </a:lnTo>
                <a:cubicBezTo>
                  <a:pt x="40741" y="5425"/>
                  <a:pt x="40020" y="5804"/>
                  <a:pt x="39717" y="6487"/>
                </a:cubicBezTo>
                <a:cubicBezTo>
                  <a:pt x="39565" y="6790"/>
                  <a:pt x="38351" y="11342"/>
                  <a:pt x="36075" y="20143"/>
                </a:cubicBezTo>
                <a:cubicBezTo>
                  <a:pt x="36075" y="20371"/>
                  <a:pt x="36037" y="20598"/>
                  <a:pt x="35962" y="20826"/>
                </a:cubicBezTo>
                <a:lnTo>
                  <a:pt x="32434" y="35165"/>
                </a:lnTo>
                <a:lnTo>
                  <a:pt x="41652" y="35165"/>
                </a:lnTo>
                <a:cubicBezTo>
                  <a:pt x="47797" y="35165"/>
                  <a:pt x="51325" y="35089"/>
                  <a:pt x="52235" y="34937"/>
                </a:cubicBezTo>
                <a:cubicBezTo>
                  <a:pt x="56787" y="34179"/>
                  <a:pt x="60846" y="31978"/>
                  <a:pt x="64412" y="28337"/>
                </a:cubicBezTo>
                <a:cubicBezTo>
                  <a:pt x="67978" y="24695"/>
                  <a:pt x="69799" y="20522"/>
                  <a:pt x="69875" y="15819"/>
                </a:cubicBezTo>
                <a:close/>
                <a:moveTo>
                  <a:pt x="63729" y="51666"/>
                </a:moveTo>
                <a:cubicBezTo>
                  <a:pt x="63729" y="48328"/>
                  <a:pt x="62857" y="45559"/>
                  <a:pt x="61112" y="43359"/>
                </a:cubicBezTo>
                <a:cubicBezTo>
                  <a:pt x="59367" y="41159"/>
                  <a:pt x="57091" y="39869"/>
                  <a:pt x="54284" y="39489"/>
                </a:cubicBezTo>
                <a:cubicBezTo>
                  <a:pt x="53829" y="39414"/>
                  <a:pt x="50680" y="39376"/>
                  <a:pt x="44838" y="39376"/>
                </a:cubicBezTo>
                <a:cubicBezTo>
                  <a:pt x="35886" y="39376"/>
                  <a:pt x="31372" y="39414"/>
                  <a:pt x="31296" y="39489"/>
                </a:cubicBezTo>
                <a:cubicBezTo>
                  <a:pt x="31296" y="39641"/>
                  <a:pt x="30651" y="42410"/>
                  <a:pt x="29361" y="47797"/>
                </a:cubicBezTo>
                <a:cubicBezTo>
                  <a:pt x="28071" y="53184"/>
                  <a:pt x="26744" y="58532"/>
                  <a:pt x="25378" y="63843"/>
                </a:cubicBezTo>
                <a:lnTo>
                  <a:pt x="23329" y="71809"/>
                </a:lnTo>
                <a:cubicBezTo>
                  <a:pt x="23329" y="72113"/>
                  <a:pt x="23785" y="72264"/>
                  <a:pt x="24695" y="72264"/>
                </a:cubicBezTo>
                <a:cubicBezTo>
                  <a:pt x="25606" y="72264"/>
                  <a:pt x="28678" y="72340"/>
                  <a:pt x="33913" y="72492"/>
                </a:cubicBezTo>
                <a:cubicBezTo>
                  <a:pt x="40665" y="72492"/>
                  <a:pt x="44307" y="72454"/>
                  <a:pt x="44838" y="72378"/>
                </a:cubicBezTo>
                <a:cubicBezTo>
                  <a:pt x="49542" y="71847"/>
                  <a:pt x="53866" y="69647"/>
                  <a:pt x="57812" y="65778"/>
                </a:cubicBezTo>
                <a:cubicBezTo>
                  <a:pt x="61757" y="61908"/>
                  <a:pt x="63729" y="57205"/>
                  <a:pt x="63729" y="5166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AF16E-87AF-4193-85B2-6B8785DD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069" y="1211091"/>
            <a:ext cx="82051" cy="77727"/>
          </a:xfrm>
          <a:custGeom xmlns:a="http://schemas.openxmlformats.org/drawingml/2006/main">
            <a:pathLst>
              <a:path w="82051" h="77727" fill="none">
                <a:moveTo>
                  <a:pt x="22305" y="5235"/>
                </a:moveTo>
                <a:cubicBezTo>
                  <a:pt x="20257" y="5235"/>
                  <a:pt x="19043" y="5197"/>
                  <a:pt x="18664" y="5121"/>
                </a:cubicBezTo>
                <a:cubicBezTo>
                  <a:pt x="18284" y="5045"/>
                  <a:pt x="18095" y="4628"/>
                  <a:pt x="18095" y="3869"/>
                </a:cubicBezTo>
                <a:cubicBezTo>
                  <a:pt x="18095" y="1821"/>
                  <a:pt x="18512" y="569"/>
                  <a:pt x="19346" y="114"/>
                </a:cubicBezTo>
                <a:cubicBezTo>
                  <a:pt x="19422" y="38"/>
                  <a:pt x="24354" y="0"/>
                  <a:pt x="34141" y="0"/>
                </a:cubicBezTo>
                <a:cubicBezTo>
                  <a:pt x="53791" y="0"/>
                  <a:pt x="64147" y="76"/>
                  <a:pt x="65209" y="228"/>
                </a:cubicBezTo>
                <a:cubicBezTo>
                  <a:pt x="69988" y="986"/>
                  <a:pt x="73972" y="2693"/>
                  <a:pt x="77158" y="5349"/>
                </a:cubicBezTo>
                <a:cubicBezTo>
                  <a:pt x="80344" y="8004"/>
                  <a:pt x="81976" y="11494"/>
                  <a:pt x="82051" y="15819"/>
                </a:cubicBezTo>
                <a:cubicBezTo>
                  <a:pt x="82051" y="20674"/>
                  <a:pt x="79851" y="25037"/>
                  <a:pt x="75451" y="28906"/>
                </a:cubicBezTo>
                <a:cubicBezTo>
                  <a:pt x="71051" y="32775"/>
                  <a:pt x="66005" y="35393"/>
                  <a:pt x="60315" y="36758"/>
                </a:cubicBezTo>
                <a:lnTo>
                  <a:pt x="59177" y="37100"/>
                </a:lnTo>
                <a:cubicBezTo>
                  <a:pt x="64033" y="37782"/>
                  <a:pt x="68016" y="39527"/>
                  <a:pt x="71126" y="42334"/>
                </a:cubicBezTo>
                <a:cubicBezTo>
                  <a:pt x="74237" y="45142"/>
                  <a:pt x="75830" y="48632"/>
                  <a:pt x="75906" y="52804"/>
                </a:cubicBezTo>
                <a:cubicBezTo>
                  <a:pt x="75906" y="58343"/>
                  <a:pt x="73175" y="63691"/>
                  <a:pt x="67712" y="68850"/>
                </a:cubicBezTo>
                <a:cubicBezTo>
                  <a:pt x="62250" y="74009"/>
                  <a:pt x="55536" y="76930"/>
                  <a:pt x="47569" y="77613"/>
                </a:cubicBezTo>
                <a:cubicBezTo>
                  <a:pt x="47038" y="77689"/>
                  <a:pt x="39034" y="77727"/>
                  <a:pt x="23557" y="77727"/>
                </a:cubicBezTo>
                <a:cubicBezTo>
                  <a:pt x="8383" y="77727"/>
                  <a:pt x="683" y="77651"/>
                  <a:pt x="455" y="77499"/>
                </a:cubicBezTo>
                <a:cubicBezTo>
                  <a:pt x="152" y="77272"/>
                  <a:pt x="0" y="76968"/>
                  <a:pt x="0" y="76589"/>
                </a:cubicBezTo>
                <a:cubicBezTo>
                  <a:pt x="0" y="76058"/>
                  <a:pt x="76" y="75527"/>
                  <a:pt x="228" y="74996"/>
                </a:cubicBezTo>
                <a:cubicBezTo>
                  <a:pt x="607" y="73554"/>
                  <a:pt x="986" y="72758"/>
                  <a:pt x="1366" y="72606"/>
                </a:cubicBezTo>
                <a:cubicBezTo>
                  <a:pt x="1669" y="72530"/>
                  <a:pt x="2238" y="72492"/>
                  <a:pt x="3073" y="72492"/>
                </a:cubicBezTo>
                <a:lnTo>
                  <a:pt x="3755" y="72492"/>
                </a:lnTo>
                <a:cubicBezTo>
                  <a:pt x="5804" y="72492"/>
                  <a:pt x="8080" y="72378"/>
                  <a:pt x="10584" y="72151"/>
                </a:cubicBezTo>
                <a:cubicBezTo>
                  <a:pt x="11646" y="71923"/>
                  <a:pt x="12367" y="71468"/>
                  <a:pt x="12746" y="70785"/>
                </a:cubicBezTo>
                <a:cubicBezTo>
                  <a:pt x="12973" y="70482"/>
                  <a:pt x="15705" y="59936"/>
                  <a:pt x="20940" y="39148"/>
                </a:cubicBezTo>
                <a:cubicBezTo>
                  <a:pt x="26175" y="18360"/>
                  <a:pt x="28792" y="7397"/>
                  <a:pt x="28792" y="6259"/>
                </a:cubicBezTo>
                <a:cubicBezTo>
                  <a:pt x="28792" y="5728"/>
                  <a:pt x="26630" y="5387"/>
                  <a:pt x="22305" y="5235"/>
                </a:cubicBezTo>
                <a:close/>
                <a:moveTo>
                  <a:pt x="69875" y="15819"/>
                </a:moveTo>
                <a:cubicBezTo>
                  <a:pt x="69875" y="13542"/>
                  <a:pt x="69306" y="11418"/>
                  <a:pt x="68168" y="9446"/>
                </a:cubicBezTo>
                <a:cubicBezTo>
                  <a:pt x="67030" y="7473"/>
                  <a:pt x="65171" y="6183"/>
                  <a:pt x="62591" y="5576"/>
                </a:cubicBezTo>
                <a:cubicBezTo>
                  <a:pt x="62060" y="5425"/>
                  <a:pt x="58570" y="5311"/>
                  <a:pt x="52121" y="5235"/>
                </a:cubicBezTo>
                <a:cubicBezTo>
                  <a:pt x="50604" y="5235"/>
                  <a:pt x="49011" y="5235"/>
                  <a:pt x="47342" y="5235"/>
                </a:cubicBezTo>
                <a:cubicBezTo>
                  <a:pt x="45673" y="5235"/>
                  <a:pt x="44345" y="5273"/>
                  <a:pt x="43359" y="5349"/>
                </a:cubicBezTo>
                <a:lnTo>
                  <a:pt x="41879" y="5349"/>
                </a:lnTo>
                <a:cubicBezTo>
                  <a:pt x="40741" y="5425"/>
                  <a:pt x="40020" y="5804"/>
                  <a:pt x="39717" y="6487"/>
                </a:cubicBezTo>
                <a:cubicBezTo>
                  <a:pt x="39565" y="6790"/>
                  <a:pt x="38351" y="11342"/>
                  <a:pt x="36075" y="20143"/>
                </a:cubicBezTo>
                <a:cubicBezTo>
                  <a:pt x="36075" y="20371"/>
                  <a:pt x="36037" y="20598"/>
                  <a:pt x="35962" y="20826"/>
                </a:cubicBezTo>
                <a:lnTo>
                  <a:pt x="32434" y="35165"/>
                </a:lnTo>
                <a:lnTo>
                  <a:pt x="41652" y="35165"/>
                </a:lnTo>
                <a:cubicBezTo>
                  <a:pt x="47797" y="35165"/>
                  <a:pt x="51325" y="35089"/>
                  <a:pt x="52235" y="34937"/>
                </a:cubicBezTo>
                <a:cubicBezTo>
                  <a:pt x="56787" y="34179"/>
                  <a:pt x="60846" y="31978"/>
                  <a:pt x="64412" y="28337"/>
                </a:cubicBezTo>
                <a:cubicBezTo>
                  <a:pt x="67978" y="24695"/>
                  <a:pt x="69799" y="20522"/>
                  <a:pt x="69875" y="15819"/>
                </a:cubicBezTo>
                <a:close/>
                <a:moveTo>
                  <a:pt x="63729" y="51666"/>
                </a:moveTo>
                <a:cubicBezTo>
                  <a:pt x="63729" y="48328"/>
                  <a:pt x="62857" y="45559"/>
                  <a:pt x="61112" y="43359"/>
                </a:cubicBezTo>
                <a:cubicBezTo>
                  <a:pt x="59367" y="41159"/>
                  <a:pt x="57091" y="39869"/>
                  <a:pt x="54284" y="39489"/>
                </a:cubicBezTo>
                <a:cubicBezTo>
                  <a:pt x="53829" y="39414"/>
                  <a:pt x="50680" y="39376"/>
                  <a:pt x="44838" y="39376"/>
                </a:cubicBezTo>
                <a:cubicBezTo>
                  <a:pt x="35886" y="39376"/>
                  <a:pt x="31372" y="39414"/>
                  <a:pt x="31296" y="39489"/>
                </a:cubicBezTo>
                <a:cubicBezTo>
                  <a:pt x="31296" y="39641"/>
                  <a:pt x="30651" y="42410"/>
                  <a:pt x="29361" y="47797"/>
                </a:cubicBezTo>
                <a:cubicBezTo>
                  <a:pt x="28071" y="53184"/>
                  <a:pt x="26744" y="58532"/>
                  <a:pt x="25378" y="63843"/>
                </a:cubicBezTo>
                <a:lnTo>
                  <a:pt x="23329" y="71809"/>
                </a:lnTo>
                <a:cubicBezTo>
                  <a:pt x="23329" y="72113"/>
                  <a:pt x="23785" y="72264"/>
                  <a:pt x="24695" y="72264"/>
                </a:cubicBezTo>
                <a:cubicBezTo>
                  <a:pt x="25606" y="72264"/>
                  <a:pt x="28678" y="72340"/>
                  <a:pt x="33913" y="72492"/>
                </a:cubicBezTo>
                <a:cubicBezTo>
                  <a:pt x="40665" y="72492"/>
                  <a:pt x="44307" y="72454"/>
                  <a:pt x="44838" y="72378"/>
                </a:cubicBezTo>
                <a:cubicBezTo>
                  <a:pt x="49542" y="71847"/>
                  <a:pt x="53866" y="69647"/>
                  <a:pt x="57812" y="65778"/>
                </a:cubicBezTo>
                <a:cubicBezTo>
                  <a:pt x="61757" y="61908"/>
                  <a:pt x="63729" y="57205"/>
                  <a:pt x="63729" y="516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" cap="flat">
            <a:solidFill>
              <a:srgbClr val="FFFFFF">
                <a:alpha val="2180"/>
              </a:srgbClr>
            </a:solidFill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87564-E540-444B-884F-F72232F8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53" y="1807436"/>
            <a:ext cx="56933" cy="63244"/>
          </a:xfrm>
          <a:custGeom xmlns:a="http://schemas.openxmlformats.org/drawingml/2006/main">
            <a:pathLst>
              <a:path w="56933" h="63244">
                <a:moveTo>
                  <a:pt x="0" y="21762"/>
                </a:moveTo>
                <a:cubicBezTo>
                  <a:pt x="93" y="21483"/>
                  <a:pt x="186" y="21112"/>
                  <a:pt x="278" y="20648"/>
                </a:cubicBezTo>
                <a:cubicBezTo>
                  <a:pt x="371" y="20184"/>
                  <a:pt x="603" y="19163"/>
                  <a:pt x="974" y="17586"/>
                </a:cubicBezTo>
                <a:cubicBezTo>
                  <a:pt x="1346" y="16008"/>
                  <a:pt x="1810" y="14570"/>
                  <a:pt x="2366" y="13270"/>
                </a:cubicBezTo>
                <a:cubicBezTo>
                  <a:pt x="2923" y="11971"/>
                  <a:pt x="3619" y="10440"/>
                  <a:pt x="4454" y="8677"/>
                </a:cubicBezTo>
                <a:cubicBezTo>
                  <a:pt x="5290" y="6914"/>
                  <a:pt x="6218" y="5522"/>
                  <a:pt x="7238" y="4501"/>
                </a:cubicBezTo>
                <a:cubicBezTo>
                  <a:pt x="8259" y="3480"/>
                  <a:pt x="9466" y="2459"/>
                  <a:pt x="10858" y="1438"/>
                </a:cubicBezTo>
                <a:cubicBezTo>
                  <a:pt x="12250" y="418"/>
                  <a:pt x="13781" y="0"/>
                  <a:pt x="15451" y="186"/>
                </a:cubicBezTo>
                <a:cubicBezTo>
                  <a:pt x="18142" y="186"/>
                  <a:pt x="20509" y="742"/>
                  <a:pt x="22551" y="1856"/>
                </a:cubicBezTo>
                <a:cubicBezTo>
                  <a:pt x="24592" y="2970"/>
                  <a:pt x="26031" y="3990"/>
                  <a:pt x="26866" y="4918"/>
                </a:cubicBezTo>
                <a:cubicBezTo>
                  <a:pt x="27701" y="5846"/>
                  <a:pt x="28211" y="6774"/>
                  <a:pt x="28397" y="7702"/>
                </a:cubicBezTo>
                <a:cubicBezTo>
                  <a:pt x="28583" y="8259"/>
                  <a:pt x="28722" y="8538"/>
                  <a:pt x="28815" y="8538"/>
                </a:cubicBezTo>
                <a:cubicBezTo>
                  <a:pt x="28907" y="8538"/>
                  <a:pt x="29279" y="8213"/>
                  <a:pt x="29928" y="7563"/>
                </a:cubicBezTo>
                <a:cubicBezTo>
                  <a:pt x="34383" y="2738"/>
                  <a:pt x="39533" y="325"/>
                  <a:pt x="45379" y="325"/>
                </a:cubicBezTo>
                <a:lnTo>
                  <a:pt x="45797" y="325"/>
                </a:lnTo>
                <a:cubicBezTo>
                  <a:pt x="50251" y="325"/>
                  <a:pt x="53592" y="2227"/>
                  <a:pt x="55819" y="6032"/>
                </a:cubicBezTo>
                <a:cubicBezTo>
                  <a:pt x="56562" y="7795"/>
                  <a:pt x="56933" y="9512"/>
                  <a:pt x="56933" y="11182"/>
                </a:cubicBezTo>
                <a:cubicBezTo>
                  <a:pt x="56933" y="13966"/>
                  <a:pt x="56330" y="16194"/>
                  <a:pt x="55123" y="17864"/>
                </a:cubicBezTo>
                <a:cubicBezTo>
                  <a:pt x="53917" y="19534"/>
                  <a:pt x="52711" y="20602"/>
                  <a:pt x="51504" y="21066"/>
                </a:cubicBezTo>
                <a:cubicBezTo>
                  <a:pt x="50298" y="21530"/>
                  <a:pt x="49138" y="21715"/>
                  <a:pt x="48024" y="21623"/>
                </a:cubicBezTo>
                <a:cubicBezTo>
                  <a:pt x="46168" y="21623"/>
                  <a:pt x="44683" y="21112"/>
                  <a:pt x="43570" y="20091"/>
                </a:cubicBezTo>
                <a:cubicBezTo>
                  <a:pt x="42456" y="19070"/>
                  <a:pt x="41899" y="17725"/>
                  <a:pt x="41899" y="16054"/>
                </a:cubicBezTo>
                <a:cubicBezTo>
                  <a:pt x="41899" y="11600"/>
                  <a:pt x="44498" y="8630"/>
                  <a:pt x="49695" y="7146"/>
                </a:cubicBezTo>
                <a:cubicBezTo>
                  <a:pt x="47653" y="5939"/>
                  <a:pt x="45983" y="5336"/>
                  <a:pt x="44683" y="5336"/>
                </a:cubicBezTo>
                <a:cubicBezTo>
                  <a:pt x="39487" y="5336"/>
                  <a:pt x="34707" y="8770"/>
                  <a:pt x="30346" y="15637"/>
                </a:cubicBezTo>
                <a:cubicBezTo>
                  <a:pt x="29418" y="17122"/>
                  <a:pt x="28722" y="18653"/>
                  <a:pt x="28258" y="20231"/>
                </a:cubicBezTo>
                <a:cubicBezTo>
                  <a:pt x="27794" y="21808"/>
                  <a:pt x="26216" y="27979"/>
                  <a:pt x="23525" y="38744"/>
                </a:cubicBezTo>
                <a:cubicBezTo>
                  <a:pt x="20370" y="51736"/>
                  <a:pt x="18560" y="58650"/>
                  <a:pt x="18096" y="59485"/>
                </a:cubicBezTo>
                <a:cubicBezTo>
                  <a:pt x="16890" y="61991"/>
                  <a:pt x="14894" y="63244"/>
                  <a:pt x="12110" y="63244"/>
                </a:cubicBezTo>
                <a:cubicBezTo>
                  <a:pt x="10904" y="63244"/>
                  <a:pt x="9930" y="62965"/>
                  <a:pt x="9187" y="62408"/>
                </a:cubicBezTo>
                <a:cubicBezTo>
                  <a:pt x="8445" y="61852"/>
                  <a:pt x="7934" y="61295"/>
                  <a:pt x="7656" y="60738"/>
                </a:cubicBezTo>
                <a:cubicBezTo>
                  <a:pt x="7378" y="60181"/>
                  <a:pt x="7285" y="59717"/>
                  <a:pt x="7378" y="59346"/>
                </a:cubicBezTo>
                <a:cubicBezTo>
                  <a:pt x="7378" y="58139"/>
                  <a:pt x="9234" y="50159"/>
                  <a:pt x="12946" y="35403"/>
                </a:cubicBezTo>
                <a:cubicBezTo>
                  <a:pt x="16658" y="20648"/>
                  <a:pt x="18514" y="12435"/>
                  <a:pt x="18514" y="10765"/>
                </a:cubicBezTo>
                <a:cubicBezTo>
                  <a:pt x="18514" y="7146"/>
                  <a:pt x="17307" y="5336"/>
                  <a:pt x="14894" y="5336"/>
                </a:cubicBezTo>
                <a:cubicBezTo>
                  <a:pt x="12946" y="5336"/>
                  <a:pt x="11275" y="6635"/>
                  <a:pt x="9883" y="9234"/>
                </a:cubicBezTo>
                <a:cubicBezTo>
                  <a:pt x="8491" y="11832"/>
                  <a:pt x="7378" y="14662"/>
                  <a:pt x="6542" y="17725"/>
                </a:cubicBezTo>
                <a:cubicBezTo>
                  <a:pt x="5707" y="20787"/>
                  <a:pt x="5197" y="22458"/>
                  <a:pt x="5011" y="22736"/>
                </a:cubicBezTo>
                <a:cubicBezTo>
                  <a:pt x="4826" y="22922"/>
                  <a:pt x="4083" y="23015"/>
                  <a:pt x="2784" y="23015"/>
                </a:cubicBezTo>
                <a:lnTo>
                  <a:pt x="835" y="23015"/>
                </a:lnTo>
                <a:cubicBezTo>
                  <a:pt x="278" y="22458"/>
                  <a:pt x="0" y="22040"/>
                  <a:pt x="0" y="21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9A640-7C14-421F-80D4-99BC34CF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53" y="1807436"/>
            <a:ext cx="56933" cy="63244"/>
          </a:xfrm>
          <a:custGeom xmlns:a="http://schemas.openxmlformats.org/drawingml/2006/main">
            <a:pathLst>
              <a:path w="56933" h="63244" fill="none">
                <a:moveTo>
                  <a:pt x="0" y="21762"/>
                </a:moveTo>
                <a:cubicBezTo>
                  <a:pt x="93" y="21483"/>
                  <a:pt x="186" y="21112"/>
                  <a:pt x="278" y="20648"/>
                </a:cubicBezTo>
                <a:cubicBezTo>
                  <a:pt x="371" y="20184"/>
                  <a:pt x="603" y="19163"/>
                  <a:pt x="974" y="17586"/>
                </a:cubicBezTo>
                <a:cubicBezTo>
                  <a:pt x="1346" y="16008"/>
                  <a:pt x="1810" y="14570"/>
                  <a:pt x="2366" y="13270"/>
                </a:cubicBezTo>
                <a:cubicBezTo>
                  <a:pt x="2923" y="11971"/>
                  <a:pt x="3619" y="10440"/>
                  <a:pt x="4454" y="8677"/>
                </a:cubicBezTo>
                <a:cubicBezTo>
                  <a:pt x="5290" y="6914"/>
                  <a:pt x="6218" y="5522"/>
                  <a:pt x="7238" y="4501"/>
                </a:cubicBezTo>
                <a:cubicBezTo>
                  <a:pt x="8259" y="3480"/>
                  <a:pt x="9466" y="2459"/>
                  <a:pt x="10858" y="1438"/>
                </a:cubicBezTo>
                <a:cubicBezTo>
                  <a:pt x="12250" y="418"/>
                  <a:pt x="13781" y="0"/>
                  <a:pt x="15451" y="186"/>
                </a:cubicBezTo>
                <a:cubicBezTo>
                  <a:pt x="18142" y="186"/>
                  <a:pt x="20509" y="742"/>
                  <a:pt x="22551" y="1856"/>
                </a:cubicBezTo>
                <a:cubicBezTo>
                  <a:pt x="24592" y="2970"/>
                  <a:pt x="26031" y="3990"/>
                  <a:pt x="26866" y="4918"/>
                </a:cubicBezTo>
                <a:cubicBezTo>
                  <a:pt x="27701" y="5846"/>
                  <a:pt x="28211" y="6774"/>
                  <a:pt x="28397" y="7702"/>
                </a:cubicBezTo>
                <a:cubicBezTo>
                  <a:pt x="28583" y="8259"/>
                  <a:pt x="28722" y="8538"/>
                  <a:pt x="28815" y="8538"/>
                </a:cubicBezTo>
                <a:cubicBezTo>
                  <a:pt x="28907" y="8538"/>
                  <a:pt x="29279" y="8213"/>
                  <a:pt x="29928" y="7563"/>
                </a:cubicBezTo>
                <a:cubicBezTo>
                  <a:pt x="34383" y="2738"/>
                  <a:pt x="39533" y="325"/>
                  <a:pt x="45379" y="325"/>
                </a:cubicBezTo>
                <a:lnTo>
                  <a:pt x="45797" y="325"/>
                </a:lnTo>
                <a:cubicBezTo>
                  <a:pt x="50251" y="325"/>
                  <a:pt x="53592" y="2227"/>
                  <a:pt x="55819" y="6032"/>
                </a:cubicBezTo>
                <a:cubicBezTo>
                  <a:pt x="56562" y="7795"/>
                  <a:pt x="56933" y="9512"/>
                  <a:pt x="56933" y="11182"/>
                </a:cubicBezTo>
                <a:cubicBezTo>
                  <a:pt x="56933" y="13966"/>
                  <a:pt x="56330" y="16194"/>
                  <a:pt x="55123" y="17864"/>
                </a:cubicBezTo>
                <a:cubicBezTo>
                  <a:pt x="53917" y="19534"/>
                  <a:pt x="52711" y="20602"/>
                  <a:pt x="51504" y="21066"/>
                </a:cubicBezTo>
                <a:cubicBezTo>
                  <a:pt x="50298" y="21530"/>
                  <a:pt x="49138" y="21715"/>
                  <a:pt x="48024" y="21623"/>
                </a:cubicBezTo>
                <a:cubicBezTo>
                  <a:pt x="46168" y="21623"/>
                  <a:pt x="44683" y="21112"/>
                  <a:pt x="43570" y="20091"/>
                </a:cubicBezTo>
                <a:cubicBezTo>
                  <a:pt x="42456" y="19070"/>
                  <a:pt x="41899" y="17725"/>
                  <a:pt x="41899" y="16054"/>
                </a:cubicBezTo>
                <a:cubicBezTo>
                  <a:pt x="41899" y="11600"/>
                  <a:pt x="44498" y="8630"/>
                  <a:pt x="49695" y="7146"/>
                </a:cubicBezTo>
                <a:cubicBezTo>
                  <a:pt x="47653" y="5939"/>
                  <a:pt x="45983" y="5336"/>
                  <a:pt x="44683" y="5336"/>
                </a:cubicBezTo>
                <a:cubicBezTo>
                  <a:pt x="39487" y="5336"/>
                  <a:pt x="34707" y="8770"/>
                  <a:pt x="30346" y="15637"/>
                </a:cubicBezTo>
                <a:cubicBezTo>
                  <a:pt x="29418" y="17122"/>
                  <a:pt x="28722" y="18653"/>
                  <a:pt x="28258" y="20231"/>
                </a:cubicBezTo>
                <a:cubicBezTo>
                  <a:pt x="27794" y="21808"/>
                  <a:pt x="26216" y="27979"/>
                  <a:pt x="23525" y="38744"/>
                </a:cubicBezTo>
                <a:cubicBezTo>
                  <a:pt x="20370" y="51736"/>
                  <a:pt x="18560" y="58650"/>
                  <a:pt x="18096" y="59485"/>
                </a:cubicBezTo>
                <a:cubicBezTo>
                  <a:pt x="16890" y="61991"/>
                  <a:pt x="14894" y="63244"/>
                  <a:pt x="12110" y="63244"/>
                </a:cubicBezTo>
                <a:cubicBezTo>
                  <a:pt x="10904" y="63244"/>
                  <a:pt x="9930" y="62965"/>
                  <a:pt x="9187" y="62408"/>
                </a:cubicBezTo>
                <a:cubicBezTo>
                  <a:pt x="8445" y="61852"/>
                  <a:pt x="7934" y="61295"/>
                  <a:pt x="7656" y="60738"/>
                </a:cubicBezTo>
                <a:cubicBezTo>
                  <a:pt x="7378" y="60181"/>
                  <a:pt x="7285" y="59717"/>
                  <a:pt x="7378" y="59346"/>
                </a:cubicBezTo>
                <a:cubicBezTo>
                  <a:pt x="7378" y="58139"/>
                  <a:pt x="9234" y="50159"/>
                  <a:pt x="12946" y="35403"/>
                </a:cubicBezTo>
                <a:cubicBezTo>
                  <a:pt x="16658" y="20648"/>
                  <a:pt x="18514" y="12435"/>
                  <a:pt x="18514" y="10765"/>
                </a:cubicBezTo>
                <a:cubicBezTo>
                  <a:pt x="18514" y="7146"/>
                  <a:pt x="17307" y="5336"/>
                  <a:pt x="14894" y="5336"/>
                </a:cubicBezTo>
                <a:cubicBezTo>
                  <a:pt x="12946" y="5336"/>
                  <a:pt x="11275" y="6635"/>
                  <a:pt x="9883" y="9234"/>
                </a:cubicBezTo>
                <a:cubicBezTo>
                  <a:pt x="8491" y="11832"/>
                  <a:pt x="7378" y="14662"/>
                  <a:pt x="6542" y="17725"/>
                </a:cubicBezTo>
                <a:cubicBezTo>
                  <a:pt x="5707" y="20787"/>
                  <a:pt x="5197" y="22458"/>
                  <a:pt x="5011" y="22736"/>
                </a:cubicBezTo>
                <a:cubicBezTo>
                  <a:pt x="4826" y="22922"/>
                  <a:pt x="4083" y="23015"/>
                  <a:pt x="2784" y="23015"/>
                </a:cubicBezTo>
                <a:lnTo>
                  <a:pt x="835" y="23015"/>
                </a:lnTo>
                <a:cubicBezTo>
                  <a:pt x="278" y="22458"/>
                  <a:pt x="0" y="22040"/>
                  <a:pt x="0" y="217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9" cap="flat">
            <a:solidFill>
              <a:srgbClr val="000000">
                <a:alpha val="2670"/>
              </a:srgbClr>
            </a:solidFill>
            <a:miter/>
          </a:ln>
        </p:spPr>
      </p:sp>
      <p:sp>
        <p:nvSpPr>
          <p:cNvPr id="272" name="Text (b)LaMDA">
            <a:extLst xmlns:a="http://schemas.openxmlformats.org/drawingml/2006/main">
              <a:ext uri="{FF2B5EF4-FFF2-40B4-BE49-F238E27FC236}">
                <a16:creationId xmlns:a16="http://schemas.microsoft.com/office/drawing/2014/main" id="{10E3C158-897A-4276-B4BA-84D273C8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182" y="3388458"/>
            <a:ext cx="1120182" cy="197395"/>
          </a:xfrm>
          <a:custGeom xmlns:a="http://schemas.openxmlformats.org/drawingml/2006/main">
            <a:pathLst>
              <a:path w="1120182" h="197395">
                <a:moveTo>
                  <a:pt x="63307" y="0"/>
                </a:moveTo>
                <a:lnTo>
                  <a:pt x="63307" y="5056"/>
                </a:lnTo>
                <a:cubicBezTo>
                  <a:pt x="55687" y="10036"/>
                  <a:pt x="50081" y="14906"/>
                  <a:pt x="46491" y="19667"/>
                </a:cubicBezTo>
                <a:cubicBezTo>
                  <a:pt x="41509" y="26257"/>
                  <a:pt x="37625" y="34714"/>
                  <a:pt x="34841" y="45038"/>
                </a:cubicBezTo>
                <a:cubicBezTo>
                  <a:pt x="31324" y="57854"/>
                  <a:pt x="29565" y="75759"/>
                  <a:pt x="29565" y="98752"/>
                </a:cubicBezTo>
                <a:cubicBezTo>
                  <a:pt x="29565" y="120427"/>
                  <a:pt x="31159" y="137269"/>
                  <a:pt x="34346" y="149279"/>
                </a:cubicBezTo>
                <a:cubicBezTo>
                  <a:pt x="37534" y="161289"/>
                  <a:pt x="41875" y="170992"/>
                  <a:pt x="47370" y="178388"/>
                </a:cubicBezTo>
                <a:cubicBezTo>
                  <a:pt x="51181" y="183514"/>
                  <a:pt x="56493" y="188018"/>
                  <a:pt x="63307" y="191900"/>
                </a:cubicBezTo>
                <a:lnTo>
                  <a:pt x="63307" y="197395"/>
                </a:lnTo>
                <a:cubicBezTo>
                  <a:pt x="45648" y="191462"/>
                  <a:pt x="30683" y="179360"/>
                  <a:pt x="18410" y="161087"/>
                </a:cubicBezTo>
                <a:cubicBezTo>
                  <a:pt x="6137" y="142818"/>
                  <a:pt x="0" y="121819"/>
                  <a:pt x="0" y="98093"/>
                </a:cubicBezTo>
                <a:cubicBezTo>
                  <a:pt x="0" y="74660"/>
                  <a:pt x="6118" y="53918"/>
                  <a:pt x="18355" y="35868"/>
                </a:cubicBezTo>
                <a:cubicBezTo>
                  <a:pt x="30591" y="17815"/>
                  <a:pt x="45575" y="5859"/>
                  <a:pt x="63307" y="0"/>
                </a:cubicBezTo>
                <a:close/>
                <a:moveTo>
                  <a:pt x="113313" y="3297"/>
                </a:moveTo>
                <a:lnTo>
                  <a:pt x="113313" y="59790"/>
                </a:lnTo>
                <a:cubicBezTo>
                  <a:pt x="121959" y="50851"/>
                  <a:pt x="131411" y="46381"/>
                  <a:pt x="141670" y="46381"/>
                </a:cubicBezTo>
                <a:cubicBezTo>
                  <a:pt x="148704" y="46381"/>
                  <a:pt x="155335" y="48453"/>
                  <a:pt x="161563" y="52598"/>
                </a:cubicBezTo>
                <a:cubicBezTo>
                  <a:pt x="167791" y="56742"/>
                  <a:pt x="172664" y="62628"/>
                  <a:pt x="176181" y="70255"/>
                </a:cubicBezTo>
                <a:cubicBezTo>
                  <a:pt x="179698" y="77882"/>
                  <a:pt x="181456" y="86684"/>
                  <a:pt x="181456" y="96661"/>
                </a:cubicBezTo>
                <a:cubicBezTo>
                  <a:pt x="181456" y="107883"/>
                  <a:pt x="179222" y="118078"/>
                  <a:pt x="174752" y="127246"/>
                </a:cubicBezTo>
                <a:cubicBezTo>
                  <a:pt x="170282" y="136414"/>
                  <a:pt x="164311" y="143400"/>
                  <a:pt x="156837" y="148204"/>
                </a:cubicBezTo>
                <a:cubicBezTo>
                  <a:pt x="149363" y="153008"/>
                  <a:pt x="140827" y="155410"/>
                  <a:pt x="131228" y="155410"/>
                </a:cubicBezTo>
                <a:cubicBezTo>
                  <a:pt x="125660" y="155410"/>
                  <a:pt x="120714" y="154531"/>
                  <a:pt x="116391" y="152772"/>
                </a:cubicBezTo>
                <a:cubicBezTo>
                  <a:pt x="112068" y="151014"/>
                  <a:pt x="107818" y="148156"/>
                  <a:pt x="103641" y="144199"/>
                </a:cubicBezTo>
                <a:lnTo>
                  <a:pt x="86606" y="155410"/>
                </a:lnTo>
                <a:lnTo>
                  <a:pt x="82869" y="155410"/>
                </a:lnTo>
                <a:lnTo>
                  <a:pt x="82869" y="24619"/>
                </a:lnTo>
                <a:cubicBezTo>
                  <a:pt x="82869" y="18645"/>
                  <a:pt x="82612" y="14959"/>
                  <a:pt x="82099" y="13560"/>
                </a:cubicBezTo>
                <a:cubicBezTo>
                  <a:pt x="81367" y="11495"/>
                  <a:pt x="80213" y="9964"/>
                  <a:pt x="78637" y="8968"/>
                </a:cubicBezTo>
                <a:cubicBezTo>
                  <a:pt x="77062" y="7972"/>
                  <a:pt x="74406" y="7400"/>
                  <a:pt x="70669" y="7254"/>
                </a:cubicBezTo>
                <a:lnTo>
                  <a:pt x="70669" y="3297"/>
                </a:lnTo>
                <a:lnTo>
                  <a:pt x="113313" y="3297"/>
                </a:lnTo>
                <a:moveTo>
                  <a:pt x="113313" y="69586"/>
                </a:moveTo>
                <a:lnTo>
                  <a:pt x="113313" y="115362"/>
                </a:lnTo>
                <a:cubicBezTo>
                  <a:pt x="113313" y="124679"/>
                  <a:pt x="113533" y="130622"/>
                  <a:pt x="113973" y="133191"/>
                </a:cubicBezTo>
                <a:cubicBezTo>
                  <a:pt x="114705" y="137519"/>
                  <a:pt x="116464" y="141022"/>
                  <a:pt x="119248" y="143701"/>
                </a:cubicBezTo>
                <a:cubicBezTo>
                  <a:pt x="122033" y="146378"/>
                  <a:pt x="125586" y="147716"/>
                  <a:pt x="129909" y="147716"/>
                </a:cubicBezTo>
                <a:cubicBezTo>
                  <a:pt x="133646" y="147716"/>
                  <a:pt x="136852" y="146653"/>
                  <a:pt x="139526" y="144526"/>
                </a:cubicBezTo>
                <a:cubicBezTo>
                  <a:pt x="142201" y="142399"/>
                  <a:pt x="144436" y="138181"/>
                  <a:pt x="146231" y="131873"/>
                </a:cubicBezTo>
                <a:cubicBezTo>
                  <a:pt x="148026" y="125562"/>
                  <a:pt x="148924" y="114190"/>
                  <a:pt x="148924" y="97756"/>
                </a:cubicBezTo>
                <a:cubicBezTo>
                  <a:pt x="148924" y="81982"/>
                  <a:pt x="146945" y="71161"/>
                  <a:pt x="142988" y="65292"/>
                </a:cubicBezTo>
                <a:cubicBezTo>
                  <a:pt x="140131" y="61038"/>
                  <a:pt x="136284" y="58911"/>
                  <a:pt x="131448" y="58911"/>
                </a:cubicBezTo>
                <a:cubicBezTo>
                  <a:pt x="125147" y="58911"/>
                  <a:pt x="119102" y="62469"/>
                  <a:pt x="113313" y="69586"/>
                </a:cubicBezTo>
                <a:close/>
                <a:moveTo>
                  <a:pt x="193842" y="197395"/>
                </a:moveTo>
                <a:lnTo>
                  <a:pt x="193842" y="192339"/>
                </a:lnTo>
                <a:cubicBezTo>
                  <a:pt x="201463" y="187286"/>
                  <a:pt x="207068" y="182380"/>
                  <a:pt x="210658" y="177622"/>
                </a:cubicBezTo>
                <a:cubicBezTo>
                  <a:pt x="215567" y="171030"/>
                  <a:pt x="219451" y="162608"/>
                  <a:pt x="222308" y="152357"/>
                </a:cubicBezTo>
                <a:cubicBezTo>
                  <a:pt x="225826" y="139468"/>
                  <a:pt x="227584" y="121526"/>
                  <a:pt x="227584" y="98533"/>
                </a:cubicBezTo>
                <a:cubicBezTo>
                  <a:pt x="227584" y="76858"/>
                  <a:pt x="225990" y="60034"/>
                  <a:pt x="222803" y="48061"/>
                </a:cubicBezTo>
                <a:cubicBezTo>
                  <a:pt x="219616" y="36088"/>
                  <a:pt x="215274" y="26403"/>
                  <a:pt x="209779" y="19007"/>
                </a:cubicBezTo>
                <a:cubicBezTo>
                  <a:pt x="205969" y="13880"/>
                  <a:pt x="200657" y="9377"/>
                  <a:pt x="193842" y="5495"/>
                </a:cubicBezTo>
                <a:lnTo>
                  <a:pt x="193842" y="0"/>
                </a:lnTo>
                <a:cubicBezTo>
                  <a:pt x="211501" y="5933"/>
                  <a:pt x="226467" y="18035"/>
                  <a:pt x="238740" y="36307"/>
                </a:cubicBezTo>
                <a:cubicBezTo>
                  <a:pt x="251013" y="54577"/>
                  <a:pt x="257149" y="75576"/>
                  <a:pt x="257149" y="99302"/>
                </a:cubicBezTo>
                <a:cubicBezTo>
                  <a:pt x="257149" y="122662"/>
                  <a:pt x="251013" y="143367"/>
                  <a:pt x="238740" y="161417"/>
                </a:cubicBezTo>
                <a:cubicBezTo>
                  <a:pt x="226467" y="179470"/>
                  <a:pt x="211501" y="191462"/>
                  <a:pt x="193842" y="197395"/>
                </a:cubicBezTo>
                <a:close/>
                <a:moveTo>
                  <a:pt x="464582" y="100016"/>
                </a:moveTo>
                <a:lnTo>
                  <a:pt x="458977" y="152333"/>
                </a:lnTo>
                <a:lnTo>
                  <a:pt x="326647" y="152333"/>
                </a:lnTo>
                <a:lnTo>
                  <a:pt x="326647" y="148376"/>
                </a:lnTo>
                <a:lnTo>
                  <a:pt x="331593" y="148376"/>
                </a:lnTo>
                <a:cubicBezTo>
                  <a:pt x="335916" y="148376"/>
                  <a:pt x="339397" y="147603"/>
                  <a:pt x="342035" y="146058"/>
                </a:cubicBezTo>
                <a:cubicBezTo>
                  <a:pt x="343940" y="145025"/>
                  <a:pt x="345405" y="143257"/>
                  <a:pt x="346431" y="140754"/>
                </a:cubicBezTo>
                <a:cubicBezTo>
                  <a:pt x="347237" y="138987"/>
                  <a:pt x="347640" y="134347"/>
                  <a:pt x="347640" y="126834"/>
                </a:cubicBezTo>
                <a:lnTo>
                  <a:pt x="347640" y="28796"/>
                </a:lnTo>
                <a:cubicBezTo>
                  <a:pt x="347640" y="21137"/>
                  <a:pt x="347237" y="16350"/>
                  <a:pt x="346431" y="14436"/>
                </a:cubicBezTo>
                <a:cubicBezTo>
                  <a:pt x="345625" y="12519"/>
                  <a:pt x="343995" y="10843"/>
                  <a:pt x="341540" y="9407"/>
                </a:cubicBezTo>
                <a:cubicBezTo>
                  <a:pt x="339085" y="7972"/>
                  <a:pt x="335770" y="7254"/>
                  <a:pt x="331593" y="7254"/>
                </a:cubicBezTo>
                <a:lnTo>
                  <a:pt x="326647" y="7254"/>
                </a:lnTo>
                <a:lnTo>
                  <a:pt x="326647" y="3297"/>
                </a:lnTo>
                <a:lnTo>
                  <a:pt x="406111" y="3297"/>
                </a:lnTo>
                <a:lnTo>
                  <a:pt x="406111" y="7254"/>
                </a:lnTo>
                <a:lnTo>
                  <a:pt x="399626" y="7254"/>
                </a:lnTo>
                <a:cubicBezTo>
                  <a:pt x="395303" y="7254"/>
                  <a:pt x="391823" y="8027"/>
                  <a:pt x="389185" y="9572"/>
                </a:cubicBezTo>
                <a:cubicBezTo>
                  <a:pt x="387280" y="10605"/>
                  <a:pt x="385778" y="12373"/>
                  <a:pt x="384679" y="14875"/>
                </a:cubicBezTo>
                <a:cubicBezTo>
                  <a:pt x="383873" y="16643"/>
                  <a:pt x="383470" y="21283"/>
                  <a:pt x="383470" y="28796"/>
                </a:cubicBezTo>
                <a:lnTo>
                  <a:pt x="383470" y="123757"/>
                </a:lnTo>
                <a:cubicBezTo>
                  <a:pt x="383470" y="131377"/>
                  <a:pt x="383910" y="136231"/>
                  <a:pt x="384789" y="138319"/>
                </a:cubicBezTo>
                <a:cubicBezTo>
                  <a:pt x="385668" y="140408"/>
                  <a:pt x="387390" y="141965"/>
                  <a:pt x="389955" y="142990"/>
                </a:cubicBezTo>
                <a:cubicBezTo>
                  <a:pt x="391786" y="143650"/>
                  <a:pt x="396219" y="143980"/>
                  <a:pt x="403253" y="143980"/>
                </a:cubicBezTo>
                <a:lnTo>
                  <a:pt x="415673" y="143980"/>
                </a:lnTo>
                <a:cubicBezTo>
                  <a:pt x="423586" y="143980"/>
                  <a:pt x="430181" y="142587"/>
                  <a:pt x="435456" y="139803"/>
                </a:cubicBezTo>
                <a:cubicBezTo>
                  <a:pt x="440732" y="137019"/>
                  <a:pt x="445293" y="132622"/>
                  <a:pt x="449140" y="126614"/>
                </a:cubicBezTo>
                <a:cubicBezTo>
                  <a:pt x="452987" y="120606"/>
                  <a:pt x="456632" y="111740"/>
                  <a:pt x="460076" y="100016"/>
                </a:cubicBezTo>
                <a:lnTo>
                  <a:pt x="464582" y="100016"/>
                </a:lnTo>
                <a:close/>
                <a:moveTo>
                  <a:pt x="536903" y="137165"/>
                </a:moveTo>
                <a:cubicBezTo>
                  <a:pt x="524374" y="148303"/>
                  <a:pt x="513127" y="153871"/>
                  <a:pt x="503162" y="153871"/>
                </a:cubicBezTo>
                <a:cubicBezTo>
                  <a:pt x="497300" y="153871"/>
                  <a:pt x="492427" y="151942"/>
                  <a:pt x="488544" y="148084"/>
                </a:cubicBezTo>
                <a:cubicBezTo>
                  <a:pt x="484660" y="144223"/>
                  <a:pt x="482719" y="139390"/>
                  <a:pt x="482719" y="133583"/>
                </a:cubicBezTo>
                <a:cubicBezTo>
                  <a:pt x="482719" y="125715"/>
                  <a:pt x="486089" y="118639"/>
                  <a:pt x="492830" y="112354"/>
                </a:cubicBezTo>
                <a:cubicBezTo>
                  <a:pt x="499571" y="106068"/>
                  <a:pt x="514262" y="97706"/>
                  <a:pt x="536903" y="87267"/>
                </a:cubicBezTo>
                <a:lnTo>
                  <a:pt x="536903" y="76936"/>
                </a:lnTo>
                <a:cubicBezTo>
                  <a:pt x="536903" y="69169"/>
                  <a:pt x="536482" y="64278"/>
                  <a:pt x="535639" y="62263"/>
                </a:cubicBezTo>
                <a:cubicBezTo>
                  <a:pt x="534797" y="60248"/>
                  <a:pt x="533203" y="58489"/>
                  <a:pt x="530858" y="56987"/>
                </a:cubicBezTo>
                <a:cubicBezTo>
                  <a:pt x="528514" y="55485"/>
                  <a:pt x="525876" y="54734"/>
                  <a:pt x="522945" y="54734"/>
                </a:cubicBezTo>
                <a:cubicBezTo>
                  <a:pt x="518182" y="54734"/>
                  <a:pt x="514262" y="55797"/>
                  <a:pt x="511185" y="57922"/>
                </a:cubicBezTo>
                <a:cubicBezTo>
                  <a:pt x="509280" y="59240"/>
                  <a:pt x="508327" y="60779"/>
                  <a:pt x="508327" y="62538"/>
                </a:cubicBezTo>
                <a:cubicBezTo>
                  <a:pt x="508327" y="64076"/>
                  <a:pt x="509353" y="65981"/>
                  <a:pt x="511405" y="68253"/>
                </a:cubicBezTo>
                <a:cubicBezTo>
                  <a:pt x="514189" y="71404"/>
                  <a:pt x="515581" y="74444"/>
                  <a:pt x="515581" y="77375"/>
                </a:cubicBezTo>
                <a:cubicBezTo>
                  <a:pt x="515581" y="80966"/>
                  <a:pt x="514244" y="84025"/>
                  <a:pt x="511570" y="86553"/>
                </a:cubicBezTo>
                <a:cubicBezTo>
                  <a:pt x="508895" y="89080"/>
                  <a:pt x="505396" y="90344"/>
                  <a:pt x="501073" y="90344"/>
                </a:cubicBezTo>
                <a:cubicBezTo>
                  <a:pt x="496457" y="90344"/>
                  <a:pt x="492592" y="88952"/>
                  <a:pt x="489478" y="86168"/>
                </a:cubicBezTo>
                <a:cubicBezTo>
                  <a:pt x="486364" y="83384"/>
                  <a:pt x="484807" y="80123"/>
                  <a:pt x="484807" y="76386"/>
                </a:cubicBezTo>
                <a:cubicBezTo>
                  <a:pt x="484807" y="71111"/>
                  <a:pt x="486895" y="66073"/>
                  <a:pt x="491072" y="61274"/>
                </a:cubicBezTo>
                <a:cubicBezTo>
                  <a:pt x="495248" y="56474"/>
                  <a:pt x="501073" y="52793"/>
                  <a:pt x="508547" y="50228"/>
                </a:cubicBezTo>
                <a:cubicBezTo>
                  <a:pt x="516021" y="47663"/>
                  <a:pt x="523788" y="46381"/>
                  <a:pt x="531848" y="46381"/>
                </a:cubicBezTo>
                <a:cubicBezTo>
                  <a:pt x="541593" y="46381"/>
                  <a:pt x="549305" y="48457"/>
                  <a:pt x="554983" y="52608"/>
                </a:cubicBezTo>
                <a:cubicBezTo>
                  <a:pt x="560662" y="56757"/>
                  <a:pt x="564344" y="61255"/>
                  <a:pt x="566029" y="66103"/>
                </a:cubicBezTo>
                <a:cubicBezTo>
                  <a:pt x="567055" y="69187"/>
                  <a:pt x="567568" y="76274"/>
                  <a:pt x="567568" y="87363"/>
                </a:cubicBezTo>
                <a:lnTo>
                  <a:pt x="567568" y="127353"/>
                </a:lnTo>
                <a:cubicBezTo>
                  <a:pt x="567568" y="132053"/>
                  <a:pt x="567751" y="135011"/>
                  <a:pt x="568117" y="136224"/>
                </a:cubicBezTo>
                <a:cubicBezTo>
                  <a:pt x="568484" y="137435"/>
                  <a:pt x="569033" y="138335"/>
                  <a:pt x="569766" y="138924"/>
                </a:cubicBezTo>
                <a:cubicBezTo>
                  <a:pt x="570499" y="139510"/>
                  <a:pt x="571341" y="139803"/>
                  <a:pt x="572294" y="139803"/>
                </a:cubicBezTo>
                <a:cubicBezTo>
                  <a:pt x="574199" y="139803"/>
                  <a:pt x="576141" y="138448"/>
                  <a:pt x="578119" y="135736"/>
                </a:cubicBezTo>
                <a:lnTo>
                  <a:pt x="581416" y="138374"/>
                </a:lnTo>
                <a:cubicBezTo>
                  <a:pt x="577753" y="143796"/>
                  <a:pt x="573961" y="147735"/>
                  <a:pt x="570041" y="150189"/>
                </a:cubicBezTo>
                <a:cubicBezTo>
                  <a:pt x="566121" y="152644"/>
                  <a:pt x="561669" y="153871"/>
                  <a:pt x="556687" y="153871"/>
                </a:cubicBezTo>
                <a:cubicBezTo>
                  <a:pt x="550825" y="153871"/>
                  <a:pt x="546246" y="152488"/>
                  <a:pt x="542948" y="149722"/>
                </a:cubicBezTo>
                <a:cubicBezTo>
                  <a:pt x="539651" y="146956"/>
                  <a:pt x="537636" y="142771"/>
                  <a:pt x="536903" y="137165"/>
                </a:cubicBezTo>
                <a:moveTo>
                  <a:pt x="536903" y="129032"/>
                </a:moveTo>
                <a:lnTo>
                  <a:pt x="536903" y="94651"/>
                </a:lnTo>
                <a:cubicBezTo>
                  <a:pt x="528037" y="99879"/>
                  <a:pt x="521443" y="105475"/>
                  <a:pt x="517120" y="111440"/>
                </a:cubicBezTo>
                <a:cubicBezTo>
                  <a:pt x="514262" y="115415"/>
                  <a:pt x="512834" y="119428"/>
                  <a:pt x="512834" y="123478"/>
                </a:cubicBezTo>
                <a:cubicBezTo>
                  <a:pt x="512834" y="126865"/>
                  <a:pt x="514043" y="129847"/>
                  <a:pt x="516460" y="132426"/>
                </a:cubicBezTo>
                <a:cubicBezTo>
                  <a:pt x="518292" y="134413"/>
                  <a:pt x="520857" y="135407"/>
                  <a:pt x="524154" y="135407"/>
                </a:cubicBezTo>
                <a:cubicBezTo>
                  <a:pt x="527818" y="135407"/>
                  <a:pt x="532067" y="133282"/>
                  <a:pt x="536903" y="129032"/>
                </a:cubicBezTo>
                <a:close/>
                <a:moveTo>
                  <a:pt x="692423" y="101425"/>
                </a:moveTo>
                <a:lnTo>
                  <a:pt x="732869" y="3297"/>
                </a:lnTo>
                <a:lnTo>
                  <a:pt x="793538" y="3297"/>
                </a:lnTo>
                <a:lnTo>
                  <a:pt x="793538" y="7254"/>
                </a:lnTo>
                <a:lnTo>
                  <a:pt x="788702" y="7254"/>
                </a:lnTo>
                <a:cubicBezTo>
                  <a:pt x="784306" y="7254"/>
                  <a:pt x="780789" y="8035"/>
                  <a:pt x="778151" y="9596"/>
                </a:cubicBezTo>
                <a:cubicBezTo>
                  <a:pt x="776319" y="10638"/>
                  <a:pt x="774854" y="12388"/>
                  <a:pt x="773755" y="14844"/>
                </a:cubicBezTo>
                <a:cubicBezTo>
                  <a:pt x="772949" y="16630"/>
                  <a:pt x="772546" y="21281"/>
                  <a:pt x="772546" y="28796"/>
                </a:cubicBezTo>
                <a:lnTo>
                  <a:pt x="772546" y="126834"/>
                </a:lnTo>
                <a:cubicBezTo>
                  <a:pt x="772546" y="134493"/>
                  <a:pt x="772949" y="139281"/>
                  <a:pt x="773755" y="141198"/>
                </a:cubicBezTo>
                <a:cubicBezTo>
                  <a:pt x="774561" y="143112"/>
                  <a:pt x="776210" y="144787"/>
                  <a:pt x="778701" y="146222"/>
                </a:cubicBezTo>
                <a:cubicBezTo>
                  <a:pt x="781192" y="147658"/>
                  <a:pt x="784526" y="148376"/>
                  <a:pt x="788702" y="148376"/>
                </a:cubicBezTo>
                <a:lnTo>
                  <a:pt x="793538" y="148376"/>
                </a:lnTo>
                <a:lnTo>
                  <a:pt x="793538" y="152333"/>
                </a:lnTo>
                <a:lnTo>
                  <a:pt x="715723" y="152333"/>
                </a:lnTo>
                <a:lnTo>
                  <a:pt x="715723" y="148376"/>
                </a:lnTo>
                <a:lnTo>
                  <a:pt x="720559" y="148376"/>
                </a:lnTo>
                <a:cubicBezTo>
                  <a:pt x="724956" y="148376"/>
                  <a:pt x="728473" y="147603"/>
                  <a:pt x="731111" y="146058"/>
                </a:cubicBezTo>
                <a:cubicBezTo>
                  <a:pt x="732942" y="145025"/>
                  <a:pt x="734408" y="143257"/>
                  <a:pt x="735507" y="140754"/>
                </a:cubicBezTo>
                <a:cubicBezTo>
                  <a:pt x="736313" y="138987"/>
                  <a:pt x="736716" y="134347"/>
                  <a:pt x="736716" y="126834"/>
                </a:cubicBezTo>
                <a:lnTo>
                  <a:pt x="736716" y="16376"/>
                </a:lnTo>
                <a:lnTo>
                  <a:pt x="679564" y="152333"/>
                </a:lnTo>
                <a:lnTo>
                  <a:pt x="676926" y="152333"/>
                </a:lnTo>
                <a:lnTo>
                  <a:pt x="618894" y="17256"/>
                </a:lnTo>
                <a:lnTo>
                  <a:pt x="618894" y="122218"/>
                </a:lnTo>
                <a:cubicBezTo>
                  <a:pt x="618894" y="129607"/>
                  <a:pt x="619078" y="134151"/>
                  <a:pt x="619444" y="135850"/>
                </a:cubicBezTo>
                <a:cubicBezTo>
                  <a:pt x="620397" y="139545"/>
                  <a:pt x="622466" y="142558"/>
                  <a:pt x="625654" y="144886"/>
                </a:cubicBezTo>
                <a:cubicBezTo>
                  <a:pt x="628841" y="147213"/>
                  <a:pt x="633842" y="148376"/>
                  <a:pt x="640656" y="148376"/>
                </a:cubicBezTo>
                <a:lnTo>
                  <a:pt x="640656" y="152333"/>
                </a:lnTo>
                <a:lnTo>
                  <a:pt x="589659" y="152333"/>
                </a:lnTo>
                <a:lnTo>
                  <a:pt x="589659" y="148376"/>
                </a:lnTo>
                <a:lnTo>
                  <a:pt x="591198" y="148376"/>
                </a:lnTo>
                <a:cubicBezTo>
                  <a:pt x="594495" y="148449"/>
                  <a:pt x="597572" y="147911"/>
                  <a:pt x="600430" y="146762"/>
                </a:cubicBezTo>
                <a:cubicBezTo>
                  <a:pt x="603287" y="145612"/>
                  <a:pt x="605449" y="144072"/>
                  <a:pt x="606914" y="142142"/>
                </a:cubicBezTo>
                <a:cubicBezTo>
                  <a:pt x="608380" y="140212"/>
                  <a:pt x="609516" y="137502"/>
                  <a:pt x="610322" y="134012"/>
                </a:cubicBezTo>
                <a:cubicBezTo>
                  <a:pt x="610468" y="133197"/>
                  <a:pt x="610541" y="129412"/>
                  <a:pt x="610541" y="122657"/>
                </a:cubicBezTo>
                <a:lnTo>
                  <a:pt x="610541" y="28796"/>
                </a:lnTo>
                <a:cubicBezTo>
                  <a:pt x="610541" y="21132"/>
                  <a:pt x="610138" y="16351"/>
                  <a:pt x="609332" y="14453"/>
                </a:cubicBezTo>
                <a:cubicBezTo>
                  <a:pt x="608526" y="12555"/>
                  <a:pt x="606878" y="10881"/>
                  <a:pt x="604387" y="9431"/>
                </a:cubicBezTo>
                <a:cubicBezTo>
                  <a:pt x="601895" y="7980"/>
                  <a:pt x="598561" y="7254"/>
                  <a:pt x="594385" y="7254"/>
                </a:cubicBezTo>
                <a:lnTo>
                  <a:pt x="589659" y="7254"/>
                </a:lnTo>
                <a:lnTo>
                  <a:pt x="589659" y="3297"/>
                </a:lnTo>
                <a:lnTo>
                  <a:pt x="650548" y="3297"/>
                </a:lnTo>
                <a:lnTo>
                  <a:pt x="692423" y="101425"/>
                </a:lnTo>
                <a:close/>
                <a:moveTo>
                  <a:pt x="800608" y="152333"/>
                </a:moveTo>
                <a:lnTo>
                  <a:pt x="800608" y="148376"/>
                </a:lnTo>
                <a:lnTo>
                  <a:pt x="805553" y="148376"/>
                </a:lnTo>
                <a:cubicBezTo>
                  <a:pt x="809877" y="148376"/>
                  <a:pt x="813192" y="147695"/>
                  <a:pt x="815500" y="146332"/>
                </a:cubicBezTo>
                <a:cubicBezTo>
                  <a:pt x="817808" y="144970"/>
                  <a:pt x="819512" y="143111"/>
                  <a:pt x="820611" y="140754"/>
                </a:cubicBezTo>
                <a:cubicBezTo>
                  <a:pt x="821270" y="139207"/>
                  <a:pt x="821600" y="134566"/>
                  <a:pt x="821600" y="126834"/>
                </a:cubicBezTo>
                <a:lnTo>
                  <a:pt x="821600" y="28796"/>
                </a:lnTo>
                <a:cubicBezTo>
                  <a:pt x="821600" y="21137"/>
                  <a:pt x="821197" y="16350"/>
                  <a:pt x="820391" y="14436"/>
                </a:cubicBezTo>
                <a:cubicBezTo>
                  <a:pt x="819585" y="12519"/>
                  <a:pt x="817955" y="10843"/>
                  <a:pt x="815500" y="9407"/>
                </a:cubicBezTo>
                <a:cubicBezTo>
                  <a:pt x="813046" y="7972"/>
                  <a:pt x="809730" y="7254"/>
                  <a:pt x="805553" y="7254"/>
                </a:cubicBezTo>
                <a:lnTo>
                  <a:pt x="800608" y="7254"/>
                </a:lnTo>
                <a:lnTo>
                  <a:pt x="800608" y="3297"/>
                </a:lnTo>
                <a:lnTo>
                  <a:pt x="867322" y="3297"/>
                </a:lnTo>
                <a:cubicBezTo>
                  <a:pt x="885127" y="3297"/>
                  <a:pt x="899452" y="5715"/>
                  <a:pt x="910296" y="10551"/>
                </a:cubicBezTo>
                <a:cubicBezTo>
                  <a:pt x="923558" y="16486"/>
                  <a:pt x="933615" y="25462"/>
                  <a:pt x="940466" y="37479"/>
                </a:cubicBezTo>
                <a:cubicBezTo>
                  <a:pt x="947317" y="49495"/>
                  <a:pt x="950742" y="63087"/>
                  <a:pt x="950742" y="78255"/>
                </a:cubicBezTo>
                <a:cubicBezTo>
                  <a:pt x="950742" y="88732"/>
                  <a:pt x="949057" y="98386"/>
                  <a:pt x="945686" y="107215"/>
                </a:cubicBezTo>
                <a:cubicBezTo>
                  <a:pt x="942316" y="116045"/>
                  <a:pt x="937956" y="123335"/>
                  <a:pt x="932607" y="129087"/>
                </a:cubicBezTo>
                <a:cubicBezTo>
                  <a:pt x="927258" y="134839"/>
                  <a:pt x="921085" y="139455"/>
                  <a:pt x="914088" y="142935"/>
                </a:cubicBezTo>
                <a:cubicBezTo>
                  <a:pt x="907090" y="146416"/>
                  <a:pt x="898536" y="149109"/>
                  <a:pt x="888424" y="151014"/>
                </a:cubicBezTo>
                <a:cubicBezTo>
                  <a:pt x="883955" y="151893"/>
                  <a:pt x="876920" y="152333"/>
                  <a:pt x="867322" y="152333"/>
                </a:cubicBezTo>
                <a:lnTo>
                  <a:pt x="800608" y="152333"/>
                </a:lnTo>
                <a:moveTo>
                  <a:pt x="857430" y="11650"/>
                </a:moveTo>
                <a:lnTo>
                  <a:pt x="857430" y="127837"/>
                </a:lnTo>
                <a:cubicBezTo>
                  <a:pt x="857430" y="133987"/>
                  <a:pt x="857723" y="137758"/>
                  <a:pt x="858309" y="139151"/>
                </a:cubicBezTo>
                <a:cubicBezTo>
                  <a:pt x="858896" y="140540"/>
                  <a:pt x="859885" y="141601"/>
                  <a:pt x="861277" y="142331"/>
                </a:cubicBezTo>
                <a:cubicBezTo>
                  <a:pt x="863255" y="143430"/>
                  <a:pt x="866113" y="143980"/>
                  <a:pt x="869850" y="143980"/>
                </a:cubicBezTo>
                <a:cubicBezTo>
                  <a:pt x="882086" y="143980"/>
                  <a:pt x="891428" y="139807"/>
                  <a:pt x="897876" y="131460"/>
                </a:cubicBezTo>
                <a:cubicBezTo>
                  <a:pt x="906669" y="120186"/>
                  <a:pt x="911065" y="102688"/>
                  <a:pt x="911065" y="78969"/>
                </a:cubicBezTo>
                <a:cubicBezTo>
                  <a:pt x="911065" y="59861"/>
                  <a:pt x="908061" y="44596"/>
                  <a:pt x="902053" y="33175"/>
                </a:cubicBezTo>
                <a:cubicBezTo>
                  <a:pt x="897290" y="24243"/>
                  <a:pt x="891172" y="18166"/>
                  <a:pt x="883698" y="14944"/>
                </a:cubicBezTo>
                <a:cubicBezTo>
                  <a:pt x="878423" y="12675"/>
                  <a:pt x="869667" y="11577"/>
                  <a:pt x="857430" y="11650"/>
                </a:cubicBezTo>
                <a:close/>
                <a:moveTo>
                  <a:pt x="1053798" y="109688"/>
                </a:moveTo>
                <a:lnTo>
                  <a:pt x="1001152" y="109688"/>
                </a:lnTo>
                <a:lnTo>
                  <a:pt x="994887" y="124268"/>
                </a:lnTo>
                <a:cubicBezTo>
                  <a:pt x="992835" y="129157"/>
                  <a:pt x="991810" y="133194"/>
                  <a:pt x="991810" y="136379"/>
                </a:cubicBezTo>
                <a:cubicBezTo>
                  <a:pt x="991810" y="140599"/>
                  <a:pt x="993495" y="143709"/>
                  <a:pt x="996865" y="145711"/>
                </a:cubicBezTo>
                <a:cubicBezTo>
                  <a:pt x="998844" y="146894"/>
                  <a:pt x="1003716" y="147783"/>
                  <a:pt x="1011483" y="148376"/>
                </a:cubicBezTo>
                <a:lnTo>
                  <a:pt x="1011483" y="152333"/>
                </a:lnTo>
                <a:lnTo>
                  <a:pt x="961915" y="152333"/>
                </a:lnTo>
                <a:lnTo>
                  <a:pt x="961915" y="148376"/>
                </a:lnTo>
                <a:cubicBezTo>
                  <a:pt x="967263" y="147563"/>
                  <a:pt x="971660" y="145326"/>
                  <a:pt x="975104" y="141665"/>
                </a:cubicBezTo>
                <a:cubicBezTo>
                  <a:pt x="978547" y="138001"/>
                  <a:pt x="982797" y="130436"/>
                  <a:pt x="987853" y="118969"/>
                </a:cubicBezTo>
                <a:lnTo>
                  <a:pt x="1041158" y="0"/>
                </a:lnTo>
                <a:lnTo>
                  <a:pt x="1043247" y="0"/>
                </a:lnTo>
                <a:lnTo>
                  <a:pt x="1096992" y="122283"/>
                </a:lnTo>
                <a:cubicBezTo>
                  <a:pt x="1102121" y="133979"/>
                  <a:pt x="1106334" y="141344"/>
                  <a:pt x="1109631" y="144378"/>
                </a:cubicBezTo>
                <a:cubicBezTo>
                  <a:pt x="1112122" y="146672"/>
                  <a:pt x="1115639" y="148005"/>
                  <a:pt x="1120182" y="148376"/>
                </a:cubicBezTo>
                <a:lnTo>
                  <a:pt x="1120182" y="152333"/>
                </a:lnTo>
                <a:lnTo>
                  <a:pt x="1048083" y="152333"/>
                </a:lnTo>
                <a:lnTo>
                  <a:pt x="1048083" y="148376"/>
                </a:lnTo>
                <a:lnTo>
                  <a:pt x="1051050" y="148376"/>
                </a:lnTo>
                <a:cubicBezTo>
                  <a:pt x="1056839" y="148376"/>
                  <a:pt x="1060905" y="147556"/>
                  <a:pt x="1063250" y="145917"/>
                </a:cubicBezTo>
                <a:cubicBezTo>
                  <a:pt x="1064862" y="144726"/>
                  <a:pt x="1065668" y="143012"/>
                  <a:pt x="1065668" y="140775"/>
                </a:cubicBezTo>
                <a:cubicBezTo>
                  <a:pt x="1065668" y="139436"/>
                  <a:pt x="1065448" y="138057"/>
                  <a:pt x="1065008" y="136640"/>
                </a:cubicBezTo>
                <a:cubicBezTo>
                  <a:pt x="1064862" y="135971"/>
                  <a:pt x="1063763" y="133178"/>
                  <a:pt x="1061711" y="128259"/>
                </a:cubicBezTo>
                <a:lnTo>
                  <a:pt x="1053798" y="109688"/>
                </a:lnTo>
                <a:moveTo>
                  <a:pt x="1050061" y="101555"/>
                </a:moveTo>
                <a:lnTo>
                  <a:pt x="1027859" y="50166"/>
                </a:lnTo>
                <a:lnTo>
                  <a:pt x="1004999" y="101555"/>
                </a:lnTo>
                <a:lnTo>
                  <a:pt x="1050061" y="101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15338-3286-46A7-95D3-BAE90F1C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142" y="285065"/>
            <a:ext cx="22509" cy="3308849"/>
          </a:xfrm>
          <a:custGeom xmlns:a="http://schemas.openxmlformats.org/drawingml/2006/main">
            <a:pathLst>
              <a:path w="22509" h="3308849">
                <a:moveTo>
                  <a:pt x="0" y="0"/>
                </a:moveTo>
                <a:lnTo>
                  <a:pt x="0" y="67528"/>
                </a:lnTo>
                <a:lnTo>
                  <a:pt x="22509" y="67528"/>
                </a:lnTo>
                <a:lnTo>
                  <a:pt x="22509" y="0"/>
                </a:lnTo>
                <a:moveTo>
                  <a:pt x="0" y="135055"/>
                </a:moveTo>
                <a:lnTo>
                  <a:pt x="0" y="202583"/>
                </a:lnTo>
                <a:lnTo>
                  <a:pt x="22509" y="202583"/>
                </a:lnTo>
                <a:lnTo>
                  <a:pt x="22509" y="135055"/>
                </a:lnTo>
                <a:moveTo>
                  <a:pt x="0" y="270110"/>
                </a:moveTo>
                <a:lnTo>
                  <a:pt x="0" y="337638"/>
                </a:lnTo>
                <a:lnTo>
                  <a:pt x="22509" y="337638"/>
                </a:lnTo>
                <a:lnTo>
                  <a:pt x="22509" y="270110"/>
                </a:lnTo>
                <a:moveTo>
                  <a:pt x="0" y="405165"/>
                </a:moveTo>
                <a:lnTo>
                  <a:pt x="0" y="472693"/>
                </a:lnTo>
                <a:lnTo>
                  <a:pt x="22509" y="472693"/>
                </a:lnTo>
                <a:lnTo>
                  <a:pt x="22509" y="405165"/>
                </a:lnTo>
                <a:moveTo>
                  <a:pt x="0" y="540220"/>
                </a:moveTo>
                <a:lnTo>
                  <a:pt x="0" y="607748"/>
                </a:lnTo>
                <a:lnTo>
                  <a:pt x="22509" y="607748"/>
                </a:lnTo>
                <a:lnTo>
                  <a:pt x="22509" y="540220"/>
                </a:lnTo>
                <a:moveTo>
                  <a:pt x="0" y="675275"/>
                </a:moveTo>
                <a:lnTo>
                  <a:pt x="0" y="742803"/>
                </a:lnTo>
                <a:lnTo>
                  <a:pt x="22509" y="742803"/>
                </a:lnTo>
                <a:lnTo>
                  <a:pt x="22509" y="675275"/>
                </a:lnTo>
                <a:moveTo>
                  <a:pt x="0" y="810330"/>
                </a:moveTo>
                <a:lnTo>
                  <a:pt x="0" y="877858"/>
                </a:lnTo>
                <a:lnTo>
                  <a:pt x="22509" y="877858"/>
                </a:lnTo>
                <a:lnTo>
                  <a:pt x="22509" y="810330"/>
                </a:lnTo>
                <a:moveTo>
                  <a:pt x="0" y="945385"/>
                </a:moveTo>
                <a:lnTo>
                  <a:pt x="0" y="1012913"/>
                </a:lnTo>
                <a:lnTo>
                  <a:pt x="22509" y="1012913"/>
                </a:lnTo>
                <a:lnTo>
                  <a:pt x="22509" y="945385"/>
                </a:lnTo>
                <a:moveTo>
                  <a:pt x="0" y="1080440"/>
                </a:moveTo>
                <a:lnTo>
                  <a:pt x="0" y="1147968"/>
                </a:lnTo>
                <a:lnTo>
                  <a:pt x="22509" y="1147968"/>
                </a:lnTo>
                <a:lnTo>
                  <a:pt x="22509" y="1080440"/>
                </a:lnTo>
                <a:moveTo>
                  <a:pt x="0" y="1215496"/>
                </a:moveTo>
                <a:lnTo>
                  <a:pt x="0" y="1283023"/>
                </a:lnTo>
                <a:lnTo>
                  <a:pt x="22509" y="1283023"/>
                </a:lnTo>
                <a:lnTo>
                  <a:pt x="22509" y="1215496"/>
                </a:lnTo>
                <a:moveTo>
                  <a:pt x="0" y="1350551"/>
                </a:moveTo>
                <a:lnTo>
                  <a:pt x="0" y="1418078"/>
                </a:lnTo>
                <a:lnTo>
                  <a:pt x="22509" y="1418078"/>
                </a:lnTo>
                <a:lnTo>
                  <a:pt x="22509" y="1350551"/>
                </a:lnTo>
                <a:moveTo>
                  <a:pt x="0" y="1485606"/>
                </a:moveTo>
                <a:lnTo>
                  <a:pt x="0" y="1553133"/>
                </a:lnTo>
                <a:lnTo>
                  <a:pt x="22509" y="1553133"/>
                </a:lnTo>
                <a:lnTo>
                  <a:pt x="22509" y="1485606"/>
                </a:lnTo>
                <a:moveTo>
                  <a:pt x="0" y="1620661"/>
                </a:moveTo>
                <a:lnTo>
                  <a:pt x="0" y="1688188"/>
                </a:lnTo>
                <a:lnTo>
                  <a:pt x="22509" y="1688188"/>
                </a:lnTo>
                <a:lnTo>
                  <a:pt x="22509" y="1620661"/>
                </a:lnTo>
                <a:moveTo>
                  <a:pt x="0" y="1755716"/>
                </a:moveTo>
                <a:lnTo>
                  <a:pt x="0" y="1823243"/>
                </a:lnTo>
                <a:lnTo>
                  <a:pt x="22509" y="1823243"/>
                </a:lnTo>
                <a:lnTo>
                  <a:pt x="22509" y="1755716"/>
                </a:lnTo>
                <a:moveTo>
                  <a:pt x="0" y="1890771"/>
                </a:moveTo>
                <a:lnTo>
                  <a:pt x="0" y="1958298"/>
                </a:lnTo>
                <a:lnTo>
                  <a:pt x="22509" y="1958298"/>
                </a:lnTo>
                <a:lnTo>
                  <a:pt x="22509" y="1890771"/>
                </a:lnTo>
                <a:moveTo>
                  <a:pt x="0" y="2025826"/>
                </a:moveTo>
                <a:lnTo>
                  <a:pt x="0" y="2093353"/>
                </a:lnTo>
                <a:lnTo>
                  <a:pt x="22509" y="2093353"/>
                </a:lnTo>
                <a:lnTo>
                  <a:pt x="22509" y="2025826"/>
                </a:lnTo>
                <a:moveTo>
                  <a:pt x="0" y="2160881"/>
                </a:moveTo>
                <a:lnTo>
                  <a:pt x="0" y="2228408"/>
                </a:lnTo>
                <a:lnTo>
                  <a:pt x="22509" y="2228408"/>
                </a:lnTo>
                <a:lnTo>
                  <a:pt x="22509" y="2160881"/>
                </a:lnTo>
                <a:moveTo>
                  <a:pt x="0" y="2295936"/>
                </a:moveTo>
                <a:lnTo>
                  <a:pt x="0" y="2363464"/>
                </a:lnTo>
                <a:lnTo>
                  <a:pt x="22509" y="2363464"/>
                </a:lnTo>
                <a:lnTo>
                  <a:pt x="22509" y="2295936"/>
                </a:lnTo>
                <a:moveTo>
                  <a:pt x="0" y="2430991"/>
                </a:moveTo>
                <a:lnTo>
                  <a:pt x="0" y="2498519"/>
                </a:lnTo>
                <a:lnTo>
                  <a:pt x="22509" y="2498519"/>
                </a:lnTo>
                <a:lnTo>
                  <a:pt x="22509" y="2430991"/>
                </a:lnTo>
                <a:moveTo>
                  <a:pt x="0" y="2566046"/>
                </a:moveTo>
                <a:lnTo>
                  <a:pt x="0" y="2633574"/>
                </a:lnTo>
                <a:lnTo>
                  <a:pt x="22509" y="2633574"/>
                </a:lnTo>
                <a:lnTo>
                  <a:pt x="22509" y="2566046"/>
                </a:lnTo>
                <a:moveTo>
                  <a:pt x="0" y="2701101"/>
                </a:moveTo>
                <a:lnTo>
                  <a:pt x="0" y="2768629"/>
                </a:lnTo>
                <a:lnTo>
                  <a:pt x="22509" y="2768629"/>
                </a:lnTo>
                <a:lnTo>
                  <a:pt x="22509" y="2701101"/>
                </a:lnTo>
                <a:moveTo>
                  <a:pt x="0" y="2836156"/>
                </a:moveTo>
                <a:lnTo>
                  <a:pt x="0" y="2903684"/>
                </a:lnTo>
                <a:lnTo>
                  <a:pt x="22509" y="2903684"/>
                </a:lnTo>
                <a:lnTo>
                  <a:pt x="22509" y="2836156"/>
                </a:lnTo>
                <a:moveTo>
                  <a:pt x="0" y="2971211"/>
                </a:moveTo>
                <a:lnTo>
                  <a:pt x="0" y="3038739"/>
                </a:lnTo>
                <a:lnTo>
                  <a:pt x="22509" y="3038739"/>
                </a:lnTo>
                <a:lnTo>
                  <a:pt x="22509" y="2971211"/>
                </a:lnTo>
                <a:moveTo>
                  <a:pt x="0" y="3106266"/>
                </a:moveTo>
                <a:lnTo>
                  <a:pt x="0" y="3173794"/>
                </a:lnTo>
                <a:lnTo>
                  <a:pt x="22509" y="3173794"/>
                </a:lnTo>
                <a:lnTo>
                  <a:pt x="22509" y="3106266"/>
                </a:lnTo>
                <a:moveTo>
                  <a:pt x="0" y="3241321"/>
                </a:moveTo>
                <a:lnTo>
                  <a:pt x="0" y="3308849"/>
                </a:lnTo>
                <a:lnTo>
                  <a:pt x="22509" y="3308849"/>
                </a:lnTo>
                <a:lnTo>
                  <a:pt x="22509" y="32413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(c)MaCP">
            <a:extLst xmlns:a="http://schemas.openxmlformats.org/drawingml/2006/main">
              <a:ext uri="{FF2B5EF4-FFF2-40B4-BE49-F238E27FC236}">
                <a16:creationId xmlns:a16="http://schemas.microsoft.com/office/drawing/2014/main" id="{25804317-957B-4CE9-A92E-21DFCB1B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996" y="7023691"/>
            <a:ext cx="915341" cy="197395"/>
          </a:xfrm>
          <a:custGeom xmlns:a="http://schemas.openxmlformats.org/drawingml/2006/main">
            <a:pathLst>
              <a:path w="915341" h="197395">
                <a:moveTo>
                  <a:pt x="63307" y="0"/>
                </a:moveTo>
                <a:lnTo>
                  <a:pt x="63307" y="5056"/>
                </a:lnTo>
                <a:cubicBezTo>
                  <a:pt x="55687" y="10036"/>
                  <a:pt x="50081" y="14906"/>
                  <a:pt x="46491" y="19667"/>
                </a:cubicBezTo>
                <a:cubicBezTo>
                  <a:pt x="41509" y="26257"/>
                  <a:pt x="37625" y="34714"/>
                  <a:pt x="34841" y="45038"/>
                </a:cubicBezTo>
                <a:cubicBezTo>
                  <a:pt x="31324" y="57854"/>
                  <a:pt x="29565" y="75759"/>
                  <a:pt x="29565" y="98752"/>
                </a:cubicBezTo>
                <a:cubicBezTo>
                  <a:pt x="29565" y="120427"/>
                  <a:pt x="31159" y="137269"/>
                  <a:pt x="34346" y="149279"/>
                </a:cubicBezTo>
                <a:cubicBezTo>
                  <a:pt x="37534" y="161289"/>
                  <a:pt x="41875" y="170992"/>
                  <a:pt x="47370" y="178388"/>
                </a:cubicBezTo>
                <a:cubicBezTo>
                  <a:pt x="51181" y="183514"/>
                  <a:pt x="56493" y="188018"/>
                  <a:pt x="63307" y="191900"/>
                </a:cubicBezTo>
                <a:lnTo>
                  <a:pt x="63307" y="197395"/>
                </a:lnTo>
                <a:cubicBezTo>
                  <a:pt x="45648" y="191462"/>
                  <a:pt x="30683" y="179360"/>
                  <a:pt x="18410" y="161087"/>
                </a:cubicBezTo>
                <a:cubicBezTo>
                  <a:pt x="6137" y="142818"/>
                  <a:pt x="0" y="121819"/>
                  <a:pt x="0" y="98093"/>
                </a:cubicBezTo>
                <a:cubicBezTo>
                  <a:pt x="0" y="74660"/>
                  <a:pt x="6118" y="53918"/>
                  <a:pt x="18355" y="35868"/>
                </a:cubicBezTo>
                <a:cubicBezTo>
                  <a:pt x="30591" y="17815"/>
                  <a:pt x="45575" y="5859"/>
                  <a:pt x="63307" y="0"/>
                </a:cubicBezTo>
                <a:close/>
                <a:moveTo>
                  <a:pt x="157386" y="125759"/>
                </a:moveTo>
                <a:lnTo>
                  <a:pt x="160794" y="128393"/>
                </a:lnTo>
                <a:cubicBezTo>
                  <a:pt x="155958" y="137509"/>
                  <a:pt x="149931" y="144291"/>
                  <a:pt x="142714" y="148740"/>
                </a:cubicBezTo>
                <a:cubicBezTo>
                  <a:pt x="135496" y="153187"/>
                  <a:pt x="127821" y="155410"/>
                  <a:pt x="119688" y="155410"/>
                </a:cubicBezTo>
                <a:cubicBezTo>
                  <a:pt x="105986" y="155410"/>
                  <a:pt x="95032" y="150240"/>
                  <a:pt x="86825" y="139899"/>
                </a:cubicBezTo>
                <a:cubicBezTo>
                  <a:pt x="78619" y="129556"/>
                  <a:pt x="74516" y="117124"/>
                  <a:pt x="74516" y="102603"/>
                </a:cubicBezTo>
                <a:cubicBezTo>
                  <a:pt x="74516" y="88592"/>
                  <a:pt x="78253" y="76269"/>
                  <a:pt x="85726" y="65636"/>
                </a:cubicBezTo>
                <a:cubicBezTo>
                  <a:pt x="94739" y="52799"/>
                  <a:pt x="107158" y="46381"/>
                  <a:pt x="122985" y="46381"/>
                </a:cubicBezTo>
                <a:cubicBezTo>
                  <a:pt x="133610" y="46381"/>
                  <a:pt x="142054" y="49064"/>
                  <a:pt x="148319" y="54429"/>
                </a:cubicBezTo>
                <a:cubicBezTo>
                  <a:pt x="154584" y="59791"/>
                  <a:pt x="157716" y="65779"/>
                  <a:pt x="157716" y="72392"/>
                </a:cubicBezTo>
                <a:cubicBezTo>
                  <a:pt x="157716" y="76580"/>
                  <a:pt x="156452" y="79923"/>
                  <a:pt x="153924" y="82421"/>
                </a:cubicBezTo>
                <a:cubicBezTo>
                  <a:pt x="151396" y="84919"/>
                  <a:pt x="148081" y="86168"/>
                  <a:pt x="143978" y="86168"/>
                </a:cubicBezTo>
                <a:cubicBezTo>
                  <a:pt x="139655" y="86168"/>
                  <a:pt x="136083" y="84735"/>
                  <a:pt x="133262" y="81868"/>
                </a:cubicBezTo>
                <a:cubicBezTo>
                  <a:pt x="130441" y="78999"/>
                  <a:pt x="128700" y="73888"/>
                  <a:pt x="128041" y="66536"/>
                </a:cubicBezTo>
                <a:cubicBezTo>
                  <a:pt x="127601" y="61903"/>
                  <a:pt x="126539" y="58668"/>
                  <a:pt x="124854" y="56829"/>
                </a:cubicBezTo>
                <a:cubicBezTo>
                  <a:pt x="123168" y="54993"/>
                  <a:pt x="121190" y="54075"/>
                  <a:pt x="118919" y="54075"/>
                </a:cubicBezTo>
                <a:cubicBezTo>
                  <a:pt x="115402" y="54075"/>
                  <a:pt x="112397" y="55943"/>
                  <a:pt x="109906" y="59680"/>
                </a:cubicBezTo>
                <a:cubicBezTo>
                  <a:pt x="106096" y="65322"/>
                  <a:pt x="104191" y="73968"/>
                  <a:pt x="104191" y="85618"/>
                </a:cubicBezTo>
                <a:cubicBezTo>
                  <a:pt x="104191" y="95290"/>
                  <a:pt x="105730" y="104541"/>
                  <a:pt x="108807" y="113370"/>
                </a:cubicBezTo>
                <a:cubicBezTo>
                  <a:pt x="111884" y="122199"/>
                  <a:pt x="116098" y="128776"/>
                  <a:pt x="121446" y="133099"/>
                </a:cubicBezTo>
                <a:cubicBezTo>
                  <a:pt x="125476" y="136249"/>
                  <a:pt x="130239" y="137825"/>
                  <a:pt x="135735" y="137825"/>
                </a:cubicBezTo>
                <a:cubicBezTo>
                  <a:pt x="139325" y="137825"/>
                  <a:pt x="142732" y="136984"/>
                  <a:pt x="145956" y="135304"/>
                </a:cubicBezTo>
                <a:cubicBezTo>
                  <a:pt x="149180" y="133621"/>
                  <a:pt x="152990" y="130439"/>
                  <a:pt x="157386" y="125759"/>
                </a:cubicBezTo>
                <a:close/>
                <a:moveTo>
                  <a:pt x="168631" y="197395"/>
                </a:moveTo>
                <a:lnTo>
                  <a:pt x="168631" y="192339"/>
                </a:lnTo>
                <a:cubicBezTo>
                  <a:pt x="176251" y="187286"/>
                  <a:pt x="181856" y="182380"/>
                  <a:pt x="185447" y="177622"/>
                </a:cubicBezTo>
                <a:cubicBezTo>
                  <a:pt x="190356" y="171030"/>
                  <a:pt x="194239" y="162608"/>
                  <a:pt x="197097" y="152357"/>
                </a:cubicBezTo>
                <a:cubicBezTo>
                  <a:pt x="200614" y="139468"/>
                  <a:pt x="202373" y="121526"/>
                  <a:pt x="202373" y="98533"/>
                </a:cubicBezTo>
                <a:cubicBezTo>
                  <a:pt x="202373" y="76858"/>
                  <a:pt x="200779" y="60034"/>
                  <a:pt x="197592" y="48061"/>
                </a:cubicBezTo>
                <a:cubicBezTo>
                  <a:pt x="194404" y="36088"/>
                  <a:pt x="190063" y="26403"/>
                  <a:pt x="184567" y="19007"/>
                </a:cubicBezTo>
                <a:cubicBezTo>
                  <a:pt x="180757" y="13880"/>
                  <a:pt x="175445" y="9377"/>
                  <a:pt x="168631" y="5495"/>
                </a:cubicBezTo>
                <a:lnTo>
                  <a:pt x="168631" y="0"/>
                </a:lnTo>
                <a:cubicBezTo>
                  <a:pt x="186289" y="5933"/>
                  <a:pt x="201255" y="18035"/>
                  <a:pt x="213528" y="36307"/>
                </a:cubicBezTo>
                <a:cubicBezTo>
                  <a:pt x="225801" y="54577"/>
                  <a:pt x="231938" y="75576"/>
                  <a:pt x="231938" y="99302"/>
                </a:cubicBezTo>
                <a:cubicBezTo>
                  <a:pt x="231938" y="122662"/>
                  <a:pt x="225801" y="143367"/>
                  <a:pt x="213528" y="161417"/>
                </a:cubicBezTo>
                <a:cubicBezTo>
                  <a:pt x="201255" y="179470"/>
                  <a:pt x="186289" y="191462"/>
                  <a:pt x="168631" y="197395"/>
                </a:cubicBezTo>
                <a:close/>
                <a:moveTo>
                  <a:pt x="404382" y="101425"/>
                </a:moveTo>
                <a:lnTo>
                  <a:pt x="444828" y="3297"/>
                </a:lnTo>
                <a:lnTo>
                  <a:pt x="505498" y="3297"/>
                </a:lnTo>
                <a:lnTo>
                  <a:pt x="505498" y="7254"/>
                </a:lnTo>
                <a:lnTo>
                  <a:pt x="500662" y="7254"/>
                </a:lnTo>
                <a:cubicBezTo>
                  <a:pt x="496265" y="7254"/>
                  <a:pt x="492748" y="8035"/>
                  <a:pt x="490110" y="9596"/>
                </a:cubicBezTo>
                <a:cubicBezTo>
                  <a:pt x="488279" y="10638"/>
                  <a:pt x="486813" y="12388"/>
                  <a:pt x="485714" y="14844"/>
                </a:cubicBezTo>
                <a:cubicBezTo>
                  <a:pt x="484908" y="16630"/>
                  <a:pt x="484505" y="21281"/>
                  <a:pt x="484505" y="28796"/>
                </a:cubicBezTo>
                <a:lnTo>
                  <a:pt x="484505" y="126834"/>
                </a:lnTo>
                <a:cubicBezTo>
                  <a:pt x="484505" y="134493"/>
                  <a:pt x="484908" y="139281"/>
                  <a:pt x="485714" y="141198"/>
                </a:cubicBezTo>
                <a:cubicBezTo>
                  <a:pt x="486520" y="143112"/>
                  <a:pt x="488169" y="144787"/>
                  <a:pt x="490660" y="146222"/>
                </a:cubicBezTo>
                <a:cubicBezTo>
                  <a:pt x="493151" y="147658"/>
                  <a:pt x="496485" y="148376"/>
                  <a:pt x="500662" y="148376"/>
                </a:cubicBezTo>
                <a:lnTo>
                  <a:pt x="505498" y="148376"/>
                </a:lnTo>
                <a:lnTo>
                  <a:pt x="505498" y="152333"/>
                </a:lnTo>
                <a:lnTo>
                  <a:pt x="427683" y="152333"/>
                </a:lnTo>
                <a:lnTo>
                  <a:pt x="427683" y="148376"/>
                </a:lnTo>
                <a:lnTo>
                  <a:pt x="432519" y="148376"/>
                </a:lnTo>
                <a:cubicBezTo>
                  <a:pt x="436915" y="148376"/>
                  <a:pt x="440432" y="147603"/>
                  <a:pt x="443070" y="146058"/>
                </a:cubicBezTo>
                <a:cubicBezTo>
                  <a:pt x="444902" y="145025"/>
                  <a:pt x="446367" y="143257"/>
                  <a:pt x="447466" y="140754"/>
                </a:cubicBezTo>
                <a:cubicBezTo>
                  <a:pt x="448272" y="138987"/>
                  <a:pt x="448675" y="134347"/>
                  <a:pt x="448675" y="126834"/>
                </a:cubicBezTo>
                <a:lnTo>
                  <a:pt x="448675" y="16376"/>
                </a:lnTo>
                <a:lnTo>
                  <a:pt x="391523" y="152333"/>
                </a:lnTo>
                <a:lnTo>
                  <a:pt x="388885" y="152333"/>
                </a:lnTo>
                <a:lnTo>
                  <a:pt x="330854" y="17256"/>
                </a:lnTo>
                <a:lnTo>
                  <a:pt x="330854" y="122218"/>
                </a:lnTo>
                <a:cubicBezTo>
                  <a:pt x="330854" y="129607"/>
                  <a:pt x="331037" y="134151"/>
                  <a:pt x="331403" y="135850"/>
                </a:cubicBezTo>
                <a:cubicBezTo>
                  <a:pt x="332356" y="139545"/>
                  <a:pt x="334426" y="142558"/>
                  <a:pt x="337613" y="144886"/>
                </a:cubicBezTo>
                <a:cubicBezTo>
                  <a:pt x="340800" y="147213"/>
                  <a:pt x="345801" y="148376"/>
                  <a:pt x="352615" y="148376"/>
                </a:cubicBezTo>
                <a:lnTo>
                  <a:pt x="352615" y="152333"/>
                </a:lnTo>
                <a:lnTo>
                  <a:pt x="301618" y="152333"/>
                </a:lnTo>
                <a:lnTo>
                  <a:pt x="301618" y="148376"/>
                </a:lnTo>
                <a:lnTo>
                  <a:pt x="303157" y="148376"/>
                </a:lnTo>
                <a:cubicBezTo>
                  <a:pt x="306454" y="148449"/>
                  <a:pt x="309531" y="147911"/>
                  <a:pt x="312389" y="146762"/>
                </a:cubicBezTo>
                <a:cubicBezTo>
                  <a:pt x="315247" y="145612"/>
                  <a:pt x="317408" y="144072"/>
                  <a:pt x="318874" y="142142"/>
                </a:cubicBezTo>
                <a:cubicBezTo>
                  <a:pt x="320339" y="140212"/>
                  <a:pt x="321475" y="137502"/>
                  <a:pt x="322281" y="134012"/>
                </a:cubicBezTo>
                <a:cubicBezTo>
                  <a:pt x="322427" y="133197"/>
                  <a:pt x="322501" y="129412"/>
                  <a:pt x="322501" y="122657"/>
                </a:cubicBezTo>
                <a:lnTo>
                  <a:pt x="322501" y="28796"/>
                </a:lnTo>
                <a:cubicBezTo>
                  <a:pt x="322501" y="21132"/>
                  <a:pt x="322098" y="16351"/>
                  <a:pt x="321292" y="14453"/>
                </a:cubicBezTo>
                <a:cubicBezTo>
                  <a:pt x="320486" y="12555"/>
                  <a:pt x="318837" y="10881"/>
                  <a:pt x="316346" y="9431"/>
                </a:cubicBezTo>
                <a:cubicBezTo>
                  <a:pt x="313854" y="7980"/>
                  <a:pt x="310521" y="7254"/>
                  <a:pt x="306344" y="7254"/>
                </a:cubicBezTo>
                <a:lnTo>
                  <a:pt x="301618" y="7254"/>
                </a:lnTo>
                <a:lnTo>
                  <a:pt x="301618" y="3297"/>
                </a:lnTo>
                <a:lnTo>
                  <a:pt x="362507" y="3297"/>
                </a:lnTo>
                <a:lnTo>
                  <a:pt x="404382" y="101425"/>
                </a:lnTo>
                <a:close/>
                <a:moveTo>
                  <a:pt x="573895" y="137165"/>
                </a:moveTo>
                <a:cubicBezTo>
                  <a:pt x="561365" y="148303"/>
                  <a:pt x="550118" y="153871"/>
                  <a:pt x="540153" y="153871"/>
                </a:cubicBezTo>
                <a:cubicBezTo>
                  <a:pt x="534291" y="153871"/>
                  <a:pt x="529418" y="151942"/>
                  <a:pt x="525535" y="148084"/>
                </a:cubicBezTo>
                <a:cubicBezTo>
                  <a:pt x="521652" y="144223"/>
                  <a:pt x="519710" y="139390"/>
                  <a:pt x="519710" y="133583"/>
                </a:cubicBezTo>
                <a:cubicBezTo>
                  <a:pt x="519710" y="125715"/>
                  <a:pt x="523080" y="118639"/>
                  <a:pt x="529821" y="112354"/>
                </a:cubicBezTo>
                <a:cubicBezTo>
                  <a:pt x="536562" y="106068"/>
                  <a:pt x="551254" y="97706"/>
                  <a:pt x="573895" y="87267"/>
                </a:cubicBezTo>
                <a:lnTo>
                  <a:pt x="573895" y="76936"/>
                </a:lnTo>
                <a:cubicBezTo>
                  <a:pt x="573895" y="69169"/>
                  <a:pt x="573473" y="64278"/>
                  <a:pt x="572631" y="62263"/>
                </a:cubicBezTo>
                <a:cubicBezTo>
                  <a:pt x="571788" y="60248"/>
                  <a:pt x="570194" y="58489"/>
                  <a:pt x="567850" y="56987"/>
                </a:cubicBezTo>
                <a:cubicBezTo>
                  <a:pt x="565505" y="55485"/>
                  <a:pt x="562867" y="54734"/>
                  <a:pt x="559936" y="54734"/>
                </a:cubicBezTo>
                <a:cubicBezTo>
                  <a:pt x="555174" y="54734"/>
                  <a:pt x="551254" y="55797"/>
                  <a:pt x="548176" y="57922"/>
                </a:cubicBezTo>
                <a:cubicBezTo>
                  <a:pt x="546271" y="59240"/>
                  <a:pt x="545318" y="60779"/>
                  <a:pt x="545318" y="62538"/>
                </a:cubicBezTo>
                <a:cubicBezTo>
                  <a:pt x="545318" y="64076"/>
                  <a:pt x="546344" y="65981"/>
                  <a:pt x="548396" y="68253"/>
                </a:cubicBezTo>
                <a:cubicBezTo>
                  <a:pt x="551180" y="71404"/>
                  <a:pt x="552572" y="74444"/>
                  <a:pt x="552572" y="77375"/>
                </a:cubicBezTo>
                <a:cubicBezTo>
                  <a:pt x="552572" y="80966"/>
                  <a:pt x="551235" y="84025"/>
                  <a:pt x="548561" y="86553"/>
                </a:cubicBezTo>
                <a:cubicBezTo>
                  <a:pt x="545886" y="89080"/>
                  <a:pt x="542388" y="90344"/>
                  <a:pt x="538065" y="90344"/>
                </a:cubicBezTo>
                <a:cubicBezTo>
                  <a:pt x="533448" y="90344"/>
                  <a:pt x="529583" y="88952"/>
                  <a:pt x="526469" y="86168"/>
                </a:cubicBezTo>
                <a:cubicBezTo>
                  <a:pt x="523355" y="83384"/>
                  <a:pt x="521798" y="80123"/>
                  <a:pt x="521798" y="76386"/>
                </a:cubicBezTo>
                <a:cubicBezTo>
                  <a:pt x="521798" y="71111"/>
                  <a:pt x="523886" y="66073"/>
                  <a:pt x="528063" y="61274"/>
                </a:cubicBezTo>
                <a:cubicBezTo>
                  <a:pt x="532239" y="56474"/>
                  <a:pt x="538065" y="52793"/>
                  <a:pt x="545538" y="50228"/>
                </a:cubicBezTo>
                <a:cubicBezTo>
                  <a:pt x="553012" y="47663"/>
                  <a:pt x="560779" y="46381"/>
                  <a:pt x="568839" y="46381"/>
                </a:cubicBezTo>
                <a:cubicBezTo>
                  <a:pt x="578584" y="46381"/>
                  <a:pt x="586296" y="48457"/>
                  <a:pt x="591974" y="52608"/>
                </a:cubicBezTo>
                <a:cubicBezTo>
                  <a:pt x="597653" y="56757"/>
                  <a:pt x="601335" y="61255"/>
                  <a:pt x="603020" y="66103"/>
                </a:cubicBezTo>
                <a:cubicBezTo>
                  <a:pt x="604046" y="69187"/>
                  <a:pt x="604559" y="76274"/>
                  <a:pt x="604559" y="87363"/>
                </a:cubicBezTo>
                <a:lnTo>
                  <a:pt x="604559" y="127353"/>
                </a:lnTo>
                <a:cubicBezTo>
                  <a:pt x="604559" y="132053"/>
                  <a:pt x="604742" y="135011"/>
                  <a:pt x="605108" y="136224"/>
                </a:cubicBezTo>
                <a:cubicBezTo>
                  <a:pt x="605475" y="137435"/>
                  <a:pt x="606024" y="138335"/>
                  <a:pt x="606757" y="138924"/>
                </a:cubicBezTo>
                <a:cubicBezTo>
                  <a:pt x="607490" y="139510"/>
                  <a:pt x="608332" y="139803"/>
                  <a:pt x="609285" y="139803"/>
                </a:cubicBezTo>
                <a:cubicBezTo>
                  <a:pt x="611190" y="139803"/>
                  <a:pt x="613132" y="138448"/>
                  <a:pt x="615110" y="135736"/>
                </a:cubicBezTo>
                <a:lnTo>
                  <a:pt x="618407" y="138374"/>
                </a:lnTo>
                <a:cubicBezTo>
                  <a:pt x="614744" y="143796"/>
                  <a:pt x="610952" y="147735"/>
                  <a:pt x="607032" y="150189"/>
                </a:cubicBezTo>
                <a:cubicBezTo>
                  <a:pt x="603112" y="152644"/>
                  <a:pt x="598661" y="153871"/>
                  <a:pt x="593678" y="153871"/>
                </a:cubicBezTo>
                <a:cubicBezTo>
                  <a:pt x="587816" y="153871"/>
                  <a:pt x="583237" y="152488"/>
                  <a:pt x="579940" y="149722"/>
                </a:cubicBezTo>
                <a:cubicBezTo>
                  <a:pt x="576642" y="146956"/>
                  <a:pt x="574627" y="142771"/>
                  <a:pt x="573895" y="137165"/>
                </a:cubicBezTo>
                <a:moveTo>
                  <a:pt x="573895" y="129032"/>
                </a:moveTo>
                <a:lnTo>
                  <a:pt x="573895" y="94651"/>
                </a:lnTo>
                <a:cubicBezTo>
                  <a:pt x="565029" y="99879"/>
                  <a:pt x="558434" y="105475"/>
                  <a:pt x="554111" y="111440"/>
                </a:cubicBezTo>
                <a:cubicBezTo>
                  <a:pt x="551254" y="115415"/>
                  <a:pt x="549825" y="119428"/>
                  <a:pt x="549825" y="123478"/>
                </a:cubicBezTo>
                <a:cubicBezTo>
                  <a:pt x="549825" y="126865"/>
                  <a:pt x="551034" y="129847"/>
                  <a:pt x="553452" y="132426"/>
                </a:cubicBezTo>
                <a:cubicBezTo>
                  <a:pt x="555283" y="134413"/>
                  <a:pt x="557848" y="135407"/>
                  <a:pt x="561145" y="135407"/>
                </a:cubicBezTo>
                <a:cubicBezTo>
                  <a:pt x="564809" y="135407"/>
                  <a:pt x="569059" y="133282"/>
                  <a:pt x="573895" y="129032"/>
                </a:cubicBezTo>
                <a:close/>
                <a:moveTo>
                  <a:pt x="772388" y="0"/>
                </a:moveTo>
                <a:lnTo>
                  <a:pt x="772388" y="51657"/>
                </a:lnTo>
                <a:lnTo>
                  <a:pt x="768102" y="51657"/>
                </a:lnTo>
                <a:cubicBezTo>
                  <a:pt x="764878" y="38104"/>
                  <a:pt x="758870" y="27719"/>
                  <a:pt x="750077" y="20501"/>
                </a:cubicBezTo>
                <a:cubicBezTo>
                  <a:pt x="741284" y="13282"/>
                  <a:pt x="731319" y="9672"/>
                  <a:pt x="720182" y="9672"/>
                </a:cubicBezTo>
                <a:cubicBezTo>
                  <a:pt x="710876" y="9672"/>
                  <a:pt x="702340" y="12346"/>
                  <a:pt x="694573" y="17695"/>
                </a:cubicBezTo>
                <a:cubicBezTo>
                  <a:pt x="686806" y="23044"/>
                  <a:pt x="681128" y="30042"/>
                  <a:pt x="677538" y="38688"/>
                </a:cubicBezTo>
                <a:cubicBezTo>
                  <a:pt x="672921" y="49752"/>
                  <a:pt x="670613" y="62061"/>
                  <a:pt x="670613" y="75617"/>
                </a:cubicBezTo>
                <a:cubicBezTo>
                  <a:pt x="670613" y="88952"/>
                  <a:pt x="672299" y="101097"/>
                  <a:pt x="675669" y="112051"/>
                </a:cubicBezTo>
                <a:cubicBezTo>
                  <a:pt x="679040" y="123005"/>
                  <a:pt x="684315" y="131285"/>
                  <a:pt x="691496" y="136891"/>
                </a:cubicBezTo>
                <a:cubicBezTo>
                  <a:pt x="698677" y="142496"/>
                  <a:pt x="707982" y="145298"/>
                  <a:pt x="719413" y="145298"/>
                </a:cubicBezTo>
                <a:cubicBezTo>
                  <a:pt x="728791" y="145298"/>
                  <a:pt x="737382" y="143247"/>
                  <a:pt x="745186" y="139144"/>
                </a:cubicBezTo>
                <a:cubicBezTo>
                  <a:pt x="752989" y="135040"/>
                  <a:pt x="761214" y="127970"/>
                  <a:pt x="769860" y="117931"/>
                </a:cubicBezTo>
                <a:lnTo>
                  <a:pt x="769860" y="130791"/>
                </a:lnTo>
                <a:cubicBezTo>
                  <a:pt x="761507" y="139510"/>
                  <a:pt x="752806" y="145830"/>
                  <a:pt x="743757" y="149750"/>
                </a:cubicBezTo>
                <a:cubicBezTo>
                  <a:pt x="734708" y="153670"/>
                  <a:pt x="724139" y="155630"/>
                  <a:pt x="712049" y="155630"/>
                </a:cubicBezTo>
                <a:cubicBezTo>
                  <a:pt x="696149" y="155630"/>
                  <a:pt x="682025" y="152447"/>
                  <a:pt x="669679" y="146082"/>
                </a:cubicBezTo>
                <a:cubicBezTo>
                  <a:pt x="657333" y="139716"/>
                  <a:pt x="647807" y="130571"/>
                  <a:pt x="641103" y="118646"/>
                </a:cubicBezTo>
                <a:cubicBezTo>
                  <a:pt x="634399" y="106718"/>
                  <a:pt x="631046" y="94023"/>
                  <a:pt x="631046" y="80559"/>
                </a:cubicBezTo>
                <a:cubicBezTo>
                  <a:pt x="631046" y="66365"/>
                  <a:pt x="634765" y="52902"/>
                  <a:pt x="642202" y="40171"/>
                </a:cubicBezTo>
                <a:cubicBezTo>
                  <a:pt x="649639" y="27438"/>
                  <a:pt x="659677" y="17560"/>
                  <a:pt x="672317" y="10537"/>
                </a:cubicBezTo>
                <a:cubicBezTo>
                  <a:pt x="684956" y="3512"/>
                  <a:pt x="698383" y="0"/>
                  <a:pt x="712598" y="0"/>
                </a:cubicBezTo>
                <a:cubicBezTo>
                  <a:pt x="723076" y="0"/>
                  <a:pt x="734140" y="2271"/>
                  <a:pt x="745790" y="6814"/>
                </a:cubicBezTo>
                <a:cubicBezTo>
                  <a:pt x="752531" y="9452"/>
                  <a:pt x="756818" y="10771"/>
                  <a:pt x="758650" y="10771"/>
                </a:cubicBezTo>
                <a:cubicBezTo>
                  <a:pt x="760994" y="10771"/>
                  <a:pt x="763028" y="9910"/>
                  <a:pt x="764750" y="8188"/>
                </a:cubicBezTo>
                <a:cubicBezTo>
                  <a:pt x="766471" y="6466"/>
                  <a:pt x="767589" y="3737"/>
                  <a:pt x="768102" y="0"/>
                </a:cubicBezTo>
                <a:lnTo>
                  <a:pt x="772388" y="0"/>
                </a:lnTo>
                <a:close/>
                <a:moveTo>
                  <a:pt x="845440" y="84849"/>
                </a:moveTo>
                <a:lnTo>
                  <a:pt x="845440" y="126174"/>
                </a:lnTo>
                <a:cubicBezTo>
                  <a:pt x="845440" y="134276"/>
                  <a:pt x="845934" y="139376"/>
                  <a:pt x="846924" y="141476"/>
                </a:cubicBezTo>
                <a:cubicBezTo>
                  <a:pt x="847913" y="143573"/>
                  <a:pt x="849671" y="145248"/>
                  <a:pt x="852199" y="146501"/>
                </a:cubicBezTo>
                <a:cubicBezTo>
                  <a:pt x="854727" y="147751"/>
                  <a:pt x="859362" y="148376"/>
                  <a:pt x="866103" y="148376"/>
                </a:cubicBezTo>
                <a:lnTo>
                  <a:pt x="866103" y="152333"/>
                </a:lnTo>
                <a:lnTo>
                  <a:pt x="790376" y="152333"/>
                </a:lnTo>
                <a:lnTo>
                  <a:pt x="790376" y="148376"/>
                </a:lnTo>
                <a:cubicBezTo>
                  <a:pt x="797264" y="148376"/>
                  <a:pt x="801935" y="147731"/>
                  <a:pt x="804389" y="146442"/>
                </a:cubicBezTo>
                <a:cubicBezTo>
                  <a:pt x="806844" y="145153"/>
                  <a:pt x="808566" y="143478"/>
                  <a:pt x="809555" y="141417"/>
                </a:cubicBezTo>
                <a:cubicBezTo>
                  <a:pt x="810544" y="139357"/>
                  <a:pt x="811039" y="134276"/>
                  <a:pt x="811039" y="126174"/>
                </a:cubicBezTo>
                <a:lnTo>
                  <a:pt x="811039" y="29455"/>
                </a:lnTo>
                <a:cubicBezTo>
                  <a:pt x="811039" y="21354"/>
                  <a:pt x="810544" y="16255"/>
                  <a:pt x="809555" y="14158"/>
                </a:cubicBezTo>
                <a:cubicBezTo>
                  <a:pt x="808566" y="12058"/>
                  <a:pt x="806826" y="10383"/>
                  <a:pt x="804334" y="9133"/>
                </a:cubicBezTo>
                <a:cubicBezTo>
                  <a:pt x="801843" y="7880"/>
                  <a:pt x="797190" y="7254"/>
                  <a:pt x="790376" y="7254"/>
                </a:cubicBezTo>
                <a:lnTo>
                  <a:pt x="790376" y="3297"/>
                </a:lnTo>
                <a:lnTo>
                  <a:pt x="855332" y="3297"/>
                </a:lnTo>
                <a:cubicBezTo>
                  <a:pt x="876727" y="3297"/>
                  <a:pt x="892078" y="7107"/>
                  <a:pt x="901383" y="14728"/>
                </a:cubicBezTo>
                <a:cubicBezTo>
                  <a:pt x="910689" y="22348"/>
                  <a:pt x="915341" y="31873"/>
                  <a:pt x="915341" y="43304"/>
                </a:cubicBezTo>
                <a:cubicBezTo>
                  <a:pt x="915341" y="52976"/>
                  <a:pt x="912337" y="61255"/>
                  <a:pt x="906329" y="68143"/>
                </a:cubicBezTo>
                <a:cubicBezTo>
                  <a:pt x="900321" y="75031"/>
                  <a:pt x="892041" y="79720"/>
                  <a:pt x="881490" y="82211"/>
                </a:cubicBezTo>
                <a:cubicBezTo>
                  <a:pt x="874382" y="83970"/>
                  <a:pt x="862366" y="84849"/>
                  <a:pt x="845440" y="84849"/>
                </a:cubicBezTo>
                <a:moveTo>
                  <a:pt x="845440" y="11870"/>
                </a:moveTo>
                <a:lnTo>
                  <a:pt x="845440" y="76276"/>
                </a:lnTo>
                <a:cubicBezTo>
                  <a:pt x="847858" y="76423"/>
                  <a:pt x="849690" y="76496"/>
                  <a:pt x="850935" y="76496"/>
                </a:cubicBezTo>
                <a:cubicBezTo>
                  <a:pt x="859875" y="76496"/>
                  <a:pt x="866762" y="73840"/>
                  <a:pt x="871598" y="68528"/>
                </a:cubicBezTo>
                <a:cubicBezTo>
                  <a:pt x="876434" y="63215"/>
                  <a:pt x="878852" y="54991"/>
                  <a:pt x="878852" y="43853"/>
                </a:cubicBezTo>
                <a:cubicBezTo>
                  <a:pt x="878852" y="32789"/>
                  <a:pt x="876434" y="24693"/>
                  <a:pt x="871598" y="19564"/>
                </a:cubicBezTo>
                <a:cubicBezTo>
                  <a:pt x="866762" y="14435"/>
                  <a:pt x="859545" y="11870"/>
                  <a:pt x="849946" y="11870"/>
                </a:cubicBezTo>
                <a:lnTo>
                  <a:pt x="845440" y="118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0DE33-AAB6-4EA0-80E2-5F966AC8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232" y="93736"/>
            <a:ext cx="208885" cy="90037"/>
          </a:xfrm>
          <a:custGeom xmlns:a="http://schemas.openxmlformats.org/drawingml/2006/main">
            <a:pathLst>
              <a:path w="208885" h="90037">
                <a:moveTo>
                  <a:pt x="0" y="0"/>
                </a:moveTo>
                <a:lnTo>
                  <a:pt x="208885" y="0"/>
                </a:lnTo>
                <a:lnTo>
                  <a:pt x="208885" y="90037"/>
                </a:lnTo>
                <a:lnTo>
                  <a:pt x="0" y="900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6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3DFEB-D94D-49C2-AE39-C1C5488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232" y="93736"/>
            <a:ext cx="208885" cy="90037"/>
          </a:xfrm>
          <a:custGeom xmlns:a="http://schemas.openxmlformats.org/drawingml/2006/main">
            <a:pathLst>
              <a:path w="208885" h="90037" fill="none">
                <a:moveTo>
                  <a:pt x="0" y="0"/>
                </a:moveTo>
                <a:lnTo>
                  <a:pt x="208885" y="0"/>
                </a:lnTo>
                <a:lnTo>
                  <a:pt x="208885" y="90037"/>
                </a:lnTo>
                <a:lnTo>
                  <a:pt x="0" y="900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000000"/>
            </a:solidFill>
            <a:miter/>
          </a:ln>
        </p:spPr>
      </p:sp>
      <p:sp>
        <p:nvSpPr>
          <p:cNvPr id="277" name="Text :Frozen">
            <a:extLst xmlns:a="http://schemas.openxmlformats.org/drawingml/2006/main">
              <a:ext uri="{FF2B5EF4-FFF2-40B4-BE49-F238E27FC236}">
                <a16:creationId xmlns:a16="http://schemas.microsoft.com/office/drawing/2014/main" id="{9D72315C-F847-4079-9FDB-98C8D37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140" y="74993"/>
            <a:ext cx="432047" cy="91268"/>
          </a:xfrm>
          <a:custGeom xmlns:a="http://schemas.openxmlformats.org/drawingml/2006/main">
            <a:pathLst>
              <a:path w="432047" h="91268">
                <a:moveTo>
                  <a:pt x="11013" y="25982"/>
                </a:moveTo>
                <a:cubicBezTo>
                  <a:pt x="14046" y="25982"/>
                  <a:pt x="16629" y="27048"/>
                  <a:pt x="18761" y="29181"/>
                </a:cubicBezTo>
                <a:cubicBezTo>
                  <a:pt x="20894" y="31313"/>
                  <a:pt x="21960" y="33896"/>
                  <a:pt x="21960" y="36929"/>
                </a:cubicBezTo>
                <a:cubicBezTo>
                  <a:pt x="21960" y="39963"/>
                  <a:pt x="20894" y="42545"/>
                  <a:pt x="18761" y="44678"/>
                </a:cubicBezTo>
                <a:cubicBezTo>
                  <a:pt x="16629" y="46810"/>
                  <a:pt x="14046" y="47876"/>
                  <a:pt x="11013" y="47876"/>
                </a:cubicBezTo>
                <a:cubicBezTo>
                  <a:pt x="7979" y="47876"/>
                  <a:pt x="5396" y="46810"/>
                  <a:pt x="3264" y="44678"/>
                </a:cubicBezTo>
                <a:cubicBezTo>
                  <a:pt x="1132" y="42545"/>
                  <a:pt x="66" y="39963"/>
                  <a:pt x="66" y="36929"/>
                </a:cubicBezTo>
                <a:cubicBezTo>
                  <a:pt x="66" y="33896"/>
                  <a:pt x="1132" y="31313"/>
                  <a:pt x="3264" y="29181"/>
                </a:cubicBezTo>
                <a:cubicBezTo>
                  <a:pt x="5396" y="27048"/>
                  <a:pt x="7979" y="25982"/>
                  <a:pt x="11013" y="25982"/>
                </a:cubicBezTo>
                <a:moveTo>
                  <a:pt x="10947" y="69110"/>
                </a:moveTo>
                <a:cubicBezTo>
                  <a:pt x="14024" y="69110"/>
                  <a:pt x="16629" y="70191"/>
                  <a:pt x="18761" y="72352"/>
                </a:cubicBezTo>
                <a:cubicBezTo>
                  <a:pt x="20894" y="74512"/>
                  <a:pt x="21960" y="77113"/>
                  <a:pt x="21960" y="80156"/>
                </a:cubicBezTo>
                <a:cubicBezTo>
                  <a:pt x="21960" y="83199"/>
                  <a:pt x="20883" y="85790"/>
                  <a:pt x="18728" y="87929"/>
                </a:cubicBezTo>
                <a:cubicBezTo>
                  <a:pt x="16574" y="90067"/>
                  <a:pt x="13980" y="91136"/>
                  <a:pt x="10947" y="91136"/>
                </a:cubicBezTo>
                <a:cubicBezTo>
                  <a:pt x="7913" y="91136"/>
                  <a:pt x="5331" y="90067"/>
                  <a:pt x="3198" y="87929"/>
                </a:cubicBezTo>
                <a:cubicBezTo>
                  <a:pt x="1066" y="85790"/>
                  <a:pt x="0" y="83199"/>
                  <a:pt x="0" y="80156"/>
                </a:cubicBezTo>
                <a:cubicBezTo>
                  <a:pt x="0" y="77113"/>
                  <a:pt x="1066" y="74512"/>
                  <a:pt x="3198" y="72352"/>
                </a:cubicBezTo>
                <a:cubicBezTo>
                  <a:pt x="5331" y="70191"/>
                  <a:pt x="7913" y="69110"/>
                  <a:pt x="10947" y="69110"/>
                </a:cubicBezTo>
                <a:close/>
                <a:moveTo>
                  <a:pt x="70561" y="5144"/>
                </a:moveTo>
                <a:lnTo>
                  <a:pt x="70561" y="41809"/>
                </a:lnTo>
                <a:lnTo>
                  <a:pt x="73132" y="41809"/>
                </a:lnTo>
                <a:cubicBezTo>
                  <a:pt x="77089" y="41809"/>
                  <a:pt x="80320" y="41213"/>
                  <a:pt x="82826" y="40022"/>
                </a:cubicBezTo>
                <a:cubicBezTo>
                  <a:pt x="85332" y="38831"/>
                  <a:pt x="87453" y="36824"/>
                  <a:pt x="89190" y="34001"/>
                </a:cubicBezTo>
                <a:cubicBezTo>
                  <a:pt x="90926" y="31177"/>
                  <a:pt x="92059" y="27362"/>
                  <a:pt x="92586" y="22553"/>
                </a:cubicBezTo>
                <a:lnTo>
                  <a:pt x="94894" y="22553"/>
                </a:lnTo>
                <a:lnTo>
                  <a:pt x="94894" y="67528"/>
                </a:lnTo>
                <a:lnTo>
                  <a:pt x="92586" y="67528"/>
                </a:lnTo>
                <a:cubicBezTo>
                  <a:pt x="91751" y="59043"/>
                  <a:pt x="89476" y="53448"/>
                  <a:pt x="85761" y="50745"/>
                </a:cubicBezTo>
                <a:cubicBezTo>
                  <a:pt x="82046" y="48041"/>
                  <a:pt x="77836" y="46689"/>
                  <a:pt x="73132" y="46689"/>
                </a:cubicBezTo>
                <a:lnTo>
                  <a:pt x="70561" y="46689"/>
                </a:lnTo>
                <a:lnTo>
                  <a:pt x="70561" y="74122"/>
                </a:lnTo>
                <a:cubicBezTo>
                  <a:pt x="70561" y="78718"/>
                  <a:pt x="70813" y="81590"/>
                  <a:pt x="71319" y="82740"/>
                </a:cubicBezTo>
                <a:cubicBezTo>
                  <a:pt x="71824" y="83889"/>
                  <a:pt x="72814" y="84894"/>
                  <a:pt x="74286" y="85755"/>
                </a:cubicBezTo>
                <a:cubicBezTo>
                  <a:pt x="75759" y="86617"/>
                  <a:pt x="77749" y="87047"/>
                  <a:pt x="80254" y="87047"/>
                </a:cubicBezTo>
                <a:lnTo>
                  <a:pt x="83222" y="87047"/>
                </a:lnTo>
                <a:lnTo>
                  <a:pt x="83222" y="89421"/>
                </a:lnTo>
                <a:lnTo>
                  <a:pt x="36467" y="89421"/>
                </a:lnTo>
                <a:lnTo>
                  <a:pt x="36467" y="87047"/>
                </a:lnTo>
                <a:lnTo>
                  <a:pt x="39435" y="87047"/>
                </a:lnTo>
                <a:cubicBezTo>
                  <a:pt x="42028" y="87047"/>
                  <a:pt x="44117" y="86584"/>
                  <a:pt x="45699" y="85656"/>
                </a:cubicBezTo>
                <a:cubicBezTo>
                  <a:pt x="46842" y="85037"/>
                  <a:pt x="47722" y="83976"/>
                  <a:pt x="48337" y="82474"/>
                </a:cubicBezTo>
                <a:cubicBezTo>
                  <a:pt x="48821" y="81414"/>
                  <a:pt x="49062" y="78630"/>
                  <a:pt x="49062" y="74122"/>
                </a:cubicBezTo>
                <a:lnTo>
                  <a:pt x="49062" y="15299"/>
                </a:lnTo>
                <a:cubicBezTo>
                  <a:pt x="49062" y="10704"/>
                  <a:pt x="48821" y="7832"/>
                  <a:pt x="48337" y="6683"/>
                </a:cubicBezTo>
                <a:cubicBezTo>
                  <a:pt x="47853" y="5533"/>
                  <a:pt x="46875" y="4528"/>
                  <a:pt x="45403" y="3666"/>
                </a:cubicBezTo>
                <a:cubicBezTo>
                  <a:pt x="43930" y="2805"/>
                  <a:pt x="41940" y="2374"/>
                  <a:pt x="39435" y="2374"/>
                </a:cubicBezTo>
                <a:lnTo>
                  <a:pt x="36467" y="2374"/>
                </a:lnTo>
                <a:lnTo>
                  <a:pt x="36467" y="0"/>
                </a:lnTo>
                <a:lnTo>
                  <a:pt x="111908" y="0"/>
                </a:lnTo>
                <a:lnTo>
                  <a:pt x="111908" y="25718"/>
                </a:lnTo>
                <a:lnTo>
                  <a:pt x="109204" y="25718"/>
                </a:lnTo>
                <a:cubicBezTo>
                  <a:pt x="108589" y="19676"/>
                  <a:pt x="107017" y="15200"/>
                  <a:pt x="104489" y="12288"/>
                </a:cubicBezTo>
                <a:cubicBezTo>
                  <a:pt x="101961" y="9377"/>
                  <a:pt x="98301" y="7327"/>
                  <a:pt x="93509" y="6137"/>
                </a:cubicBezTo>
                <a:cubicBezTo>
                  <a:pt x="90872" y="5475"/>
                  <a:pt x="85992" y="5144"/>
                  <a:pt x="78870" y="5144"/>
                </a:cubicBezTo>
                <a:lnTo>
                  <a:pt x="70561" y="5144"/>
                </a:lnTo>
                <a:close/>
                <a:moveTo>
                  <a:pt x="146088" y="27697"/>
                </a:moveTo>
                <a:lnTo>
                  <a:pt x="146088" y="41677"/>
                </a:lnTo>
                <a:cubicBezTo>
                  <a:pt x="150176" y="35302"/>
                  <a:pt x="153759" y="31071"/>
                  <a:pt x="156837" y="28983"/>
                </a:cubicBezTo>
                <a:cubicBezTo>
                  <a:pt x="159914" y="26895"/>
                  <a:pt x="162882" y="25850"/>
                  <a:pt x="165739" y="25850"/>
                </a:cubicBezTo>
                <a:cubicBezTo>
                  <a:pt x="168201" y="25850"/>
                  <a:pt x="170169" y="26612"/>
                  <a:pt x="171641" y="28134"/>
                </a:cubicBezTo>
                <a:cubicBezTo>
                  <a:pt x="173114" y="29656"/>
                  <a:pt x="173851" y="31807"/>
                  <a:pt x="173851" y="34586"/>
                </a:cubicBezTo>
                <a:cubicBezTo>
                  <a:pt x="173851" y="37543"/>
                  <a:pt x="173136" y="39838"/>
                  <a:pt x="171707" y="41471"/>
                </a:cubicBezTo>
                <a:cubicBezTo>
                  <a:pt x="170279" y="43103"/>
                  <a:pt x="168553" y="43919"/>
                  <a:pt x="166531" y="43919"/>
                </a:cubicBezTo>
                <a:cubicBezTo>
                  <a:pt x="164201" y="43919"/>
                  <a:pt x="162178" y="43172"/>
                  <a:pt x="160464" y="41677"/>
                </a:cubicBezTo>
                <a:cubicBezTo>
                  <a:pt x="158749" y="40182"/>
                  <a:pt x="157738" y="39347"/>
                  <a:pt x="157430" y="39171"/>
                </a:cubicBezTo>
                <a:cubicBezTo>
                  <a:pt x="156991" y="38907"/>
                  <a:pt x="156485" y="38776"/>
                  <a:pt x="155914" y="38776"/>
                </a:cubicBezTo>
                <a:cubicBezTo>
                  <a:pt x="154639" y="38776"/>
                  <a:pt x="153430" y="39259"/>
                  <a:pt x="152287" y="40226"/>
                </a:cubicBezTo>
                <a:cubicBezTo>
                  <a:pt x="150484" y="41721"/>
                  <a:pt x="149121" y="43853"/>
                  <a:pt x="148198" y="46623"/>
                </a:cubicBezTo>
                <a:cubicBezTo>
                  <a:pt x="146791" y="50887"/>
                  <a:pt x="146088" y="55592"/>
                  <a:pt x="146088" y="60735"/>
                </a:cubicBezTo>
                <a:lnTo>
                  <a:pt x="146088" y="74913"/>
                </a:lnTo>
                <a:lnTo>
                  <a:pt x="146154" y="78606"/>
                </a:lnTo>
                <a:cubicBezTo>
                  <a:pt x="146154" y="81112"/>
                  <a:pt x="146308" y="82717"/>
                  <a:pt x="146615" y="83420"/>
                </a:cubicBezTo>
                <a:cubicBezTo>
                  <a:pt x="147143" y="84607"/>
                  <a:pt x="147923" y="85476"/>
                  <a:pt x="148956" y="86025"/>
                </a:cubicBezTo>
                <a:cubicBezTo>
                  <a:pt x="149990" y="86575"/>
                  <a:pt x="151737" y="86915"/>
                  <a:pt x="154199" y="87047"/>
                </a:cubicBezTo>
                <a:lnTo>
                  <a:pt x="154199" y="89421"/>
                </a:lnTo>
                <a:lnTo>
                  <a:pt x="120897" y="89421"/>
                </a:lnTo>
                <a:lnTo>
                  <a:pt x="120897" y="87047"/>
                </a:lnTo>
                <a:cubicBezTo>
                  <a:pt x="123579" y="86827"/>
                  <a:pt x="125392" y="86091"/>
                  <a:pt x="126337" y="84838"/>
                </a:cubicBezTo>
                <a:cubicBezTo>
                  <a:pt x="127283" y="83585"/>
                  <a:pt x="127755" y="80277"/>
                  <a:pt x="127755" y="74913"/>
                </a:cubicBezTo>
                <a:lnTo>
                  <a:pt x="127755" y="40754"/>
                </a:lnTo>
                <a:cubicBezTo>
                  <a:pt x="127755" y="37215"/>
                  <a:pt x="127579" y="34959"/>
                  <a:pt x="127228" y="33986"/>
                </a:cubicBezTo>
                <a:cubicBezTo>
                  <a:pt x="126788" y="32747"/>
                  <a:pt x="126150" y="31840"/>
                  <a:pt x="125315" y="31266"/>
                </a:cubicBezTo>
                <a:cubicBezTo>
                  <a:pt x="124480" y="30690"/>
                  <a:pt x="123007" y="30292"/>
                  <a:pt x="120897" y="30071"/>
                </a:cubicBezTo>
                <a:lnTo>
                  <a:pt x="120897" y="27697"/>
                </a:lnTo>
                <a:lnTo>
                  <a:pt x="146088" y="27697"/>
                </a:lnTo>
                <a:close/>
                <a:moveTo>
                  <a:pt x="207067" y="25850"/>
                </a:moveTo>
                <a:cubicBezTo>
                  <a:pt x="212430" y="25850"/>
                  <a:pt x="217420" y="27237"/>
                  <a:pt x="222036" y="30009"/>
                </a:cubicBezTo>
                <a:cubicBezTo>
                  <a:pt x="226653" y="32781"/>
                  <a:pt x="230159" y="36720"/>
                  <a:pt x="232555" y="41826"/>
                </a:cubicBezTo>
                <a:cubicBezTo>
                  <a:pt x="234951" y="46931"/>
                  <a:pt x="236149" y="52520"/>
                  <a:pt x="236149" y="58592"/>
                </a:cubicBezTo>
                <a:cubicBezTo>
                  <a:pt x="236149" y="67349"/>
                  <a:pt x="233928" y="74676"/>
                  <a:pt x="229488" y="80574"/>
                </a:cubicBezTo>
                <a:cubicBezTo>
                  <a:pt x="224125" y="87703"/>
                  <a:pt x="216717" y="91268"/>
                  <a:pt x="207265" y="91268"/>
                </a:cubicBezTo>
                <a:cubicBezTo>
                  <a:pt x="197989" y="91268"/>
                  <a:pt x="190844" y="88011"/>
                  <a:pt x="185833" y="81498"/>
                </a:cubicBezTo>
                <a:cubicBezTo>
                  <a:pt x="180821" y="74984"/>
                  <a:pt x="178315" y="67437"/>
                  <a:pt x="178315" y="58856"/>
                </a:cubicBezTo>
                <a:cubicBezTo>
                  <a:pt x="178315" y="50011"/>
                  <a:pt x="180876" y="42299"/>
                  <a:pt x="185998" y="35719"/>
                </a:cubicBezTo>
                <a:cubicBezTo>
                  <a:pt x="191119" y="29140"/>
                  <a:pt x="198142" y="25850"/>
                  <a:pt x="207067" y="25850"/>
                </a:cubicBezTo>
                <a:moveTo>
                  <a:pt x="207331" y="30467"/>
                </a:moveTo>
                <a:cubicBezTo>
                  <a:pt x="205089" y="30467"/>
                  <a:pt x="203165" y="31314"/>
                  <a:pt x="201561" y="33010"/>
                </a:cubicBezTo>
                <a:cubicBezTo>
                  <a:pt x="199956" y="34703"/>
                  <a:pt x="198901" y="38048"/>
                  <a:pt x="198395" y="43043"/>
                </a:cubicBezTo>
                <a:cubicBezTo>
                  <a:pt x="197890" y="48039"/>
                  <a:pt x="197637" y="54982"/>
                  <a:pt x="197637" y="63874"/>
                </a:cubicBezTo>
                <a:cubicBezTo>
                  <a:pt x="197637" y="68583"/>
                  <a:pt x="197945" y="72985"/>
                  <a:pt x="198560" y="77079"/>
                </a:cubicBezTo>
                <a:cubicBezTo>
                  <a:pt x="199044" y="80203"/>
                  <a:pt x="200077" y="82580"/>
                  <a:pt x="201659" y="84210"/>
                </a:cubicBezTo>
                <a:cubicBezTo>
                  <a:pt x="203242" y="85838"/>
                  <a:pt x="205045" y="86652"/>
                  <a:pt x="207067" y="86652"/>
                </a:cubicBezTo>
                <a:cubicBezTo>
                  <a:pt x="209045" y="86652"/>
                  <a:pt x="210694" y="86101"/>
                  <a:pt x="212013" y="85001"/>
                </a:cubicBezTo>
                <a:cubicBezTo>
                  <a:pt x="213727" y="83505"/>
                  <a:pt x="214870" y="81414"/>
                  <a:pt x="215442" y="78728"/>
                </a:cubicBezTo>
                <a:cubicBezTo>
                  <a:pt x="216321" y="74547"/>
                  <a:pt x="216761" y="66097"/>
                  <a:pt x="216761" y="53376"/>
                </a:cubicBezTo>
                <a:cubicBezTo>
                  <a:pt x="216761" y="45894"/>
                  <a:pt x="216343" y="40756"/>
                  <a:pt x="215508" y="37962"/>
                </a:cubicBezTo>
                <a:cubicBezTo>
                  <a:pt x="214673" y="35166"/>
                  <a:pt x="213442" y="33130"/>
                  <a:pt x="211815" y="31853"/>
                </a:cubicBezTo>
                <a:cubicBezTo>
                  <a:pt x="210672" y="30929"/>
                  <a:pt x="209177" y="30467"/>
                  <a:pt x="207331" y="30467"/>
                </a:cubicBezTo>
                <a:close/>
                <a:moveTo>
                  <a:pt x="296027" y="89421"/>
                </a:moveTo>
                <a:lnTo>
                  <a:pt x="242348" y="89421"/>
                </a:lnTo>
                <a:lnTo>
                  <a:pt x="242348" y="87970"/>
                </a:lnTo>
                <a:lnTo>
                  <a:pt x="276244" y="31785"/>
                </a:lnTo>
                <a:lnTo>
                  <a:pt x="266352" y="31785"/>
                </a:lnTo>
                <a:cubicBezTo>
                  <a:pt x="262088" y="31785"/>
                  <a:pt x="259032" y="32169"/>
                  <a:pt x="257186" y="32935"/>
                </a:cubicBezTo>
                <a:cubicBezTo>
                  <a:pt x="255339" y="33701"/>
                  <a:pt x="253844" y="34925"/>
                  <a:pt x="252701" y="36610"/>
                </a:cubicBezTo>
                <a:cubicBezTo>
                  <a:pt x="251558" y="38294"/>
                  <a:pt x="250371" y="41302"/>
                  <a:pt x="249140" y="45634"/>
                </a:cubicBezTo>
                <a:lnTo>
                  <a:pt x="246832" y="45634"/>
                </a:lnTo>
                <a:lnTo>
                  <a:pt x="246832" y="27697"/>
                </a:lnTo>
                <a:lnTo>
                  <a:pt x="298731" y="27697"/>
                </a:lnTo>
                <a:lnTo>
                  <a:pt x="298731" y="29475"/>
                </a:lnTo>
                <a:lnTo>
                  <a:pt x="265099" y="85069"/>
                </a:lnTo>
                <a:lnTo>
                  <a:pt x="269319" y="85069"/>
                </a:lnTo>
                <a:cubicBezTo>
                  <a:pt x="277760" y="85069"/>
                  <a:pt x="283849" y="83869"/>
                  <a:pt x="287586" y="81471"/>
                </a:cubicBezTo>
                <a:cubicBezTo>
                  <a:pt x="291323" y="79071"/>
                  <a:pt x="294137" y="74687"/>
                  <a:pt x="296027" y="68319"/>
                </a:cubicBezTo>
                <a:lnTo>
                  <a:pt x="297874" y="68319"/>
                </a:lnTo>
                <a:lnTo>
                  <a:pt x="296027" y="89421"/>
                </a:lnTo>
                <a:close/>
                <a:moveTo>
                  <a:pt x="357706" y="56317"/>
                </a:moveTo>
                <a:lnTo>
                  <a:pt x="323876" y="56317"/>
                </a:lnTo>
                <a:cubicBezTo>
                  <a:pt x="324272" y="64516"/>
                  <a:pt x="326448" y="70996"/>
                  <a:pt x="330405" y="75756"/>
                </a:cubicBezTo>
                <a:cubicBezTo>
                  <a:pt x="333438" y="79415"/>
                  <a:pt x="337087" y="81244"/>
                  <a:pt x="341351" y="81244"/>
                </a:cubicBezTo>
                <a:cubicBezTo>
                  <a:pt x="343989" y="81244"/>
                  <a:pt x="346385" y="80508"/>
                  <a:pt x="348539" y="79035"/>
                </a:cubicBezTo>
                <a:cubicBezTo>
                  <a:pt x="350694" y="77562"/>
                  <a:pt x="353002" y="74913"/>
                  <a:pt x="355464" y="71089"/>
                </a:cubicBezTo>
                <a:lnTo>
                  <a:pt x="357706" y="72539"/>
                </a:lnTo>
                <a:cubicBezTo>
                  <a:pt x="354365" y="79354"/>
                  <a:pt x="350672" y="84179"/>
                  <a:pt x="346627" y="87014"/>
                </a:cubicBezTo>
                <a:cubicBezTo>
                  <a:pt x="342582" y="89850"/>
                  <a:pt x="337900" y="91268"/>
                  <a:pt x="332581" y="91268"/>
                </a:cubicBezTo>
                <a:cubicBezTo>
                  <a:pt x="323436" y="91268"/>
                  <a:pt x="316512" y="87747"/>
                  <a:pt x="311808" y="80706"/>
                </a:cubicBezTo>
                <a:cubicBezTo>
                  <a:pt x="308027" y="75029"/>
                  <a:pt x="306137" y="67988"/>
                  <a:pt x="306137" y="59583"/>
                </a:cubicBezTo>
                <a:cubicBezTo>
                  <a:pt x="306137" y="49285"/>
                  <a:pt x="308918" y="41088"/>
                  <a:pt x="314479" y="34994"/>
                </a:cubicBezTo>
                <a:cubicBezTo>
                  <a:pt x="320040" y="28898"/>
                  <a:pt x="326558" y="25850"/>
                  <a:pt x="334032" y="25850"/>
                </a:cubicBezTo>
                <a:cubicBezTo>
                  <a:pt x="340274" y="25850"/>
                  <a:pt x="345693" y="28411"/>
                  <a:pt x="350287" y="33533"/>
                </a:cubicBezTo>
                <a:cubicBezTo>
                  <a:pt x="354881" y="38655"/>
                  <a:pt x="357354" y="46249"/>
                  <a:pt x="357706" y="56317"/>
                </a:cubicBezTo>
                <a:moveTo>
                  <a:pt x="341483" y="51965"/>
                </a:moveTo>
                <a:cubicBezTo>
                  <a:pt x="341483" y="44886"/>
                  <a:pt x="341099" y="40029"/>
                  <a:pt x="340329" y="37391"/>
                </a:cubicBezTo>
                <a:cubicBezTo>
                  <a:pt x="339560" y="34753"/>
                  <a:pt x="338362" y="32753"/>
                  <a:pt x="336735" y="31390"/>
                </a:cubicBezTo>
                <a:cubicBezTo>
                  <a:pt x="335812" y="30598"/>
                  <a:pt x="334581" y="30203"/>
                  <a:pt x="333042" y="30203"/>
                </a:cubicBezTo>
                <a:cubicBezTo>
                  <a:pt x="330756" y="30203"/>
                  <a:pt x="328888" y="31324"/>
                  <a:pt x="327437" y="33566"/>
                </a:cubicBezTo>
                <a:cubicBezTo>
                  <a:pt x="324843" y="37479"/>
                  <a:pt x="323546" y="42842"/>
                  <a:pt x="323546" y="49656"/>
                </a:cubicBezTo>
                <a:lnTo>
                  <a:pt x="323546" y="51965"/>
                </a:lnTo>
                <a:lnTo>
                  <a:pt x="341483" y="51965"/>
                </a:lnTo>
                <a:close/>
                <a:moveTo>
                  <a:pt x="390633" y="27697"/>
                </a:moveTo>
                <a:lnTo>
                  <a:pt x="390633" y="35742"/>
                </a:lnTo>
                <a:cubicBezTo>
                  <a:pt x="393799" y="32290"/>
                  <a:pt x="396832" y="29778"/>
                  <a:pt x="399734" y="28208"/>
                </a:cubicBezTo>
                <a:cubicBezTo>
                  <a:pt x="402635" y="26636"/>
                  <a:pt x="405757" y="25850"/>
                  <a:pt x="409098" y="25850"/>
                </a:cubicBezTo>
                <a:cubicBezTo>
                  <a:pt x="413099" y="25850"/>
                  <a:pt x="416418" y="26962"/>
                  <a:pt x="419056" y="29185"/>
                </a:cubicBezTo>
                <a:cubicBezTo>
                  <a:pt x="421693" y="31408"/>
                  <a:pt x="423452" y="34170"/>
                  <a:pt x="424331" y="37471"/>
                </a:cubicBezTo>
                <a:cubicBezTo>
                  <a:pt x="425035" y="39981"/>
                  <a:pt x="425386" y="44802"/>
                  <a:pt x="425386" y="51934"/>
                </a:cubicBezTo>
                <a:lnTo>
                  <a:pt x="425386" y="75968"/>
                </a:lnTo>
                <a:cubicBezTo>
                  <a:pt x="425386" y="80717"/>
                  <a:pt x="425815" y="83673"/>
                  <a:pt x="426672" y="84838"/>
                </a:cubicBezTo>
                <a:cubicBezTo>
                  <a:pt x="427529" y="86003"/>
                  <a:pt x="429321" y="86739"/>
                  <a:pt x="432047" y="87047"/>
                </a:cubicBezTo>
                <a:lnTo>
                  <a:pt x="432047" y="89421"/>
                </a:lnTo>
                <a:lnTo>
                  <a:pt x="400855" y="89421"/>
                </a:lnTo>
                <a:lnTo>
                  <a:pt x="400855" y="87047"/>
                </a:lnTo>
                <a:cubicBezTo>
                  <a:pt x="403185" y="86739"/>
                  <a:pt x="404855" y="85772"/>
                  <a:pt x="405867" y="84146"/>
                </a:cubicBezTo>
                <a:cubicBezTo>
                  <a:pt x="406570" y="83047"/>
                  <a:pt x="406922" y="80321"/>
                  <a:pt x="406922" y="75968"/>
                </a:cubicBezTo>
                <a:lnTo>
                  <a:pt x="406922" y="48535"/>
                </a:lnTo>
                <a:cubicBezTo>
                  <a:pt x="406922" y="43480"/>
                  <a:pt x="406724" y="40292"/>
                  <a:pt x="406328" y="38973"/>
                </a:cubicBezTo>
                <a:cubicBezTo>
                  <a:pt x="405933" y="37655"/>
                  <a:pt x="405262" y="36632"/>
                  <a:pt x="404317" y="35907"/>
                </a:cubicBezTo>
                <a:cubicBezTo>
                  <a:pt x="403372" y="35182"/>
                  <a:pt x="402328" y="34819"/>
                  <a:pt x="401185" y="34819"/>
                </a:cubicBezTo>
                <a:cubicBezTo>
                  <a:pt x="397404" y="34819"/>
                  <a:pt x="393887" y="37545"/>
                  <a:pt x="390633" y="42996"/>
                </a:cubicBezTo>
                <a:lnTo>
                  <a:pt x="390633" y="75968"/>
                </a:lnTo>
                <a:cubicBezTo>
                  <a:pt x="390633" y="80585"/>
                  <a:pt x="391062" y="83508"/>
                  <a:pt x="391919" y="84739"/>
                </a:cubicBezTo>
                <a:cubicBezTo>
                  <a:pt x="392777" y="85970"/>
                  <a:pt x="394370" y="86739"/>
                  <a:pt x="396700" y="87047"/>
                </a:cubicBezTo>
                <a:lnTo>
                  <a:pt x="396700" y="89421"/>
                </a:lnTo>
                <a:lnTo>
                  <a:pt x="365508" y="89421"/>
                </a:lnTo>
                <a:lnTo>
                  <a:pt x="365508" y="87047"/>
                </a:lnTo>
                <a:cubicBezTo>
                  <a:pt x="368102" y="86783"/>
                  <a:pt x="369949" y="85948"/>
                  <a:pt x="371048" y="84541"/>
                </a:cubicBezTo>
                <a:cubicBezTo>
                  <a:pt x="371795" y="83574"/>
                  <a:pt x="372169" y="80717"/>
                  <a:pt x="372169" y="75968"/>
                </a:cubicBezTo>
                <a:lnTo>
                  <a:pt x="372169" y="41150"/>
                </a:lnTo>
                <a:cubicBezTo>
                  <a:pt x="372169" y="36433"/>
                  <a:pt x="371740" y="33497"/>
                  <a:pt x="370883" y="32340"/>
                </a:cubicBezTo>
                <a:cubicBezTo>
                  <a:pt x="370026" y="31183"/>
                  <a:pt x="368234" y="30427"/>
                  <a:pt x="365508" y="30071"/>
                </a:cubicBezTo>
                <a:lnTo>
                  <a:pt x="365508" y="27697"/>
                </a:lnTo>
                <a:lnTo>
                  <a:pt x="390633" y="276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6BFF4-5299-4EE6-A72A-96A8C094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493" y="93736"/>
            <a:ext cx="225092" cy="90037"/>
          </a:xfrm>
          <a:custGeom xmlns:a="http://schemas.openxmlformats.org/drawingml/2006/main">
            <a:pathLst>
              <a:path w="225092" h="90037">
                <a:moveTo>
                  <a:pt x="0" y="0"/>
                </a:moveTo>
                <a:lnTo>
                  <a:pt x="225092" y="0"/>
                </a:lnTo>
                <a:lnTo>
                  <a:pt x="225092" y="90037"/>
                </a:lnTo>
                <a:lnTo>
                  <a:pt x="0" y="900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6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60F79-DC86-4A14-BCAF-90678A3D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493" y="93736"/>
            <a:ext cx="225092" cy="90037"/>
          </a:xfrm>
          <a:custGeom xmlns:a="http://schemas.openxmlformats.org/drawingml/2006/main">
            <a:pathLst>
              <a:path w="225092" h="90037" fill="none">
                <a:moveTo>
                  <a:pt x="0" y="0"/>
                </a:moveTo>
                <a:lnTo>
                  <a:pt x="225092" y="0"/>
                </a:lnTo>
                <a:lnTo>
                  <a:pt x="225092" y="90037"/>
                </a:lnTo>
                <a:lnTo>
                  <a:pt x="0" y="900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55" cap="flat">
            <a:solidFill>
              <a:srgbClr val="C73500"/>
            </a:solidFill>
            <a:miter/>
          </a:ln>
        </p:spPr>
      </p:sp>
      <p:sp>
        <p:nvSpPr>
          <p:cNvPr id="280" name="Text :Trainable">
            <a:extLst xmlns:a="http://schemas.openxmlformats.org/drawingml/2006/main">
              <a:ext uri="{FF2B5EF4-FFF2-40B4-BE49-F238E27FC236}">
                <a16:creationId xmlns:a16="http://schemas.microsoft.com/office/drawing/2014/main" id="{8ECA1FF3-BCE4-454F-8273-213BC18C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708" y="73015"/>
            <a:ext cx="590560" cy="93246"/>
          </a:xfrm>
          <a:custGeom xmlns:a="http://schemas.openxmlformats.org/drawingml/2006/main">
            <a:pathLst>
              <a:path w="590560" h="93246">
                <a:moveTo>
                  <a:pt x="11013" y="27961"/>
                </a:moveTo>
                <a:cubicBezTo>
                  <a:pt x="14046" y="27961"/>
                  <a:pt x="16629" y="29027"/>
                  <a:pt x="18761" y="31159"/>
                </a:cubicBezTo>
                <a:cubicBezTo>
                  <a:pt x="20894" y="33291"/>
                  <a:pt x="21960" y="35874"/>
                  <a:pt x="21960" y="38907"/>
                </a:cubicBezTo>
                <a:cubicBezTo>
                  <a:pt x="21960" y="41941"/>
                  <a:pt x="20894" y="44524"/>
                  <a:pt x="18761" y="46656"/>
                </a:cubicBezTo>
                <a:cubicBezTo>
                  <a:pt x="16629" y="48788"/>
                  <a:pt x="14046" y="49854"/>
                  <a:pt x="11013" y="49854"/>
                </a:cubicBezTo>
                <a:cubicBezTo>
                  <a:pt x="7979" y="49854"/>
                  <a:pt x="5396" y="48788"/>
                  <a:pt x="3264" y="46656"/>
                </a:cubicBezTo>
                <a:cubicBezTo>
                  <a:pt x="1132" y="44524"/>
                  <a:pt x="66" y="41941"/>
                  <a:pt x="66" y="38907"/>
                </a:cubicBezTo>
                <a:cubicBezTo>
                  <a:pt x="66" y="35874"/>
                  <a:pt x="1132" y="33291"/>
                  <a:pt x="3264" y="31159"/>
                </a:cubicBezTo>
                <a:cubicBezTo>
                  <a:pt x="5396" y="29027"/>
                  <a:pt x="7979" y="27961"/>
                  <a:pt x="11013" y="27961"/>
                </a:cubicBezTo>
                <a:moveTo>
                  <a:pt x="10947" y="71089"/>
                </a:moveTo>
                <a:cubicBezTo>
                  <a:pt x="14024" y="71089"/>
                  <a:pt x="16629" y="72169"/>
                  <a:pt x="18761" y="74330"/>
                </a:cubicBezTo>
                <a:cubicBezTo>
                  <a:pt x="20894" y="76490"/>
                  <a:pt x="21960" y="79091"/>
                  <a:pt x="21960" y="82134"/>
                </a:cubicBezTo>
                <a:cubicBezTo>
                  <a:pt x="21960" y="85177"/>
                  <a:pt x="20883" y="87768"/>
                  <a:pt x="18728" y="89908"/>
                </a:cubicBezTo>
                <a:cubicBezTo>
                  <a:pt x="16574" y="92045"/>
                  <a:pt x="13980" y="93114"/>
                  <a:pt x="10947" y="93114"/>
                </a:cubicBezTo>
                <a:cubicBezTo>
                  <a:pt x="7913" y="93114"/>
                  <a:pt x="5331" y="92045"/>
                  <a:pt x="3198" y="89908"/>
                </a:cubicBezTo>
                <a:cubicBezTo>
                  <a:pt x="1066" y="87768"/>
                  <a:pt x="0" y="85177"/>
                  <a:pt x="0" y="82134"/>
                </a:cubicBezTo>
                <a:cubicBezTo>
                  <a:pt x="0" y="79091"/>
                  <a:pt x="1066" y="76490"/>
                  <a:pt x="3198" y="74330"/>
                </a:cubicBezTo>
                <a:cubicBezTo>
                  <a:pt x="5331" y="72169"/>
                  <a:pt x="7913" y="71089"/>
                  <a:pt x="10947" y="71089"/>
                </a:cubicBezTo>
                <a:close/>
                <a:moveTo>
                  <a:pt x="118633" y="1978"/>
                </a:moveTo>
                <a:lnTo>
                  <a:pt x="118633" y="26246"/>
                </a:lnTo>
                <a:lnTo>
                  <a:pt x="116259" y="26246"/>
                </a:lnTo>
                <a:cubicBezTo>
                  <a:pt x="114852" y="20643"/>
                  <a:pt x="113292" y="16618"/>
                  <a:pt x="111577" y="14170"/>
                </a:cubicBezTo>
                <a:cubicBezTo>
                  <a:pt x="109863" y="11722"/>
                  <a:pt x="107510" y="9769"/>
                  <a:pt x="104521" y="8313"/>
                </a:cubicBezTo>
                <a:cubicBezTo>
                  <a:pt x="102850" y="7519"/>
                  <a:pt x="99927" y="7122"/>
                  <a:pt x="95750" y="7122"/>
                </a:cubicBezTo>
                <a:lnTo>
                  <a:pt x="89090" y="7122"/>
                </a:lnTo>
                <a:lnTo>
                  <a:pt x="89090" y="76100"/>
                </a:lnTo>
                <a:cubicBezTo>
                  <a:pt x="89090" y="80696"/>
                  <a:pt x="89343" y="83569"/>
                  <a:pt x="89848" y="84719"/>
                </a:cubicBezTo>
                <a:cubicBezTo>
                  <a:pt x="90354" y="85867"/>
                  <a:pt x="91343" y="86872"/>
                  <a:pt x="92816" y="87733"/>
                </a:cubicBezTo>
                <a:cubicBezTo>
                  <a:pt x="94289" y="88595"/>
                  <a:pt x="96300" y="89026"/>
                  <a:pt x="98850" y="89026"/>
                </a:cubicBezTo>
                <a:lnTo>
                  <a:pt x="101817" y="89026"/>
                </a:lnTo>
                <a:lnTo>
                  <a:pt x="101817" y="91400"/>
                </a:lnTo>
                <a:lnTo>
                  <a:pt x="54996" y="91400"/>
                </a:lnTo>
                <a:lnTo>
                  <a:pt x="54996" y="89026"/>
                </a:lnTo>
                <a:lnTo>
                  <a:pt x="57964" y="89026"/>
                </a:lnTo>
                <a:cubicBezTo>
                  <a:pt x="60558" y="89026"/>
                  <a:pt x="62646" y="88562"/>
                  <a:pt x="64229" y="87635"/>
                </a:cubicBezTo>
                <a:cubicBezTo>
                  <a:pt x="65372" y="87015"/>
                  <a:pt x="66273" y="85954"/>
                  <a:pt x="66932" y="84453"/>
                </a:cubicBezTo>
                <a:cubicBezTo>
                  <a:pt x="67416" y="83392"/>
                  <a:pt x="67658" y="80608"/>
                  <a:pt x="67658" y="76100"/>
                </a:cubicBezTo>
                <a:lnTo>
                  <a:pt x="67658" y="7122"/>
                </a:lnTo>
                <a:lnTo>
                  <a:pt x="61195" y="7122"/>
                </a:lnTo>
                <a:cubicBezTo>
                  <a:pt x="55172" y="7122"/>
                  <a:pt x="50798" y="8401"/>
                  <a:pt x="48072" y="10959"/>
                </a:cubicBezTo>
                <a:cubicBezTo>
                  <a:pt x="44247" y="14533"/>
                  <a:pt x="41829" y="19628"/>
                  <a:pt x="40818" y="26246"/>
                </a:cubicBezTo>
                <a:lnTo>
                  <a:pt x="38312" y="26246"/>
                </a:lnTo>
                <a:lnTo>
                  <a:pt x="38312" y="1978"/>
                </a:lnTo>
                <a:lnTo>
                  <a:pt x="118633" y="1978"/>
                </a:lnTo>
                <a:close/>
                <a:moveTo>
                  <a:pt x="143628" y="29675"/>
                </a:moveTo>
                <a:lnTo>
                  <a:pt x="143628" y="43655"/>
                </a:lnTo>
                <a:cubicBezTo>
                  <a:pt x="147716" y="37281"/>
                  <a:pt x="151299" y="33049"/>
                  <a:pt x="154377" y="30961"/>
                </a:cubicBezTo>
                <a:cubicBezTo>
                  <a:pt x="157454" y="28873"/>
                  <a:pt x="160422" y="27829"/>
                  <a:pt x="163279" y="27829"/>
                </a:cubicBezTo>
                <a:cubicBezTo>
                  <a:pt x="165741" y="27829"/>
                  <a:pt x="167709" y="28590"/>
                  <a:pt x="169181" y="30112"/>
                </a:cubicBezTo>
                <a:cubicBezTo>
                  <a:pt x="170654" y="31634"/>
                  <a:pt x="171391" y="33785"/>
                  <a:pt x="171391" y="36564"/>
                </a:cubicBezTo>
                <a:cubicBezTo>
                  <a:pt x="171391" y="39521"/>
                  <a:pt x="170676" y="41816"/>
                  <a:pt x="169247" y="43449"/>
                </a:cubicBezTo>
                <a:cubicBezTo>
                  <a:pt x="167819" y="45082"/>
                  <a:pt x="166093" y="45898"/>
                  <a:pt x="164071" y="45898"/>
                </a:cubicBezTo>
                <a:cubicBezTo>
                  <a:pt x="161741" y="45898"/>
                  <a:pt x="159718" y="45150"/>
                  <a:pt x="158004" y="43655"/>
                </a:cubicBezTo>
                <a:cubicBezTo>
                  <a:pt x="156289" y="42161"/>
                  <a:pt x="155278" y="41325"/>
                  <a:pt x="154970" y="41150"/>
                </a:cubicBezTo>
                <a:cubicBezTo>
                  <a:pt x="154531" y="40886"/>
                  <a:pt x="154025" y="40754"/>
                  <a:pt x="153454" y="40754"/>
                </a:cubicBezTo>
                <a:cubicBezTo>
                  <a:pt x="152179" y="40754"/>
                  <a:pt x="150970" y="41238"/>
                  <a:pt x="149827" y="42205"/>
                </a:cubicBezTo>
                <a:cubicBezTo>
                  <a:pt x="148024" y="43699"/>
                  <a:pt x="146661" y="45832"/>
                  <a:pt x="145738" y="48601"/>
                </a:cubicBezTo>
                <a:cubicBezTo>
                  <a:pt x="144331" y="52866"/>
                  <a:pt x="143628" y="57570"/>
                  <a:pt x="143628" y="62714"/>
                </a:cubicBezTo>
                <a:lnTo>
                  <a:pt x="143628" y="76892"/>
                </a:lnTo>
                <a:lnTo>
                  <a:pt x="143694" y="80585"/>
                </a:lnTo>
                <a:cubicBezTo>
                  <a:pt x="143694" y="83091"/>
                  <a:pt x="143848" y="84695"/>
                  <a:pt x="144155" y="85399"/>
                </a:cubicBezTo>
                <a:cubicBezTo>
                  <a:pt x="144683" y="86586"/>
                  <a:pt x="145463" y="87454"/>
                  <a:pt x="146496" y="88003"/>
                </a:cubicBezTo>
                <a:cubicBezTo>
                  <a:pt x="147530" y="88553"/>
                  <a:pt x="149277" y="88894"/>
                  <a:pt x="151739" y="89026"/>
                </a:cubicBezTo>
                <a:lnTo>
                  <a:pt x="151739" y="91400"/>
                </a:lnTo>
                <a:lnTo>
                  <a:pt x="118437" y="91400"/>
                </a:lnTo>
                <a:lnTo>
                  <a:pt x="118437" y="89026"/>
                </a:lnTo>
                <a:cubicBezTo>
                  <a:pt x="121119" y="88806"/>
                  <a:pt x="122932" y="88069"/>
                  <a:pt x="123877" y="86816"/>
                </a:cubicBezTo>
                <a:cubicBezTo>
                  <a:pt x="124822" y="85563"/>
                  <a:pt x="125295" y="82255"/>
                  <a:pt x="125295" y="76892"/>
                </a:cubicBezTo>
                <a:lnTo>
                  <a:pt x="125295" y="42732"/>
                </a:lnTo>
                <a:cubicBezTo>
                  <a:pt x="125295" y="39193"/>
                  <a:pt x="125119" y="36937"/>
                  <a:pt x="124768" y="35965"/>
                </a:cubicBezTo>
                <a:cubicBezTo>
                  <a:pt x="124328" y="34725"/>
                  <a:pt x="123690" y="33819"/>
                  <a:pt x="122855" y="33244"/>
                </a:cubicBezTo>
                <a:cubicBezTo>
                  <a:pt x="122020" y="32669"/>
                  <a:pt x="120547" y="32270"/>
                  <a:pt x="118437" y="32049"/>
                </a:cubicBezTo>
                <a:lnTo>
                  <a:pt x="118437" y="29675"/>
                </a:lnTo>
                <a:lnTo>
                  <a:pt x="143628" y="29675"/>
                </a:lnTo>
                <a:close/>
                <a:moveTo>
                  <a:pt x="212033" y="82299"/>
                </a:moveTo>
                <a:cubicBezTo>
                  <a:pt x="204515" y="88982"/>
                  <a:pt x="197767" y="92323"/>
                  <a:pt x="191788" y="92323"/>
                </a:cubicBezTo>
                <a:cubicBezTo>
                  <a:pt x="188271" y="92323"/>
                  <a:pt x="185347" y="91165"/>
                  <a:pt x="183017" y="88850"/>
                </a:cubicBezTo>
                <a:cubicBezTo>
                  <a:pt x="180687" y="86534"/>
                  <a:pt x="179522" y="83634"/>
                  <a:pt x="179522" y="80150"/>
                </a:cubicBezTo>
                <a:cubicBezTo>
                  <a:pt x="179522" y="75429"/>
                  <a:pt x="181544" y="71183"/>
                  <a:pt x="185589" y="67412"/>
                </a:cubicBezTo>
                <a:cubicBezTo>
                  <a:pt x="189634" y="63641"/>
                  <a:pt x="198448" y="58624"/>
                  <a:pt x="212033" y="52360"/>
                </a:cubicBezTo>
                <a:lnTo>
                  <a:pt x="212033" y="46161"/>
                </a:lnTo>
                <a:cubicBezTo>
                  <a:pt x="212033" y="41501"/>
                  <a:pt x="211780" y="38567"/>
                  <a:pt x="211274" y="37358"/>
                </a:cubicBezTo>
                <a:cubicBezTo>
                  <a:pt x="210769" y="36149"/>
                  <a:pt x="209813" y="35094"/>
                  <a:pt x="208406" y="34192"/>
                </a:cubicBezTo>
                <a:cubicBezTo>
                  <a:pt x="206999" y="33291"/>
                  <a:pt x="205416" y="32841"/>
                  <a:pt x="203658" y="32841"/>
                </a:cubicBezTo>
                <a:cubicBezTo>
                  <a:pt x="200800" y="32841"/>
                  <a:pt x="198448" y="33478"/>
                  <a:pt x="196602" y="34753"/>
                </a:cubicBezTo>
                <a:cubicBezTo>
                  <a:pt x="195459" y="35544"/>
                  <a:pt x="194887" y="36468"/>
                  <a:pt x="194887" y="37523"/>
                </a:cubicBezTo>
                <a:cubicBezTo>
                  <a:pt x="194887" y="38446"/>
                  <a:pt x="195503" y="39589"/>
                  <a:pt x="196734" y="40952"/>
                </a:cubicBezTo>
                <a:cubicBezTo>
                  <a:pt x="198404" y="42842"/>
                  <a:pt x="199239" y="44667"/>
                  <a:pt x="199239" y="46425"/>
                </a:cubicBezTo>
                <a:cubicBezTo>
                  <a:pt x="199239" y="48579"/>
                  <a:pt x="198437" y="50415"/>
                  <a:pt x="196832" y="51932"/>
                </a:cubicBezTo>
                <a:cubicBezTo>
                  <a:pt x="195228" y="53448"/>
                  <a:pt x="193129" y="54207"/>
                  <a:pt x="190535" y="54207"/>
                </a:cubicBezTo>
                <a:cubicBezTo>
                  <a:pt x="187765" y="54207"/>
                  <a:pt x="185446" y="53371"/>
                  <a:pt x="183578" y="51701"/>
                </a:cubicBezTo>
                <a:cubicBezTo>
                  <a:pt x="181709" y="50030"/>
                  <a:pt x="180775" y="48074"/>
                  <a:pt x="180775" y="45832"/>
                </a:cubicBezTo>
                <a:cubicBezTo>
                  <a:pt x="180775" y="42666"/>
                  <a:pt x="182028" y="39644"/>
                  <a:pt x="184534" y="36764"/>
                </a:cubicBezTo>
                <a:cubicBezTo>
                  <a:pt x="187040" y="33885"/>
                  <a:pt x="190535" y="31676"/>
                  <a:pt x="195019" y="30137"/>
                </a:cubicBezTo>
                <a:cubicBezTo>
                  <a:pt x="199503" y="28598"/>
                  <a:pt x="204163" y="27829"/>
                  <a:pt x="208999" y="27829"/>
                </a:cubicBezTo>
                <a:cubicBezTo>
                  <a:pt x="214846" y="27829"/>
                  <a:pt x="219474" y="29074"/>
                  <a:pt x="222881" y="31565"/>
                </a:cubicBezTo>
                <a:cubicBezTo>
                  <a:pt x="226288" y="34054"/>
                  <a:pt x="228497" y="36753"/>
                  <a:pt x="229508" y="39662"/>
                </a:cubicBezTo>
                <a:cubicBezTo>
                  <a:pt x="230124" y="41512"/>
                  <a:pt x="230431" y="45764"/>
                  <a:pt x="230431" y="52418"/>
                </a:cubicBezTo>
                <a:lnTo>
                  <a:pt x="230431" y="76412"/>
                </a:lnTo>
                <a:cubicBezTo>
                  <a:pt x="230431" y="79232"/>
                  <a:pt x="230541" y="81006"/>
                  <a:pt x="230761" y="81735"/>
                </a:cubicBezTo>
                <a:cubicBezTo>
                  <a:pt x="230981" y="82461"/>
                  <a:pt x="231311" y="83001"/>
                  <a:pt x="231750" y="83354"/>
                </a:cubicBezTo>
                <a:cubicBezTo>
                  <a:pt x="232190" y="83706"/>
                  <a:pt x="232695" y="83882"/>
                  <a:pt x="233267" y="83882"/>
                </a:cubicBezTo>
                <a:cubicBezTo>
                  <a:pt x="234410" y="83882"/>
                  <a:pt x="235575" y="83069"/>
                  <a:pt x="236762" y="81442"/>
                </a:cubicBezTo>
                <a:lnTo>
                  <a:pt x="238740" y="83025"/>
                </a:lnTo>
                <a:cubicBezTo>
                  <a:pt x="236542" y="86278"/>
                  <a:pt x="234267" y="88641"/>
                  <a:pt x="231915" y="90114"/>
                </a:cubicBezTo>
                <a:cubicBezTo>
                  <a:pt x="229563" y="91586"/>
                  <a:pt x="226892" y="92323"/>
                  <a:pt x="223903" y="92323"/>
                </a:cubicBezTo>
                <a:cubicBezTo>
                  <a:pt x="220386" y="92323"/>
                  <a:pt x="217638" y="91493"/>
                  <a:pt x="215660" y="89833"/>
                </a:cubicBezTo>
                <a:cubicBezTo>
                  <a:pt x="213681" y="88174"/>
                  <a:pt x="212472" y="85662"/>
                  <a:pt x="212033" y="82299"/>
                </a:cubicBezTo>
                <a:moveTo>
                  <a:pt x="212033" y="77419"/>
                </a:moveTo>
                <a:lnTo>
                  <a:pt x="212033" y="56791"/>
                </a:lnTo>
                <a:cubicBezTo>
                  <a:pt x="206713" y="59927"/>
                  <a:pt x="202757" y="63285"/>
                  <a:pt x="200163" y="66864"/>
                </a:cubicBezTo>
                <a:cubicBezTo>
                  <a:pt x="198448" y="69249"/>
                  <a:pt x="197591" y="71657"/>
                  <a:pt x="197591" y="74087"/>
                </a:cubicBezTo>
                <a:cubicBezTo>
                  <a:pt x="197591" y="76119"/>
                  <a:pt x="198316" y="77908"/>
                  <a:pt x="199767" y="79455"/>
                </a:cubicBezTo>
                <a:cubicBezTo>
                  <a:pt x="200866" y="80648"/>
                  <a:pt x="202405" y="81244"/>
                  <a:pt x="204383" y="81244"/>
                </a:cubicBezTo>
                <a:cubicBezTo>
                  <a:pt x="206581" y="81244"/>
                  <a:pt x="209131" y="79969"/>
                  <a:pt x="212033" y="77419"/>
                </a:cubicBezTo>
                <a:close/>
                <a:moveTo>
                  <a:pt x="260371" y="0"/>
                </a:moveTo>
                <a:cubicBezTo>
                  <a:pt x="263229" y="0"/>
                  <a:pt x="265647" y="1004"/>
                  <a:pt x="267625" y="3011"/>
                </a:cubicBezTo>
                <a:cubicBezTo>
                  <a:pt x="269603" y="5017"/>
                  <a:pt x="270592" y="7431"/>
                  <a:pt x="270592" y="10254"/>
                </a:cubicBezTo>
                <a:cubicBezTo>
                  <a:pt x="270592" y="13078"/>
                  <a:pt x="269592" y="15482"/>
                  <a:pt x="267592" y="17467"/>
                </a:cubicBezTo>
                <a:cubicBezTo>
                  <a:pt x="265592" y="19451"/>
                  <a:pt x="263185" y="20443"/>
                  <a:pt x="260371" y="20443"/>
                </a:cubicBezTo>
                <a:cubicBezTo>
                  <a:pt x="257557" y="20443"/>
                  <a:pt x="255161" y="19451"/>
                  <a:pt x="253183" y="17467"/>
                </a:cubicBezTo>
                <a:cubicBezTo>
                  <a:pt x="251205" y="15482"/>
                  <a:pt x="250215" y="13078"/>
                  <a:pt x="250215" y="10254"/>
                </a:cubicBezTo>
                <a:cubicBezTo>
                  <a:pt x="250215" y="7431"/>
                  <a:pt x="251205" y="5017"/>
                  <a:pt x="253183" y="3011"/>
                </a:cubicBezTo>
                <a:cubicBezTo>
                  <a:pt x="255161" y="1004"/>
                  <a:pt x="257557" y="0"/>
                  <a:pt x="260371" y="0"/>
                </a:cubicBezTo>
                <a:moveTo>
                  <a:pt x="269603" y="29675"/>
                </a:moveTo>
                <a:lnTo>
                  <a:pt x="269603" y="78606"/>
                </a:lnTo>
                <a:cubicBezTo>
                  <a:pt x="269603" y="82959"/>
                  <a:pt x="270109" y="85739"/>
                  <a:pt x="271120" y="86948"/>
                </a:cubicBezTo>
                <a:cubicBezTo>
                  <a:pt x="272131" y="88157"/>
                  <a:pt x="274109" y="88850"/>
                  <a:pt x="277055" y="89026"/>
                </a:cubicBezTo>
                <a:lnTo>
                  <a:pt x="277055" y="91400"/>
                </a:lnTo>
                <a:lnTo>
                  <a:pt x="243753" y="91400"/>
                </a:lnTo>
                <a:lnTo>
                  <a:pt x="243753" y="89026"/>
                </a:lnTo>
                <a:cubicBezTo>
                  <a:pt x="246479" y="88938"/>
                  <a:pt x="248501" y="88146"/>
                  <a:pt x="249820" y="86652"/>
                </a:cubicBezTo>
                <a:cubicBezTo>
                  <a:pt x="250699" y="85640"/>
                  <a:pt x="251139" y="82959"/>
                  <a:pt x="251139" y="78606"/>
                </a:cubicBezTo>
                <a:lnTo>
                  <a:pt x="251139" y="42600"/>
                </a:lnTo>
                <a:cubicBezTo>
                  <a:pt x="251139" y="38193"/>
                  <a:pt x="250633" y="35377"/>
                  <a:pt x="249622" y="34153"/>
                </a:cubicBezTo>
                <a:cubicBezTo>
                  <a:pt x="248611" y="32929"/>
                  <a:pt x="246654" y="32228"/>
                  <a:pt x="243753" y="32049"/>
                </a:cubicBezTo>
                <a:lnTo>
                  <a:pt x="243753" y="29675"/>
                </a:lnTo>
                <a:lnTo>
                  <a:pt x="269603" y="29675"/>
                </a:lnTo>
                <a:close/>
                <a:moveTo>
                  <a:pt x="308269" y="29675"/>
                </a:moveTo>
                <a:lnTo>
                  <a:pt x="308269" y="37720"/>
                </a:lnTo>
                <a:cubicBezTo>
                  <a:pt x="311434" y="34268"/>
                  <a:pt x="314468" y="31757"/>
                  <a:pt x="317369" y="30186"/>
                </a:cubicBezTo>
                <a:cubicBezTo>
                  <a:pt x="320271" y="28615"/>
                  <a:pt x="323392" y="27829"/>
                  <a:pt x="326734" y="27829"/>
                </a:cubicBezTo>
                <a:cubicBezTo>
                  <a:pt x="330734" y="27829"/>
                  <a:pt x="334053" y="28940"/>
                  <a:pt x="336691" y="31163"/>
                </a:cubicBezTo>
                <a:cubicBezTo>
                  <a:pt x="339329" y="33386"/>
                  <a:pt x="341088" y="36148"/>
                  <a:pt x="341967" y="39449"/>
                </a:cubicBezTo>
                <a:cubicBezTo>
                  <a:pt x="342670" y="41959"/>
                  <a:pt x="343022" y="46780"/>
                  <a:pt x="343022" y="53912"/>
                </a:cubicBezTo>
                <a:lnTo>
                  <a:pt x="343022" y="77947"/>
                </a:lnTo>
                <a:cubicBezTo>
                  <a:pt x="343022" y="82695"/>
                  <a:pt x="343451" y="85651"/>
                  <a:pt x="344308" y="86816"/>
                </a:cubicBezTo>
                <a:cubicBezTo>
                  <a:pt x="345165" y="87981"/>
                  <a:pt x="346957" y="88718"/>
                  <a:pt x="349682" y="89026"/>
                </a:cubicBezTo>
                <a:lnTo>
                  <a:pt x="349682" y="91400"/>
                </a:lnTo>
                <a:lnTo>
                  <a:pt x="318490" y="91400"/>
                </a:lnTo>
                <a:lnTo>
                  <a:pt x="318490" y="89026"/>
                </a:lnTo>
                <a:cubicBezTo>
                  <a:pt x="320821" y="88718"/>
                  <a:pt x="322491" y="87751"/>
                  <a:pt x="323502" y="86124"/>
                </a:cubicBezTo>
                <a:cubicBezTo>
                  <a:pt x="324206" y="85025"/>
                  <a:pt x="324557" y="82299"/>
                  <a:pt x="324557" y="77947"/>
                </a:cubicBezTo>
                <a:lnTo>
                  <a:pt x="324557" y="50514"/>
                </a:lnTo>
                <a:cubicBezTo>
                  <a:pt x="324557" y="45458"/>
                  <a:pt x="324360" y="42271"/>
                  <a:pt x="323964" y="40952"/>
                </a:cubicBezTo>
                <a:cubicBezTo>
                  <a:pt x="323568" y="39633"/>
                  <a:pt x="322898" y="38611"/>
                  <a:pt x="321953" y="37885"/>
                </a:cubicBezTo>
                <a:cubicBezTo>
                  <a:pt x="321007" y="37160"/>
                  <a:pt x="319963" y="36797"/>
                  <a:pt x="318820" y="36797"/>
                </a:cubicBezTo>
                <a:cubicBezTo>
                  <a:pt x="315039" y="36797"/>
                  <a:pt x="311522" y="39523"/>
                  <a:pt x="308269" y="44974"/>
                </a:cubicBezTo>
                <a:lnTo>
                  <a:pt x="308269" y="77947"/>
                </a:lnTo>
                <a:cubicBezTo>
                  <a:pt x="308269" y="82563"/>
                  <a:pt x="308698" y="85487"/>
                  <a:pt x="309555" y="86717"/>
                </a:cubicBezTo>
                <a:cubicBezTo>
                  <a:pt x="310412" y="87948"/>
                  <a:pt x="312006" y="88718"/>
                  <a:pt x="314336" y="89026"/>
                </a:cubicBezTo>
                <a:lnTo>
                  <a:pt x="314336" y="91400"/>
                </a:lnTo>
                <a:lnTo>
                  <a:pt x="283144" y="91400"/>
                </a:lnTo>
                <a:lnTo>
                  <a:pt x="283144" y="89026"/>
                </a:lnTo>
                <a:cubicBezTo>
                  <a:pt x="285738" y="88762"/>
                  <a:pt x="287584" y="87926"/>
                  <a:pt x="288683" y="86520"/>
                </a:cubicBezTo>
                <a:cubicBezTo>
                  <a:pt x="289431" y="85552"/>
                  <a:pt x="289804" y="82695"/>
                  <a:pt x="289804" y="77947"/>
                </a:cubicBezTo>
                <a:lnTo>
                  <a:pt x="289804" y="43128"/>
                </a:lnTo>
                <a:cubicBezTo>
                  <a:pt x="289804" y="38412"/>
                  <a:pt x="289376" y="35475"/>
                  <a:pt x="288519" y="34318"/>
                </a:cubicBezTo>
                <a:cubicBezTo>
                  <a:pt x="287661" y="33161"/>
                  <a:pt x="285870" y="32405"/>
                  <a:pt x="283144" y="32049"/>
                </a:cubicBezTo>
                <a:lnTo>
                  <a:pt x="283144" y="29675"/>
                </a:lnTo>
                <a:lnTo>
                  <a:pt x="308269" y="29675"/>
                </a:lnTo>
                <a:close/>
                <a:moveTo>
                  <a:pt x="392196" y="82299"/>
                </a:moveTo>
                <a:cubicBezTo>
                  <a:pt x="384678" y="88982"/>
                  <a:pt x="377930" y="92323"/>
                  <a:pt x="371951" y="92323"/>
                </a:cubicBezTo>
                <a:cubicBezTo>
                  <a:pt x="368434" y="92323"/>
                  <a:pt x="365510" y="91165"/>
                  <a:pt x="363180" y="88850"/>
                </a:cubicBezTo>
                <a:cubicBezTo>
                  <a:pt x="360850" y="86534"/>
                  <a:pt x="359685" y="83634"/>
                  <a:pt x="359685" y="80150"/>
                </a:cubicBezTo>
                <a:cubicBezTo>
                  <a:pt x="359685" y="75429"/>
                  <a:pt x="361708" y="71183"/>
                  <a:pt x="365752" y="67412"/>
                </a:cubicBezTo>
                <a:cubicBezTo>
                  <a:pt x="369797" y="63641"/>
                  <a:pt x="378612" y="58624"/>
                  <a:pt x="392196" y="52360"/>
                </a:cubicBezTo>
                <a:lnTo>
                  <a:pt x="392196" y="46161"/>
                </a:lnTo>
                <a:cubicBezTo>
                  <a:pt x="392196" y="41501"/>
                  <a:pt x="391943" y="38567"/>
                  <a:pt x="391438" y="37358"/>
                </a:cubicBezTo>
                <a:cubicBezTo>
                  <a:pt x="390932" y="36149"/>
                  <a:pt x="389976" y="35094"/>
                  <a:pt x="388569" y="34192"/>
                </a:cubicBezTo>
                <a:cubicBezTo>
                  <a:pt x="387162" y="33291"/>
                  <a:pt x="385580" y="32841"/>
                  <a:pt x="383821" y="32841"/>
                </a:cubicBezTo>
                <a:cubicBezTo>
                  <a:pt x="380964" y="32841"/>
                  <a:pt x="378612" y="33478"/>
                  <a:pt x="376765" y="34753"/>
                </a:cubicBezTo>
                <a:cubicBezTo>
                  <a:pt x="375622" y="35544"/>
                  <a:pt x="375051" y="36468"/>
                  <a:pt x="375051" y="37523"/>
                </a:cubicBezTo>
                <a:cubicBezTo>
                  <a:pt x="375051" y="38446"/>
                  <a:pt x="375666" y="39589"/>
                  <a:pt x="376897" y="40952"/>
                </a:cubicBezTo>
                <a:cubicBezTo>
                  <a:pt x="378568" y="42842"/>
                  <a:pt x="379403" y="44667"/>
                  <a:pt x="379403" y="46425"/>
                </a:cubicBezTo>
                <a:cubicBezTo>
                  <a:pt x="379403" y="48579"/>
                  <a:pt x="378601" y="50415"/>
                  <a:pt x="376996" y="51932"/>
                </a:cubicBezTo>
                <a:cubicBezTo>
                  <a:pt x="375391" y="53448"/>
                  <a:pt x="373292" y="54207"/>
                  <a:pt x="370698" y="54207"/>
                </a:cubicBezTo>
                <a:cubicBezTo>
                  <a:pt x="367928" y="54207"/>
                  <a:pt x="365609" y="53371"/>
                  <a:pt x="363741" y="51701"/>
                </a:cubicBezTo>
                <a:cubicBezTo>
                  <a:pt x="361873" y="50030"/>
                  <a:pt x="360938" y="48074"/>
                  <a:pt x="360938" y="45832"/>
                </a:cubicBezTo>
                <a:cubicBezTo>
                  <a:pt x="360938" y="42666"/>
                  <a:pt x="362191" y="39644"/>
                  <a:pt x="364697" y="36764"/>
                </a:cubicBezTo>
                <a:cubicBezTo>
                  <a:pt x="367203" y="33885"/>
                  <a:pt x="370698" y="31676"/>
                  <a:pt x="375182" y="30137"/>
                </a:cubicBezTo>
                <a:cubicBezTo>
                  <a:pt x="379667" y="28598"/>
                  <a:pt x="384327" y="27829"/>
                  <a:pt x="389163" y="27829"/>
                </a:cubicBezTo>
                <a:cubicBezTo>
                  <a:pt x="395010" y="27829"/>
                  <a:pt x="399637" y="29074"/>
                  <a:pt x="403044" y="31565"/>
                </a:cubicBezTo>
                <a:cubicBezTo>
                  <a:pt x="406451" y="34054"/>
                  <a:pt x="408660" y="36753"/>
                  <a:pt x="409672" y="39662"/>
                </a:cubicBezTo>
                <a:cubicBezTo>
                  <a:pt x="410287" y="41512"/>
                  <a:pt x="410595" y="45764"/>
                  <a:pt x="410595" y="52418"/>
                </a:cubicBezTo>
                <a:lnTo>
                  <a:pt x="410595" y="76412"/>
                </a:lnTo>
                <a:cubicBezTo>
                  <a:pt x="410595" y="79232"/>
                  <a:pt x="410705" y="81006"/>
                  <a:pt x="410925" y="81735"/>
                </a:cubicBezTo>
                <a:cubicBezTo>
                  <a:pt x="411144" y="82461"/>
                  <a:pt x="411474" y="83001"/>
                  <a:pt x="411914" y="83354"/>
                </a:cubicBezTo>
                <a:cubicBezTo>
                  <a:pt x="412353" y="83706"/>
                  <a:pt x="412859" y="83882"/>
                  <a:pt x="413430" y="83882"/>
                </a:cubicBezTo>
                <a:cubicBezTo>
                  <a:pt x="414573" y="83882"/>
                  <a:pt x="415738" y="83069"/>
                  <a:pt x="416925" y="81442"/>
                </a:cubicBezTo>
                <a:lnTo>
                  <a:pt x="418904" y="83025"/>
                </a:lnTo>
                <a:cubicBezTo>
                  <a:pt x="416706" y="86278"/>
                  <a:pt x="414431" y="88641"/>
                  <a:pt x="412079" y="90114"/>
                </a:cubicBezTo>
                <a:cubicBezTo>
                  <a:pt x="409727" y="91586"/>
                  <a:pt x="407056" y="92323"/>
                  <a:pt x="404066" y="92323"/>
                </a:cubicBezTo>
                <a:cubicBezTo>
                  <a:pt x="400549" y="92323"/>
                  <a:pt x="397801" y="91493"/>
                  <a:pt x="395823" y="89833"/>
                </a:cubicBezTo>
                <a:cubicBezTo>
                  <a:pt x="393845" y="88174"/>
                  <a:pt x="392636" y="85662"/>
                  <a:pt x="392196" y="82299"/>
                </a:cubicBezTo>
                <a:moveTo>
                  <a:pt x="392196" y="77419"/>
                </a:moveTo>
                <a:lnTo>
                  <a:pt x="392196" y="56791"/>
                </a:lnTo>
                <a:cubicBezTo>
                  <a:pt x="386877" y="59927"/>
                  <a:pt x="382920" y="63285"/>
                  <a:pt x="380326" y="66864"/>
                </a:cubicBezTo>
                <a:cubicBezTo>
                  <a:pt x="378612" y="69249"/>
                  <a:pt x="377754" y="71657"/>
                  <a:pt x="377754" y="74087"/>
                </a:cubicBezTo>
                <a:cubicBezTo>
                  <a:pt x="377754" y="76119"/>
                  <a:pt x="378480" y="77908"/>
                  <a:pt x="379930" y="79455"/>
                </a:cubicBezTo>
                <a:cubicBezTo>
                  <a:pt x="381030" y="80648"/>
                  <a:pt x="382568" y="81244"/>
                  <a:pt x="384547" y="81244"/>
                </a:cubicBezTo>
                <a:cubicBezTo>
                  <a:pt x="386745" y="81244"/>
                  <a:pt x="389295" y="79969"/>
                  <a:pt x="392196" y="77419"/>
                </a:cubicBezTo>
                <a:close/>
                <a:moveTo>
                  <a:pt x="449569" y="1978"/>
                </a:moveTo>
                <a:lnTo>
                  <a:pt x="449569" y="35874"/>
                </a:lnTo>
                <a:cubicBezTo>
                  <a:pt x="454756" y="30510"/>
                  <a:pt x="460428" y="27829"/>
                  <a:pt x="466583" y="27829"/>
                </a:cubicBezTo>
                <a:cubicBezTo>
                  <a:pt x="470803" y="27829"/>
                  <a:pt x="474782" y="29072"/>
                  <a:pt x="478519" y="31559"/>
                </a:cubicBezTo>
                <a:cubicBezTo>
                  <a:pt x="482255" y="34045"/>
                  <a:pt x="485179" y="37577"/>
                  <a:pt x="487289" y="42153"/>
                </a:cubicBezTo>
                <a:cubicBezTo>
                  <a:pt x="489400" y="46729"/>
                  <a:pt x="490455" y="52011"/>
                  <a:pt x="490455" y="57996"/>
                </a:cubicBezTo>
                <a:cubicBezTo>
                  <a:pt x="490455" y="64730"/>
                  <a:pt x="489114" y="70847"/>
                  <a:pt x="486432" y="76348"/>
                </a:cubicBezTo>
                <a:cubicBezTo>
                  <a:pt x="483750" y="81849"/>
                  <a:pt x="480167" y="86040"/>
                  <a:pt x="475683" y="88923"/>
                </a:cubicBezTo>
                <a:cubicBezTo>
                  <a:pt x="471199" y="91805"/>
                  <a:pt x="466077" y="93246"/>
                  <a:pt x="460318" y="93246"/>
                </a:cubicBezTo>
                <a:cubicBezTo>
                  <a:pt x="456977" y="93246"/>
                  <a:pt x="454009" y="92718"/>
                  <a:pt x="451415" y="91663"/>
                </a:cubicBezTo>
                <a:cubicBezTo>
                  <a:pt x="448821" y="90608"/>
                  <a:pt x="446272" y="88894"/>
                  <a:pt x="443766" y="86520"/>
                </a:cubicBezTo>
                <a:lnTo>
                  <a:pt x="433544" y="93246"/>
                </a:lnTo>
                <a:lnTo>
                  <a:pt x="431302" y="93246"/>
                </a:lnTo>
                <a:lnTo>
                  <a:pt x="431302" y="14772"/>
                </a:lnTo>
                <a:cubicBezTo>
                  <a:pt x="431302" y="11187"/>
                  <a:pt x="431148" y="8975"/>
                  <a:pt x="430840" y="8136"/>
                </a:cubicBezTo>
                <a:cubicBezTo>
                  <a:pt x="430401" y="6897"/>
                  <a:pt x="429708" y="5978"/>
                  <a:pt x="428763" y="5381"/>
                </a:cubicBezTo>
                <a:cubicBezTo>
                  <a:pt x="427818" y="4783"/>
                  <a:pt x="426224" y="4440"/>
                  <a:pt x="423982" y="4352"/>
                </a:cubicBezTo>
                <a:lnTo>
                  <a:pt x="423982" y="1978"/>
                </a:lnTo>
                <a:lnTo>
                  <a:pt x="449569" y="1978"/>
                </a:lnTo>
                <a:moveTo>
                  <a:pt x="449569" y="41751"/>
                </a:moveTo>
                <a:lnTo>
                  <a:pt x="449569" y="69217"/>
                </a:lnTo>
                <a:cubicBezTo>
                  <a:pt x="449569" y="74808"/>
                  <a:pt x="449701" y="78373"/>
                  <a:pt x="449964" y="79915"/>
                </a:cubicBezTo>
                <a:cubicBezTo>
                  <a:pt x="450404" y="82511"/>
                  <a:pt x="451459" y="84613"/>
                  <a:pt x="453130" y="86221"/>
                </a:cubicBezTo>
                <a:cubicBezTo>
                  <a:pt x="454800" y="87827"/>
                  <a:pt x="456933" y="88630"/>
                  <a:pt x="459526" y="88630"/>
                </a:cubicBezTo>
                <a:cubicBezTo>
                  <a:pt x="461769" y="88630"/>
                  <a:pt x="463692" y="87992"/>
                  <a:pt x="465297" y="86715"/>
                </a:cubicBezTo>
                <a:cubicBezTo>
                  <a:pt x="466901" y="85439"/>
                  <a:pt x="468242" y="82908"/>
                  <a:pt x="469319" y="79124"/>
                </a:cubicBezTo>
                <a:cubicBezTo>
                  <a:pt x="470396" y="75337"/>
                  <a:pt x="470935" y="68514"/>
                  <a:pt x="470935" y="58654"/>
                </a:cubicBezTo>
                <a:cubicBezTo>
                  <a:pt x="470935" y="49189"/>
                  <a:pt x="469748" y="42697"/>
                  <a:pt x="467374" y="39175"/>
                </a:cubicBezTo>
                <a:cubicBezTo>
                  <a:pt x="465659" y="36623"/>
                  <a:pt x="463351" y="35346"/>
                  <a:pt x="460450" y="35346"/>
                </a:cubicBezTo>
                <a:cubicBezTo>
                  <a:pt x="456669" y="35346"/>
                  <a:pt x="453042" y="37481"/>
                  <a:pt x="449569" y="41751"/>
                </a:cubicBezTo>
                <a:close/>
                <a:moveTo>
                  <a:pt x="524923" y="1978"/>
                </a:moveTo>
                <a:lnTo>
                  <a:pt x="524923" y="78606"/>
                </a:lnTo>
                <a:cubicBezTo>
                  <a:pt x="524923" y="82959"/>
                  <a:pt x="525429" y="85739"/>
                  <a:pt x="526440" y="86948"/>
                </a:cubicBezTo>
                <a:cubicBezTo>
                  <a:pt x="527451" y="88157"/>
                  <a:pt x="529429" y="88850"/>
                  <a:pt x="532375" y="89026"/>
                </a:cubicBezTo>
                <a:lnTo>
                  <a:pt x="532375" y="91400"/>
                </a:lnTo>
                <a:lnTo>
                  <a:pt x="499073" y="91400"/>
                </a:lnTo>
                <a:lnTo>
                  <a:pt x="499073" y="89026"/>
                </a:lnTo>
                <a:cubicBezTo>
                  <a:pt x="501798" y="88938"/>
                  <a:pt x="503821" y="88146"/>
                  <a:pt x="505140" y="86652"/>
                </a:cubicBezTo>
                <a:cubicBezTo>
                  <a:pt x="506019" y="85640"/>
                  <a:pt x="506459" y="82959"/>
                  <a:pt x="506459" y="78606"/>
                </a:cubicBezTo>
                <a:lnTo>
                  <a:pt x="506459" y="14772"/>
                </a:lnTo>
                <a:cubicBezTo>
                  <a:pt x="506459" y="10436"/>
                  <a:pt x="505953" y="7660"/>
                  <a:pt x="504942" y="6444"/>
                </a:cubicBezTo>
                <a:cubicBezTo>
                  <a:pt x="503931" y="5227"/>
                  <a:pt x="501974" y="4530"/>
                  <a:pt x="499073" y="4352"/>
                </a:cubicBezTo>
                <a:lnTo>
                  <a:pt x="499073" y="1978"/>
                </a:lnTo>
                <a:lnTo>
                  <a:pt x="524923" y="1978"/>
                </a:lnTo>
                <a:close/>
                <a:moveTo>
                  <a:pt x="590560" y="58295"/>
                </a:moveTo>
                <a:lnTo>
                  <a:pt x="556731" y="58295"/>
                </a:lnTo>
                <a:cubicBezTo>
                  <a:pt x="557126" y="66494"/>
                  <a:pt x="559302" y="72974"/>
                  <a:pt x="563259" y="77735"/>
                </a:cubicBezTo>
                <a:cubicBezTo>
                  <a:pt x="566293" y="81393"/>
                  <a:pt x="569942" y="83222"/>
                  <a:pt x="574206" y="83222"/>
                </a:cubicBezTo>
                <a:cubicBezTo>
                  <a:pt x="576844" y="83222"/>
                  <a:pt x="579240" y="82486"/>
                  <a:pt x="581394" y="81013"/>
                </a:cubicBezTo>
                <a:cubicBezTo>
                  <a:pt x="583548" y="79540"/>
                  <a:pt x="585856" y="76892"/>
                  <a:pt x="588318" y="73067"/>
                </a:cubicBezTo>
                <a:lnTo>
                  <a:pt x="590560" y="74518"/>
                </a:lnTo>
                <a:cubicBezTo>
                  <a:pt x="587219" y="81332"/>
                  <a:pt x="583526" y="86157"/>
                  <a:pt x="579482" y="88993"/>
                </a:cubicBezTo>
                <a:cubicBezTo>
                  <a:pt x="575437" y="91828"/>
                  <a:pt x="570755" y="93246"/>
                  <a:pt x="565435" y="93246"/>
                </a:cubicBezTo>
                <a:cubicBezTo>
                  <a:pt x="556291" y="93246"/>
                  <a:pt x="549367" y="89726"/>
                  <a:pt x="544663" y="82685"/>
                </a:cubicBezTo>
                <a:cubicBezTo>
                  <a:pt x="540882" y="77008"/>
                  <a:pt x="538991" y="69967"/>
                  <a:pt x="538991" y="61562"/>
                </a:cubicBezTo>
                <a:cubicBezTo>
                  <a:pt x="538991" y="51263"/>
                  <a:pt x="541772" y="43067"/>
                  <a:pt x="547333" y="36972"/>
                </a:cubicBezTo>
                <a:cubicBezTo>
                  <a:pt x="552895" y="30877"/>
                  <a:pt x="559412" y="27829"/>
                  <a:pt x="566886" y="27829"/>
                </a:cubicBezTo>
                <a:cubicBezTo>
                  <a:pt x="573129" y="27829"/>
                  <a:pt x="578547" y="30390"/>
                  <a:pt x="583142" y="35511"/>
                </a:cubicBezTo>
                <a:cubicBezTo>
                  <a:pt x="587736" y="40633"/>
                  <a:pt x="590209" y="48228"/>
                  <a:pt x="590560" y="58295"/>
                </a:cubicBezTo>
                <a:moveTo>
                  <a:pt x="574338" y="53943"/>
                </a:moveTo>
                <a:cubicBezTo>
                  <a:pt x="574338" y="46865"/>
                  <a:pt x="573953" y="42007"/>
                  <a:pt x="573184" y="39369"/>
                </a:cubicBezTo>
                <a:cubicBezTo>
                  <a:pt x="572415" y="36731"/>
                  <a:pt x="571217" y="34731"/>
                  <a:pt x="569590" y="33368"/>
                </a:cubicBezTo>
                <a:cubicBezTo>
                  <a:pt x="568667" y="32577"/>
                  <a:pt x="567436" y="32181"/>
                  <a:pt x="565897" y="32181"/>
                </a:cubicBezTo>
                <a:cubicBezTo>
                  <a:pt x="563611" y="32181"/>
                  <a:pt x="561742" y="33302"/>
                  <a:pt x="560292" y="35544"/>
                </a:cubicBezTo>
                <a:cubicBezTo>
                  <a:pt x="557698" y="39457"/>
                  <a:pt x="556401" y="44821"/>
                  <a:pt x="556401" y="51635"/>
                </a:cubicBezTo>
                <a:lnTo>
                  <a:pt x="556401" y="53943"/>
                </a:lnTo>
                <a:lnTo>
                  <a:pt x="574338" y="53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CCC44-12E7-44E0-A314-7B9F8D7F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840" y="6232888"/>
            <a:ext cx="699585" cy="67190"/>
          </a:xfrm>
          <a:custGeom xmlns:a="http://schemas.openxmlformats.org/drawingml/2006/main">
            <a:pathLst>
              <a:path w="699585" h="67190" fill="none">
                <a:moveTo>
                  <a:pt x="0" y="0"/>
                </a:moveTo>
                <a:lnTo>
                  <a:pt x="0" y="17557"/>
                </a:lnTo>
                <a:cubicBezTo>
                  <a:pt x="0" y="29187"/>
                  <a:pt x="37516" y="35002"/>
                  <a:pt x="112546" y="35002"/>
                </a:cubicBezTo>
                <a:lnTo>
                  <a:pt x="237247" y="35002"/>
                </a:lnTo>
                <a:cubicBezTo>
                  <a:pt x="312277" y="35002"/>
                  <a:pt x="349793" y="40854"/>
                  <a:pt x="349793" y="52559"/>
                </a:cubicBezTo>
                <a:lnTo>
                  <a:pt x="349793" y="61338"/>
                </a:lnTo>
                <a:cubicBezTo>
                  <a:pt x="349793" y="67190"/>
                  <a:pt x="349793" y="64264"/>
                  <a:pt x="349793" y="52559"/>
                </a:cubicBezTo>
                <a:lnTo>
                  <a:pt x="349793" y="43780"/>
                </a:lnTo>
                <a:cubicBezTo>
                  <a:pt x="349793" y="37928"/>
                  <a:pt x="387308" y="35002"/>
                  <a:pt x="462338" y="35002"/>
                </a:cubicBezTo>
                <a:lnTo>
                  <a:pt x="587039" y="35002"/>
                </a:lnTo>
                <a:cubicBezTo>
                  <a:pt x="662070" y="35002"/>
                  <a:pt x="699585" y="29187"/>
                  <a:pt x="699585" y="17557"/>
                </a:cubicBezTo>
                <a:lnTo>
                  <a:pt x="6995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509" cap="flat">
            <a:solidFill>
              <a:srgbClr val="0066CC"/>
            </a:solidFill>
            <a:miter/>
          </a:ln>
        </p:spPr>
      </p:sp>
      <p:sp>
        <p:nvSpPr>
          <p:cNvPr id="282" name="Text One-timeSampling">
            <a:extLst xmlns:a="http://schemas.openxmlformats.org/drawingml/2006/main">
              <a:ext uri="{FF2B5EF4-FFF2-40B4-BE49-F238E27FC236}">
                <a16:creationId xmlns:a16="http://schemas.microsoft.com/office/drawing/2014/main" id="{086CFD78-34AD-42FB-B8DB-DE48E1EC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06" y="6330566"/>
            <a:ext cx="1114051" cy="120547"/>
          </a:xfrm>
          <a:custGeom xmlns:a="http://schemas.openxmlformats.org/drawingml/2006/main">
            <a:pathLst>
              <a:path w="1114051" h="120547">
                <a:moveTo>
                  <a:pt x="46887" y="659"/>
                </a:moveTo>
                <a:cubicBezTo>
                  <a:pt x="61131" y="132"/>
                  <a:pt x="72704" y="4286"/>
                  <a:pt x="81607" y="13123"/>
                </a:cubicBezTo>
                <a:cubicBezTo>
                  <a:pt x="90509" y="21960"/>
                  <a:pt x="94961" y="33016"/>
                  <a:pt x="94961" y="46293"/>
                </a:cubicBezTo>
                <a:cubicBezTo>
                  <a:pt x="94961" y="57636"/>
                  <a:pt x="91641" y="67615"/>
                  <a:pt x="85003" y="76232"/>
                </a:cubicBezTo>
                <a:cubicBezTo>
                  <a:pt x="76210" y="87663"/>
                  <a:pt x="63791" y="93378"/>
                  <a:pt x="47744" y="93378"/>
                </a:cubicBezTo>
                <a:cubicBezTo>
                  <a:pt x="31654" y="93378"/>
                  <a:pt x="19212" y="87926"/>
                  <a:pt x="10419" y="77024"/>
                </a:cubicBezTo>
                <a:cubicBezTo>
                  <a:pt x="3473" y="68407"/>
                  <a:pt x="0" y="58185"/>
                  <a:pt x="0" y="46359"/>
                </a:cubicBezTo>
                <a:cubicBezTo>
                  <a:pt x="0" y="33082"/>
                  <a:pt x="4517" y="22015"/>
                  <a:pt x="13552" y="13156"/>
                </a:cubicBezTo>
                <a:cubicBezTo>
                  <a:pt x="22586" y="4297"/>
                  <a:pt x="33698" y="132"/>
                  <a:pt x="46887" y="659"/>
                </a:cubicBezTo>
                <a:moveTo>
                  <a:pt x="47678" y="4880"/>
                </a:moveTo>
                <a:cubicBezTo>
                  <a:pt x="39501" y="4880"/>
                  <a:pt x="33280" y="9053"/>
                  <a:pt x="29016" y="17399"/>
                </a:cubicBezTo>
                <a:cubicBezTo>
                  <a:pt x="25543" y="24252"/>
                  <a:pt x="23806" y="34092"/>
                  <a:pt x="23806" y="46920"/>
                </a:cubicBezTo>
                <a:cubicBezTo>
                  <a:pt x="23806" y="62163"/>
                  <a:pt x="26488" y="73430"/>
                  <a:pt x="31851" y="80723"/>
                </a:cubicBezTo>
                <a:cubicBezTo>
                  <a:pt x="35588" y="85818"/>
                  <a:pt x="40820" y="88366"/>
                  <a:pt x="47546" y="88366"/>
                </a:cubicBezTo>
                <a:cubicBezTo>
                  <a:pt x="52074" y="88366"/>
                  <a:pt x="55855" y="87268"/>
                  <a:pt x="58889" y="85071"/>
                </a:cubicBezTo>
                <a:cubicBezTo>
                  <a:pt x="62758" y="82260"/>
                  <a:pt x="65769" y="77769"/>
                  <a:pt x="67923" y="71598"/>
                </a:cubicBezTo>
                <a:cubicBezTo>
                  <a:pt x="70077" y="65425"/>
                  <a:pt x="71155" y="57375"/>
                  <a:pt x="71155" y="47447"/>
                </a:cubicBezTo>
                <a:cubicBezTo>
                  <a:pt x="71155" y="35629"/>
                  <a:pt x="70055" y="26789"/>
                  <a:pt x="67857" y="20925"/>
                </a:cubicBezTo>
                <a:cubicBezTo>
                  <a:pt x="65659" y="15060"/>
                  <a:pt x="62856" y="10920"/>
                  <a:pt x="59449" y="8505"/>
                </a:cubicBezTo>
                <a:cubicBezTo>
                  <a:pt x="56042" y="6088"/>
                  <a:pt x="52118" y="4880"/>
                  <a:pt x="47678" y="4880"/>
                </a:cubicBezTo>
                <a:close/>
                <a:moveTo>
                  <a:pt x="129538" y="29675"/>
                </a:moveTo>
                <a:lnTo>
                  <a:pt x="129538" y="37720"/>
                </a:lnTo>
                <a:cubicBezTo>
                  <a:pt x="132704" y="34268"/>
                  <a:pt x="135737" y="31757"/>
                  <a:pt x="138639" y="30186"/>
                </a:cubicBezTo>
                <a:cubicBezTo>
                  <a:pt x="141540" y="28615"/>
                  <a:pt x="144662" y="27829"/>
                  <a:pt x="148003" y="27829"/>
                </a:cubicBezTo>
                <a:cubicBezTo>
                  <a:pt x="152004" y="27829"/>
                  <a:pt x="155323" y="28940"/>
                  <a:pt x="157961" y="31163"/>
                </a:cubicBezTo>
                <a:cubicBezTo>
                  <a:pt x="160598" y="33386"/>
                  <a:pt x="162357" y="36148"/>
                  <a:pt x="163236" y="39449"/>
                </a:cubicBezTo>
                <a:cubicBezTo>
                  <a:pt x="163940" y="41959"/>
                  <a:pt x="164291" y="46780"/>
                  <a:pt x="164291" y="53912"/>
                </a:cubicBezTo>
                <a:lnTo>
                  <a:pt x="164291" y="77947"/>
                </a:lnTo>
                <a:cubicBezTo>
                  <a:pt x="164291" y="82695"/>
                  <a:pt x="164720" y="85651"/>
                  <a:pt x="165577" y="86816"/>
                </a:cubicBezTo>
                <a:cubicBezTo>
                  <a:pt x="166435" y="87981"/>
                  <a:pt x="168226" y="88718"/>
                  <a:pt x="170952" y="89026"/>
                </a:cubicBezTo>
                <a:lnTo>
                  <a:pt x="170952" y="91400"/>
                </a:lnTo>
                <a:lnTo>
                  <a:pt x="139760" y="91400"/>
                </a:lnTo>
                <a:lnTo>
                  <a:pt x="139760" y="89026"/>
                </a:lnTo>
                <a:cubicBezTo>
                  <a:pt x="142090" y="88718"/>
                  <a:pt x="143760" y="87751"/>
                  <a:pt x="144772" y="86124"/>
                </a:cubicBezTo>
                <a:cubicBezTo>
                  <a:pt x="145475" y="85025"/>
                  <a:pt x="145827" y="82299"/>
                  <a:pt x="145827" y="77947"/>
                </a:cubicBezTo>
                <a:lnTo>
                  <a:pt x="145827" y="50514"/>
                </a:lnTo>
                <a:cubicBezTo>
                  <a:pt x="145827" y="45458"/>
                  <a:pt x="145629" y="42271"/>
                  <a:pt x="145233" y="40952"/>
                </a:cubicBezTo>
                <a:cubicBezTo>
                  <a:pt x="144838" y="39633"/>
                  <a:pt x="144167" y="38611"/>
                  <a:pt x="143222" y="37885"/>
                </a:cubicBezTo>
                <a:cubicBezTo>
                  <a:pt x="142277" y="37160"/>
                  <a:pt x="141233" y="36797"/>
                  <a:pt x="140090" y="36797"/>
                </a:cubicBezTo>
                <a:cubicBezTo>
                  <a:pt x="136309" y="36797"/>
                  <a:pt x="132792" y="39523"/>
                  <a:pt x="129538" y="44974"/>
                </a:cubicBezTo>
                <a:lnTo>
                  <a:pt x="129538" y="77947"/>
                </a:lnTo>
                <a:cubicBezTo>
                  <a:pt x="129538" y="82563"/>
                  <a:pt x="129967" y="85487"/>
                  <a:pt x="130824" y="86717"/>
                </a:cubicBezTo>
                <a:cubicBezTo>
                  <a:pt x="131682" y="87948"/>
                  <a:pt x="133275" y="88718"/>
                  <a:pt x="135605" y="89026"/>
                </a:cubicBezTo>
                <a:lnTo>
                  <a:pt x="135605" y="91400"/>
                </a:lnTo>
                <a:lnTo>
                  <a:pt x="104413" y="91400"/>
                </a:lnTo>
                <a:lnTo>
                  <a:pt x="104413" y="89026"/>
                </a:lnTo>
                <a:cubicBezTo>
                  <a:pt x="107007" y="88762"/>
                  <a:pt x="108854" y="87926"/>
                  <a:pt x="109953" y="86520"/>
                </a:cubicBezTo>
                <a:cubicBezTo>
                  <a:pt x="110700" y="85552"/>
                  <a:pt x="111074" y="82695"/>
                  <a:pt x="111074" y="77947"/>
                </a:cubicBezTo>
                <a:lnTo>
                  <a:pt x="111074" y="43128"/>
                </a:lnTo>
                <a:cubicBezTo>
                  <a:pt x="111074" y="38412"/>
                  <a:pt x="110645" y="35475"/>
                  <a:pt x="109788" y="34318"/>
                </a:cubicBezTo>
                <a:cubicBezTo>
                  <a:pt x="108931" y="33161"/>
                  <a:pt x="107139" y="32405"/>
                  <a:pt x="104413" y="32049"/>
                </a:cubicBezTo>
                <a:lnTo>
                  <a:pt x="104413" y="29675"/>
                </a:lnTo>
                <a:lnTo>
                  <a:pt x="129538" y="29675"/>
                </a:lnTo>
                <a:close/>
                <a:moveTo>
                  <a:pt x="231666" y="58295"/>
                </a:moveTo>
                <a:lnTo>
                  <a:pt x="197837" y="58295"/>
                </a:lnTo>
                <a:cubicBezTo>
                  <a:pt x="198232" y="66494"/>
                  <a:pt x="200408" y="72974"/>
                  <a:pt x="204365" y="77735"/>
                </a:cubicBezTo>
                <a:cubicBezTo>
                  <a:pt x="207399" y="81393"/>
                  <a:pt x="211048" y="83222"/>
                  <a:pt x="215312" y="83222"/>
                </a:cubicBezTo>
                <a:cubicBezTo>
                  <a:pt x="217950" y="83222"/>
                  <a:pt x="220346" y="82486"/>
                  <a:pt x="222500" y="81013"/>
                </a:cubicBezTo>
                <a:cubicBezTo>
                  <a:pt x="224654" y="79540"/>
                  <a:pt x="226962" y="76892"/>
                  <a:pt x="229424" y="73067"/>
                </a:cubicBezTo>
                <a:lnTo>
                  <a:pt x="231666" y="74518"/>
                </a:lnTo>
                <a:cubicBezTo>
                  <a:pt x="228325" y="81332"/>
                  <a:pt x="224632" y="86157"/>
                  <a:pt x="220588" y="88993"/>
                </a:cubicBezTo>
                <a:cubicBezTo>
                  <a:pt x="216543" y="91828"/>
                  <a:pt x="211861" y="93246"/>
                  <a:pt x="206541" y="93246"/>
                </a:cubicBezTo>
                <a:cubicBezTo>
                  <a:pt x="197397" y="93246"/>
                  <a:pt x="190473" y="89726"/>
                  <a:pt x="185769" y="82685"/>
                </a:cubicBezTo>
                <a:cubicBezTo>
                  <a:pt x="181988" y="77008"/>
                  <a:pt x="180097" y="69967"/>
                  <a:pt x="180097" y="61562"/>
                </a:cubicBezTo>
                <a:cubicBezTo>
                  <a:pt x="180097" y="51263"/>
                  <a:pt x="182878" y="43067"/>
                  <a:pt x="188439" y="36972"/>
                </a:cubicBezTo>
                <a:cubicBezTo>
                  <a:pt x="194001" y="30877"/>
                  <a:pt x="200518" y="27829"/>
                  <a:pt x="207992" y="27829"/>
                </a:cubicBezTo>
                <a:cubicBezTo>
                  <a:pt x="214235" y="27829"/>
                  <a:pt x="219653" y="30390"/>
                  <a:pt x="224248" y="35511"/>
                </a:cubicBezTo>
                <a:cubicBezTo>
                  <a:pt x="228842" y="40633"/>
                  <a:pt x="231315" y="48228"/>
                  <a:pt x="231666" y="58295"/>
                </a:cubicBezTo>
                <a:moveTo>
                  <a:pt x="215444" y="53943"/>
                </a:moveTo>
                <a:cubicBezTo>
                  <a:pt x="215444" y="46865"/>
                  <a:pt x="215059" y="42007"/>
                  <a:pt x="214290" y="39369"/>
                </a:cubicBezTo>
                <a:cubicBezTo>
                  <a:pt x="213520" y="36731"/>
                  <a:pt x="212322" y="34731"/>
                  <a:pt x="210696" y="33368"/>
                </a:cubicBezTo>
                <a:cubicBezTo>
                  <a:pt x="209773" y="32577"/>
                  <a:pt x="208542" y="32181"/>
                  <a:pt x="207003" y="32181"/>
                </a:cubicBezTo>
                <a:cubicBezTo>
                  <a:pt x="204717" y="32181"/>
                  <a:pt x="202848" y="33302"/>
                  <a:pt x="201398" y="35544"/>
                </a:cubicBezTo>
                <a:cubicBezTo>
                  <a:pt x="198804" y="39457"/>
                  <a:pt x="197507" y="44821"/>
                  <a:pt x="197507" y="51635"/>
                </a:cubicBezTo>
                <a:lnTo>
                  <a:pt x="197507" y="53943"/>
                </a:lnTo>
                <a:lnTo>
                  <a:pt x="215444" y="53943"/>
                </a:lnTo>
                <a:close/>
                <a:moveTo>
                  <a:pt x="276596" y="67132"/>
                </a:moveTo>
                <a:lnTo>
                  <a:pt x="238150" y="67132"/>
                </a:lnTo>
                <a:lnTo>
                  <a:pt x="238150" y="53415"/>
                </a:lnTo>
                <a:lnTo>
                  <a:pt x="276596" y="53415"/>
                </a:lnTo>
                <a:lnTo>
                  <a:pt x="276596" y="67132"/>
                </a:lnTo>
                <a:close/>
                <a:moveTo>
                  <a:pt x="308841" y="6990"/>
                </a:moveTo>
                <a:lnTo>
                  <a:pt x="308841" y="29675"/>
                </a:lnTo>
                <a:lnTo>
                  <a:pt x="323481" y="29675"/>
                </a:lnTo>
                <a:lnTo>
                  <a:pt x="323481" y="36138"/>
                </a:lnTo>
                <a:lnTo>
                  <a:pt x="308841" y="36138"/>
                </a:lnTo>
                <a:lnTo>
                  <a:pt x="308841" y="74291"/>
                </a:lnTo>
                <a:cubicBezTo>
                  <a:pt x="308841" y="77862"/>
                  <a:pt x="309006" y="80165"/>
                  <a:pt x="309336" y="81201"/>
                </a:cubicBezTo>
                <a:cubicBezTo>
                  <a:pt x="309666" y="82237"/>
                  <a:pt x="310248" y="83075"/>
                  <a:pt x="311083" y="83715"/>
                </a:cubicBezTo>
                <a:cubicBezTo>
                  <a:pt x="311919" y="84354"/>
                  <a:pt x="312688" y="84673"/>
                  <a:pt x="313391" y="84673"/>
                </a:cubicBezTo>
                <a:cubicBezTo>
                  <a:pt x="316249" y="84673"/>
                  <a:pt x="318953" y="82475"/>
                  <a:pt x="321503" y="78079"/>
                </a:cubicBezTo>
                <a:lnTo>
                  <a:pt x="323481" y="79544"/>
                </a:lnTo>
                <a:cubicBezTo>
                  <a:pt x="319920" y="88063"/>
                  <a:pt x="314139" y="92323"/>
                  <a:pt x="306137" y="92323"/>
                </a:cubicBezTo>
                <a:cubicBezTo>
                  <a:pt x="302225" y="92323"/>
                  <a:pt x="298917" y="91231"/>
                  <a:pt x="296213" y="89048"/>
                </a:cubicBezTo>
                <a:cubicBezTo>
                  <a:pt x="293509" y="86864"/>
                  <a:pt x="291783" y="84426"/>
                  <a:pt x="291036" y="81735"/>
                </a:cubicBezTo>
                <a:cubicBezTo>
                  <a:pt x="290596" y="80234"/>
                  <a:pt x="290377" y="76175"/>
                  <a:pt x="290377" y="69557"/>
                </a:cubicBezTo>
                <a:lnTo>
                  <a:pt x="290377" y="36138"/>
                </a:lnTo>
                <a:lnTo>
                  <a:pt x="282331" y="36138"/>
                </a:lnTo>
                <a:lnTo>
                  <a:pt x="282331" y="33824"/>
                </a:lnTo>
                <a:cubicBezTo>
                  <a:pt x="287871" y="29903"/>
                  <a:pt x="292586" y="25783"/>
                  <a:pt x="296477" y="21465"/>
                </a:cubicBezTo>
                <a:cubicBezTo>
                  <a:pt x="300367" y="17147"/>
                  <a:pt x="303763" y="12322"/>
                  <a:pt x="306665" y="6990"/>
                </a:cubicBezTo>
                <a:lnTo>
                  <a:pt x="308841" y="6990"/>
                </a:lnTo>
                <a:close/>
                <a:moveTo>
                  <a:pt x="344186" y="0"/>
                </a:moveTo>
                <a:cubicBezTo>
                  <a:pt x="347044" y="0"/>
                  <a:pt x="349462" y="1004"/>
                  <a:pt x="351440" y="3011"/>
                </a:cubicBezTo>
                <a:cubicBezTo>
                  <a:pt x="353419" y="5017"/>
                  <a:pt x="354408" y="7431"/>
                  <a:pt x="354408" y="10254"/>
                </a:cubicBezTo>
                <a:cubicBezTo>
                  <a:pt x="354408" y="13078"/>
                  <a:pt x="353408" y="15482"/>
                  <a:pt x="351407" y="17467"/>
                </a:cubicBezTo>
                <a:cubicBezTo>
                  <a:pt x="349407" y="19451"/>
                  <a:pt x="347000" y="20443"/>
                  <a:pt x="344186" y="20443"/>
                </a:cubicBezTo>
                <a:cubicBezTo>
                  <a:pt x="341373" y="20443"/>
                  <a:pt x="338977" y="19451"/>
                  <a:pt x="336998" y="17467"/>
                </a:cubicBezTo>
                <a:cubicBezTo>
                  <a:pt x="335020" y="15482"/>
                  <a:pt x="334031" y="13078"/>
                  <a:pt x="334031" y="10254"/>
                </a:cubicBezTo>
                <a:cubicBezTo>
                  <a:pt x="334031" y="7431"/>
                  <a:pt x="335020" y="5017"/>
                  <a:pt x="336998" y="3011"/>
                </a:cubicBezTo>
                <a:cubicBezTo>
                  <a:pt x="338977" y="1004"/>
                  <a:pt x="341373" y="0"/>
                  <a:pt x="344186" y="0"/>
                </a:cubicBezTo>
                <a:moveTo>
                  <a:pt x="353419" y="29675"/>
                </a:moveTo>
                <a:lnTo>
                  <a:pt x="353419" y="78606"/>
                </a:lnTo>
                <a:cubicBezTo>
                  <a:pt x="353419" y="82959"/>
                  <a:pt x="353924" y="85739"/>
                  <a:pt x="354935" y="86948"/>
                </a:cubicBezTo>
                <a:cubicBezTo>
                  <a:pt x="355946" y="88157"/>
                  <a:pt x="357925" y="88850"/>
                  <a:pt x="360870" y="89026"/>
                </a:cubicBezTo>
                <a:lnTo>
                  <a:pt x="360870" y="91400"/>
                </a:lnTo>
                <a:lnTo>
                  <a:pt x="327568" y="91400"/>
                </a:lnTo>
                <a:lnTo>
                  <a:pt x="327568" y="89026"/>
                </a:lnTo>
                <a:cubicBezTo>
                  <a:pt x="330294" y="88938"/>
                  <a:pt x="332316" y="88146"/>
                  <a:pt x="333635" y="86652"/>
                </a:cubicBezTo>
                <a:cubicBezTo>
                  <a:pt x="334514" y="85640"/>
                  <a:pt x="334954" y="82959"/>
                  <a:pt x="334954" y="78606"/>
                </a:cubicBezTo>
                <a:lnTo>
                  <a:pt x="334954" y="42600"/>
                </a:lnTo>
                <a:cubicBezTo>
                  <a:pt x="334954" y="38193"/>
                  <a:pt x="334448" y="35377"/>
                  <a:pt x="333437" y="34153"/>
                </a:cubicBezTo>
                <a:cubicBezTo>
                  <a:pt x="332426" y="32929"/>
                  <a:pt x="330470" y="32228"/>
                  <a:pt x="327568" y="32049"/>
                </a:cubicBezTo>
                <a:lnTo>
                  <a:pt x="327568" y="29675"/>
                </a:lnTo>
                <a:lnTo>
                  <a:pt x="353419" y="29675"/>
                </a:lnTo>
                <a:close/>
                <a:moveTo>
                  <a:pt x="392481" y="29675"/>
                </a:moveTo>
                <a:lnTo>
                  <a:pt x="392481" y="37852"/>
                </a:lnTo>
                <a:cubicBezTo>
                  <a:pt x="395866" y="34135"/>
                  <a:pt x="398998" y="31535"/>
                  <a:pt x="401878" y="30052"/>
                </a:cubicBezTo>
                <a:cubicBezTo>
                  <a:pt x="404758" y="28570"/>
                  <a:pt x="407912" y="27829"/>
                  <a:pt x="411341" y="27829"/>
                </a:cubicBezTo>
                <a:cubicBezTo>
                  <a:pt x="415298" y="27829"/>
                  <a:pt x="418617" y="28757"/>
                  <a:pt x="421299" y="30615"/>
                </a:cubicBezTo>
                <a:cubicBezTo>
                  <a:pt x="423981" y="32472"/>
                  <a:pt x="426047" y="35302"/>
                  <a:pt x="427498" y="39105"/>
                </a:cubicBezTo>
                <a:cubicBezTo>
                  <a:pt x="431015" y="35125"/>
                  <a:pt x="434389" y="32251"/>
                  <a:pt x="437620" y="30483"/>
                </a:cubicBezTo>
                <a:cubicBezTo>
                  <a:pt x="440851" y="28713"/>
                  <a:pt x="444226" y="27829"/>
                  <a:pt x="447743" y="27829"/>
                </a:cubicBezTo>
                <a:cubicBezTo>
                  <a:pt x="452007" y="27829"/>
                  <a:pt x="455403" y="28808"/>
                  <a:pt x="457931" y="30767"/>
                </a:cubicBezTo>
                <a:cubicBezTo>
                  <a:pt x="460459" y="32727"/>
                  <a:pt x="462218" y="35214"/>
                  <a:pt x="463207" y="38229"/>
                </a:cubicBezTo>
                <a:cubicBezTo>
                  <a:pt x="464196" y="41245"/>
                  <a:pt x="464690" y="46054"/>
                  <a:pt x="464690" y="52657"/>
                </a:cubicBezTo>
                <a:lnTo>
                  <a:pt x="464690" y="77947"/>
                </a:lnTo>
                <a:cubicBezTo>
                  <a:pt x="464690" y="82695"/>
                  <a:pt x="465119" y="85640"/>
                  <a:pt x="465976" y="86783"/>
                </a:cubicBezTo>
                <a:cubicBezTo>
                  <a:pt x="466834" y="87926"/>
                  <a:pt x="468625" y="88674"/>
                  <a:pt x="471351" y="89026"/>
                </a:cubicBezTo>
                <a:lnTo>
                  <a:pt x="471351" y="91400"/>
                </a:lnTo>
                <a:lnTo>
                  <a:pt x="439500" y="91400"/>
                </a:lnTo>
                <a:lnTo>
                  <a:pt x="439500" y="89026"/>
                </a:lnTo>
                <a:cubicBezTo>
                  <a:pt x="442005" y="88806"/>
                  <a:pt x="443852" y="87839"/>
                  <a:pt x="445039" y="86124"/>
                </a:cubicBezTo>
                <a:cubicBezTo>
                  <a:pt x="445830" y="84937"/>
                  <a:pt x="446226" y="82211"/>
                  <a:pt x="446226" y="77947"/>
                </a:cubicBezTo>
                <a:lnTo>
                  <a:pt x="446226" y="51437"/>
                </a:lnTo>
                <a:cubicBezTo>
                  <a:pt x="446226" y="45942"/>
                  <a:pt x="446006" y="42447"/>
                  <a:pt x="445566" y="40952"/>
                </a:cubicBezTo>
                <a:cubicBezTo>
                  <a:pt x="445127" y="39457"/>
                  <a:pt x="444434" y="38347"/>
                  <a:pt x="443489" y="37622"/>
                </a:cubicBezTo>
                <a:cubicBezTo>
                  <a:pt x="442544" y="36896"/>
                  <a:pt x="441434" y="36533"/>
                  <a:pt x="440159" y="36533"/>
                </a:cubicBezTo>
                <a:cubicBezTo>
                  <a:pt x="438269" y="36533"/>
                  <a:pt x="436356" y="37226"/>
                  <a:pt x="434422" y="38611"/>
                </a:cubicBezTo>
                <a:cubicBezTo>
                  <a:pt x="432487" y="39996"/>
                  <a:pt x="430531" y="42073"/>
                  <a:pt x="428553" y="44843"/>
                </a:cubicBezTo>
                <a:lnTo>
                  <a:pt x="428553" y="77947"/>
                </a:lnTo>
                <a:cubicBezTo>
                  <a:pt x="428553" y="82387"/>
                  <a:pt x="428926" y="85179"/>
                  <a:pt x="429674" y="86322"/>
                </a:cubicBezTo>
                <a:cubicBezTo>
                  <a:pt x="430685" y="87948"/>
                  <a:pt x="432619" y="88850"/>
                  <a:pt x="435477" y="89026"/>
                </a:cubicBezTo>
                <a:lnTo>
                  <a:pt x="435477" y="91400"/>
                </a:lnTo>
                <a:lnTo>
                  <a:pt x="403560" y="91400"/>
                </a:lnTo>
                <a:lnTo>
                  <a:pt x="403560" y="89026"/>
                </a:lnTo>
                <a:cubicBezTo>
                  <a:pt x="405274" y="88938"/>
                  <a:pt x="406626" y="88509"/>
                  <a:pt x="407615" y="87740"/>
                </a:cubicBezTo>
                <a:cubicBezTo>
                  <a:pt x="408604" y="86970"/>
                  <a:pt x="409264" y="86047"/>
                  <a:pt x="409594" y="84970"/>
                </a:cubicBezTo>
                <a:cubicBezTo>
                  <a:pt x="409923" y="83893"/>
                  <a:pt x="410088" y="81552"/>
                  <a:pt x="410088" y="77947"/>
                </a:cubicBezTo>
                <a:lnTo>
                  <a:pt x="410088" y="51396"/>
                </a:lnTo>
                <a:cubicBezTo>
                  <a:pt x="410088" y="45803"/>
                  <a:pt x="409868" y="42302"/>
                  <a:pt x="409429" y="40894"/>
                </a:cubicBezTo>
                <a:cubicBezTo>
                  <a:pt x="408989" y="39484"/>
                  <a:pt x="408253" y="38383"/>
                  <a:pt x="407220" y="37591"/>
                </a:cubicBezTo>
                <a:cubicBezTo>
                  <a:pt x="406186" y="36798"/>
                  <a:pt x="405076" y="36402"/>
                  <a:pt x="403889" y="36402"/>
                </a:cubicBezTo>
                <a:cubicBezTo>
                  <a:pt x="402131" y="36402"/>
                  <a:pt x="400526" y="36867"/>
                  <a:pt x="399075" y="37797"/>
                </a:cubicBezTo>
                <a:cubicBezTo>
                  <a:pt x="397009" y="39171"/>
                  <a:pt x="394811" y="41519"/>
                  <a:pt x="392481" y="44843"/>
                </a:cubicBezTo>
                <a:lnTo>
                  <a:pt x="392481" y="77947"/>
                </a:lnTo>
                <a:cubicBezTo>
                  <a:pt x="392481" y="82299"/>
                  <a:pt x="392910" y="85168"/>
                  <a:pt x="393767" y="86553"/>
                </a:cubicBezTo>
                <a:cubicBezTo>
                  <a:pt x="394624" y="87937"/>
                  <a:pt x="396416" y="88762"/>
                  <a:pt x="399141" y="89026"/>
                </a:cubicBezTo>
                <a:lnTo>
                  <a:pt x="399141" y="91400"/>
                </a:lnTo>
                <a:lnTo>
                  <a:pt x="367356" y="91400"/>
                </a:lnTo>
                <a:lnTo>
                  <a:pt x="367356" y="89026"/>
                </a:lnTo>
                <a:cubicBezTo>
                  <a:pt x="369950" y="88762"/>
                  <a:pt x="371796" y="87926"/>
                  <a:pt x="372895" y="86520"/>
                </a:cubicBezTo>
                <a:cubicBezTo>
                  <a:pt x="373643" y="85552"/>
                  <a:pt x="374016" y="82695"/>
                  <a:pt x="374016" y="77947"/>
                </a:cubicBezTo>
                <a:lnTo>
                  <a:pt x="374016" y="43128"/>
                </a:lnTo>
                <a:cubicBezTo>
                  <a:pt x="374016" y="38412"/>
                  <a:pt x="373588" y="35475"/>
                  <a:pt x="372730" y="34318"/>
                </a:cubicBezTo>
                <a:cubicBezTo>
                  <a:pt x="371873" y="33161"/>
                  <a:pt x="370082" y="32405"/>
                  <a:pt x="367356" y="32049"/>
                </a:cubicBezTo>
                <a:lnTo>
                  <a:pt x="367356" y="29675"/>
                </a:lnTo>
                <a:lnTo>
                  <a:pt x="392481" y="29675"/>
                </a:lnTo>
                <a:close/>
                <a:moveTo>
                  <a:pt x="531623" y="58295"/>
                </a:moveTo>
                <a:lnTo>
                  <a:pt x="497793" y="58295"/>
                </a:lnTo>
                <a:cubicBezTo>
                  <a:pt x="498189" y="66494"/>
                  <a:pt x="500365" y="72974"/>
                  <a:pt x="504321" y="77735"/>
                </a:cubicBezTo>
                <a:cubicBezTo>
                  <a:pt x="507355" y="81393"/>
                  <a:pt x="511004" y="83222"/>
                  <a:pt x="515268" y="83222"/>
                </a:cubicBezTo>
                <a:cubicBezTo>
                  <a:pt x="517906" y="83222"/>
                  <a:pt x="520302" y="82486"/>
                  <a:pt x="522456" y="81013"/>
                </a:cubicBezTo>
                <a:cubicBezTo>
                  <a:pt x="524611" y="79540"/>
                  <a:pt x="526919" y="76892"/>
                  <a:pt x="529381" y="73067"/>
                </a:cubicBezTo>
                <a:lnTo>
                  <a:pt x="531623" y="74518"/>
                </a:lnTo>
                <a:cubicBezTo>
                  <a:pt x="528281" y="81332"/>
                  <a:pt x="524589" y="86157"/>
                  <a:pt x="520544" y="88993"/>
                </a:cubicBezTo>
                <a:cubicBezTo>
                  <a:pt x="516499" y="91828"/>
                  <a:pt x="511817" y="93246"/>
                  <a:pt x="506498" y="93246"/>
                </a:cubicBezTo>
                <a:cubicBezTo>
                  <a:pt x="497353" y="93246"/>
                  <a:pt x="490429" y="89726"/>
                  <a:pt x="485725" y="82685"/>
                </a:cubicBezTo>
                <a:cubicBezTo>
                  <a:pt x="481944" y="77008"/>
                  <a:pt x="480054" y="69967"/>
                  <a:pt x="480054" y="61562"/>
                </a:cubicBezTo>
                <a:cubicBezTo>
                  <a:pt x="480054" y="51263"/>
                  <a:pt x="482834" y="43067"/>
                  <a:pt x="488396" y="36972"/>
                </a:cubicBezTo>
                <a:cubicBezTo>
                  <a:pt x="493957" y="30877"/>
                  <a:pt x="500475" y="27829"/>
                  <a:pt x="507948" y="27829"/>
                </a:cubicBezTo>
                <a:cubicBezTo>
                  <a:pt x="514191" y="27829"/>
                  <a:pt x="519610" y="30390"/>
                  <a:pt x="524204" y="35511"/>
                </a:cubicBezTo>
                <a:cubicBezTo>
                  <a:pt x="528798" y="40633"/>
                  <a:pt x="531271" y="48228"/>
                  <a:pt x="531623" y="58295"/>
                </a:cubicBezTo>
                <a:moveTo>
                  <a:pt x="515400" y="53943"/>
                </a:moveTo>
                <a:cubicBezTo>
                  <a:pt x="515400" y="46865"/>
                  <a:pt x="515016" y="42007"/>
                  <a:pt x="514246" y="39369"/>
                </a:cubicBezTo>
                <a:cubicBezTo>
                  <a:pt x="513477" y="36731"/>
                  <a:pt x="512279" y="34731"/>
                  <a:pt x="510652" y="33368"/>
                </a:cubicBezTo>
                <a:cubicBezTo>
                  <a:pt x="509729" y="32577"/>
                  <a:pt x="508498" y="32181"/>
                  <a:pt x="506959" y="32181"/>
                </a:cubicBezTo>
                <a:cubicBezTo>
                  <a:pt x="504673" y="32181"/>
                  <a:pt x="502805" y="33302"/>
                  <a:pt x="501354" y="35544"/>
                </a:cubicBezTo>
                <a:cubicBezTo>
                  <a:pt x="498760" y="39457"/>
                  <a:pt x="497463" y="44821"/>
                  <a:pt x="497463" y="51635"/>
                </a:cubicBezTo>
                <a:lnTo>
                  <a:pt x="497463" y="53943"/>
                </a:lnTo>
                <a:lnTo>
                  <a:pt x="515400" y="53943"/>
                </a:lnTo>
                <a:close/>
                <a:moveTo>
                  <a:pt x="632012" y="0"/>
                </a:moveTo>
                <a:lnTo>
                  <a:pt x="632737" y="29807"/>
                </a:lnTo>
                <a:lnTo>
                  <a:pt x="630033" y="29807"/>
                </a:lnTo>
                <a:cubicBezTo>
                  <a:pt x="628758" y="22353"/>
                  <a:pt x="625626" y="16356"/>
                  <a:pt x="620636" y="11819"/>
                </a:cubicBezTo>
                <a:cubicBezTo>
                  <a:pt x="615646" y="7281"/>
                  <a:pt x="610250" y="5012"/>
                  <a:pt x="604447" y="5012"/>
                </a:cubicBezTo>
                <a:cubicBezTo>
                  <a:pt x="599962" y="5012"/>
                  <a:pt x="596412" y="6206"/>
                  <a:pt x="593797" y="8595"/>
                </a:cubicBezTo>
                <a:cubicBezTo>
                  <a:pt x="591181" y="10983"/>
                  <a:pt x="589873" y="13733"/>
                  <a:pt x="589873" y="16845"/>
                </a:cubicBezTo>
                <a:cubicBezTo>
                  <a:pt x="589873" y="18816"/>
                  <a:pt x="590335" y="20569"/>
                  <a:pt x="591258" y="22104"/>
                </a:cubicBezTo>
                <a:cubicBezTo>
                  <a:pt x="592533" y="24163"/>
                  <a:pt x="594577" y="26201"/>
                  <a:pt x="597391" y="28216"/>
                </a:cubicBezTo>
                <a:cubicBezTo>
                  <a:pt x="599457" y="29663"/>
                  <a:pt x="604227" y="32227"/>
                  <a:pt x="611701" y="35909"/>
                </a:cubicBezTo>
                <a:cubicBezTo>
                  <a:pt x="622164" y="41036"/>
                  <a:pt x="629220" y="45880"/>
                  <a:pt x="632869" y="50440"/>
                </a:cubicBezTo>
                <a:cubicBezTo>
                  <a:pt x="636474" y="54998"/>
                  <a:pt x="638276" y="60215"/>
                  <a:pt x="638276" y="66089"/>
                </a:cubicBezTo>
                <a:cubicBezTo>
                  <a:pt x="638276" y="73541"/>
                  <a:pt x="635364" y="79952"/>
                  <a:pt x="629539" y="85322"/>
                </a:cubicBezTo>
                <a:cubicBezTo>
                  <a:pt x="623714" y="90693"/>
                  <a:pt x="616317" y="93378"/>
                  <a:pt x="607348" y="93378"/>
                </a:cubicBezTo>
                <a:cubicBezTo>
                  <a:pt x="604535" y="93378"/>
                  <a:pt x="601875" y="93092"/>
                  <a:pt x="599369" y="92521"/>
                </a:cubicBezTo>
                <a:cubicBezTo>
                  <a:pt x="596863" y="91949"/>
                  <a:pt x="593720" y="90872"/>
                  <a:pt x="589939" y="89289"/>
                </a:cubicBezTo>
                <a:cubicBezTo>
                  <a:pt x="587829" y="88410"/>
                  <a:pt x="586092" y="87970"/>
                  <a:pt x="584729" y="87970"/>
                </a:cubicBezTo>
                <a:cubicBezTo>
                  <a:pt x="583586" y="87970"/>
                  <a:pt x="582377" y="88416"/>
                  <a:pt x="581102" y="89306"/>
                </a:cubicBezTo>
                <a:cubicBezTo>
                  <a:pt x="579827" y="90196"/>
                  <a:pt x="578794" y="91553"/>
                  <a:pt x="578003" y="93378"/>
                </a:cubicBezTo>
                <a:lnTo>
                  <a:pt x="575563" y="93378"/>
                </a:lnTo>
                <a:lnTo>
                  <a:pt x="575563" y="59614"/>
                </a:lnTo>
                <a:lnTo>
                  <a:pt x="578003" y="59614"/>
                </a:lnTo>
                <a:cubicBezTo>
                  <a:pt x="579937" y="69088"/>
                  <a:pt x="583663" y="76315"/>
                  <a:pt x="589180" y="81294"/>
                </a:cubicBezTo>
                <a:cubicBezTo>
                  <a:pt x="594698" y="86272"/>
                  <a:pt x="600644" y="88762"/>
                  <a:pt x="607019" y="88762"/>
                </a:cubicBezTo>
                <a:cubicBezTo>
                  <a:pt x="611942" y="88762"/>
                  <a:pt x="615866" y="87425"/>
                  <a:pt x="618790" y="84752"/>
                </a:cubicBezTo>
                <a:cubicBezTo>
                  <a:pt x="621713" y="82078"/>
                  <a:pt x="623175" y="78966"/>
                  <a:pt x="623175" y="75416"/>
                </a:cubicBezTo>
                <a:cubicBezTo>
                  <a:pt x="623175" y="73313"/>
                  <a:pt x="622615" y="71275"/>
                  <a:pt x="621493" y="69304"/>
                </a:cubicBezTo>
                <a:cubicBezTo>
                  <a:pt x="620372" y="67331"/>
                  <a:pt x="618669" y="65457"/>
                  <a:pt x="616383" y="63682"/>
                </a:cubicBezTo>
                <a:cubicBezTo>
                  <a:pt x="614097" y="61907"/>
                  <a:pt x="610052" y="59596"/>
                  <a:pt x="604249" y="56748"/>
                </a:cubicBezTo>
                <a:cubicBezTo>
                  <a:pt x="596116" y="52759"/>
                  <a:pt x="590269" y="49360"/>
                  <a:pt x="586708" y="46551"/>
                </a:cubicBezTo>
                <a:cubicBezTo>
                  <a:pt x="583147" y="43741"/>
                  <a:pt x="580410" y="40603"/>
                  <a:pt x="578497" y="37135"/>
                </a:cubicBezTo>
                <a:cubicBezTo>
                  <a:pt x="576585" y="33668"/>
                  <a:pt x="575629" y="29849"/>
                  <a:pt x="575629" y="25679"/>
                </a:cubicBezTo>
                <a:cubicBezTo>
                  <a:pt x="575629" y="18568"/>
                  <a:pt x="578245" y="12511"/>
                  <a:pt x="583476" y="7507"/>
                </a:cubicBezTo>
                <a:cubicBezTo>
                  <a:pt x="588708" y="2502"/>
                  <a:pt x="595302" y="0"/>
                  <a:pt x="603260" y="0"/>
                </a:cubicBezTo>
                <a:cubicBezTo>
                  <a:pt x="606161" y="0"/>
                  <a:pt x="608975" y="356"/>
                  <a:pt x="611701" y="1067"/>
                </a:cubicBezTo>
                <a:cubicBezTo>
                  <a:pt x="613767" y="1601"/>
                  <a:pt x="616284" y="2589"/>
                  <a:pt x="619251" y="4033"/>
                </a:cubicBezTo>
                <a:cubicBezTo>
                  <a:pt x="622219" y="5477"/>
                  <a:pt x="624296" y="6199"/>
                  <a:pt x="625483" y="6199"/>
                </a:cubicBezTo>
                <a:cubicBezTo>
                  <a:pt x="626626" y="6199"/>
                  <a:pt x="627527" y="5844"/>
                  <a:pt x="628187" y="5133"/>
                </a:cubicBezTo>
                <a:cubicBezTo>
                  <a:pt x="628846" y="4422"/>
                  <a:pt x="629462" y="2711"/>
                  <a:pt x="630033" y="0"/>
                </a:cubicBezTo>
                <a:lnTo>
                  <a:pt x="632012" y="0"/>
                </a:lnTo>
                <a:close/>
                <a:moveTo>
                  <a:pt x="682241" y="82299"/>
                </a:moveTo>
                <a:cubicBezTo>
                  <a:pt x="674723" y="88982"/>
                  <a:pt x="667975" y="92323"/>
                  <a:pt x="661996" y="92323"/>
                </a:cubicBezTo>
                <a:cubicBezTo>
                  <a:pt x="658479" y="92323"/>
                  <a:pt x="655555" y="91165"/>
                  <a:pt x="653225" y="88850"/>
                </a:cubicBezTo>
                <a:cubicBezTo>
                  <a:pt x="650895" y="86534"/>
                  <a:pt x="649730" y="83634"/>
                  <a:pt x="649730" y="80150"/>
                </a:cubicBezTo>
                <a:cubicBezTo>
                  <a:pt x="649730" y="75429"/>
                  <a:pt x="651752" y="71183"/>
                  <a:pt x="655797" y="67412"/>
                </a:cubicBezTo>
                <a:cubicBezTo>
                  <a:pt x="659842" y="63641"/>
                  <a:pt x="668656" y="58624"/>
                  <a:pt x="682241" y="52360"/>
                </a:cubicBezTo>
                <a:lnTo>
                  <a:pt x="682241" y="46161"/>
                </a:lnTo>
                <a:cubicBezTo>
                  <a:pt x="682241" y="41501"/>
                  <a:pt x="681988" y="38567"/>
                  <a:pt x="681483" y="37358"/>
                </a:cubicBezTo>
                <a:cubicBezTo>
                  <a:pt x="680977" y="36149"/>
                  <a:pt x="680021" y="35094"/>
                  <a:pt x="678614" y="34192"/>
                </a:cubicBezTo>
                <a:cubicBezTo>
                  <a:pt x="677207" y="33291"/>
                  <a:pt x="675625" y="32841"/>
                  <a:pt x="673866" y="32841"/>
                </a:cubicBezTo>
                <a:cubicBezTo>
                  <a:pt x="671008" y="32841"/>
                  <a:pt x="668656" y="33478"/>
                  <a:pt x="666810" y="34753"/>
                </a:cubicBezTo>
                <a:cubicBezTo>
                  <a:pt x="665667" y="35544"/>
                  <a:pt x="665095" y="36468"/>
                  <a:pt x="665095" y="37523"/>
                </a:cubicBezTo>
                <a:cubicBezTo>
                  <a:pt x="665095" y="38446"/>
                  <a:pt x="665711" y="39589"/>
                  <a:pt x="666942" y="40952"/>
                </a:cubicBezTo>
                <a:cubicBezTo>
                  <a:pt x="668612" y="42842"/>
                  <a:pt x="669448" y="44667"/>
                  <a:pt x="669448" y="46425"/>
                </a:cubicBezTo>
                <a:cubicBezTo>
                  <a:pt x="669448" y="48579"/>
                  <a:pt x="668645" y="50415"/>
                  <a:pt x="667041" y="51932"/>
                </a:cubicBezTo>
                <a:cubicBezTo>
                  <a:pt x="665436" y="53448"/>
                  <a:pt x="663337" y="54207"/>
                  <a:pt x="660743" y="54207"/>
                </a:cubicBezTo>
                <a:cubicBezTo>
                  <a:pt x="657973" y="54207"/>
                  <a:pt x="655654" y="53371"/>
                  <a:pt x="653786" y="51701"/>
                </a:cubicBezTo>
                <a:cubicBezTo>
                  <a:pt x="651917" y="50030"/>
                  <a:pt x="650983" y="48074"/>
                  <a:pt x="650983" y="45832"/>
                </a:cubicBezTo>
                <a:cubicBezTo>
                  <a:pt x="650983" y="42666"/>
                  <a:pt x="652236" y="39644"/>
                  <a:pt x="654742" y="36764"/>
                </a:cubicBezTo>
                <a:cubicBezTo>
                  <a:pt x="657248" y="33885"/>
                  <a:pt x="660743" y="31676"/>
                  <a:pt x="665227" y="30137"/>
                </a:cubicBezTo>
                <a:cubicBezTo>
                  <a:pt x="669711" y="28598"/>
                  <a:pt x="674372" y="27829"/>
                  <a:pt x="679208" y="27829"/>
                </a:cubicBezTo>
                <a:cubicBezTo>
                  <a:pt x="685055" y="27829"/>
                  <a:pt x="689682" y="29074"/>
                  <a:pt x="693089" y="31565"/>
                </a:cubicBezTo>
                <a:cubicBezTo>
                  <a:pt x="696496" y="34054"/>
                  <a:pt x="698705" y="36753"/>
                  <a:pt x="699716" y="39662"/>
                </a:cubicBezTo>
                <a:cubicBezTo>
                  <a:pt x="700332" y="41512"/>
                  <a:pt x="700640" y="45764"/>
                  <a:pt x="700640" y="52418"/>
                </a:cubicBezTo>
                <a:lnTo>
                  <a:pt x="700640" y="76412"/>
                </a:lnTo>
                <a:cubicBezTo>
                  <a:pt x="700640" y="79232"/>
                  <a:pt x="700749" y="81006"/>
                  <a:pt x="700969" y="81735"/>
                </a:cubicBezTo>
                <a:cubicBezTo>
                  <a:pt x="701189" y="82461"/>
                  <a:pt x="701519" y="83001"/>
                  <a:pt x="701958" y="83354"/>
                </a:cubicBezTo>
                <a:cubicBezTo>
                  <a:pt x="702398" y="83706"/>
                  <a:pt x="702904" y="83882"/>
                  <a:pt x="703475" y="83882"/>
                </a:cubicBezTo>
                <a:cubicBezTo>
                  <a:pt x="704618" y="83882"/>
                  <a:pt x="705783" y="83069"/>
                  <a:pt x="706970" y="81442"/>
                </a:cubicBezTo>
                <a:lnTo>
                  <a:pt x="708949" y="83025"/>
                </a:lnTo>
                <a:cubicBezTo>
                  <a:pt x="706750" y="86278"/>
                  <a:pt x="704475" y="88641"/>
                  <a:pt x="702123" y="90114"/>
                </a:cubicBezTo>
                <a:cubicBezTo>
                  <a:pt x="699771" y="91586"/>
                  <a:pt x="697101" y="92323"/>
                  <a:pt x="694111" y="92323"/>
                </a:cubicBezTo>
                <a:cubicBezTo>
                  <a:pt x="690594" y="92323"/>
                  <a:pt x="687846" y="91493"/>
                  <a:pt x="685868" y="89833"/>
                </a:cubicBezTo>
                <a:cubicBezTo>
                  <a:pt x="683890" y="88174"/>
                  <a:pt x="682681" y="85662"/>
                  <a:pt x="682241" y="82299"/>
                </a:cubicBezTo>
                <a:moveTo>
                  <a:pt x="682241" y="77419"/>
                </a:moveTo>
                <a:lnTo>
                  <a:pt x="682241" y="56791"/>
                </a:lnTo>
                <a:cubicBezTo>
                  <a:pt x="676921" y="59927"/>
                  <a:pt x="672965" y="63285"/>
                  <a:pt x="670371" y="66864"/>
                </a:cubicBezTo>
                <a:cubicBezTo>
                  <a:pt x="668656" y="69249"/>
                  <a:pt x="667799" y="71657"/>
                  <a:pt x="667799" y="74087"/>
                </a:cubicBezTo>
                <a:cubicBezTo>
                  <a:pt x="667799" y="76119"/>
                  <a:pt x="668524" y="77908"/>
                  <a:pt x="669975" y="79455"/>
                </a:cubicBezTo>
                <a:cubicBezTo>
                  <a:pt x="671074" y="80648"/>
                  <a:pt x="672613" y="81244"/>
                  <a:pt x="674591" y="81244"/>
                </a:cubicBezTo>
                <a:cubicBezTo>
                  <a:pt x="676790" y="81244"/>
                  <a:pt x="679339" y="79969"/>
                  <a:pt x="682241" y="77419"/>
                </a:cubicBezTo>
                <a:close/>
                <a:moveTo>
                  <a:pt x="741327" y="29675"/>
                </a:moveTo>
                <a:lnTo>
                  <a:pt x="741327" y="37852"/>
                </a:lnTo>
                <a:cubicBezTo>
                  <a:pt x="744713" y="34135"/>
                  <a:pt x="747845" y="31535"/>
                  <a:pt x="750724" y="30052"/>
                </a:cubicBezTo>
                <a:cubicBezTo>
                  <a:pt x="753604" y="28570"/>
                  <a:pt x="756758" y="27829"/>
                  <a:pt x="760188" y="27829"/>
                </a:cubicBezTo>
                <a:cubicBezTo>
                  <a:pt x="764144" y="27829"/>
                  <a:pt x="767463" y="28757"/>
                  <a:pt x="770145" y="30615"/>
                </a:cubicBezTo>
                <a:cubicBezTo>
                  <a:pt x="772827" y="32472"/>
                  <a:pt x="774893" y="35302"/>
                  <a:pt x="776344" y="39105"/>
                </a:cubicBezTo>
                <a:cubicBezTo>
                  <a:pt x="779861" y="35125"/>
                  <a:pt x="783235" y="32251"/>
                  <a:pt x="786467" y="30483"/>
                </a:cubicBezTo>
                <a:cubicBezTo>
                  <a:pt x="789698" y="28713"/>
                  <a:pt x="793072" y="27829"/>
                  <a:pt x="796589" y="27829"/>
                </a:cubicBezTo>
                <a:cubicBezTo>
                  <a:pt x="800854" y="27829"/>
                  <a:pt x="804250" y="28808"/>
                  <a:pt x="806778" y="30767"/>
                </a:cubicBezTo>
                <a:cubicBezTo>
                  <a:pt x="809305" y="32727"/>
                  <a:pt x="811064" y="35214"/>
                  <a:pt x="812053" y="38229"/>
                </a:cubicBezTo>
                <a:cubicBezTo>
                  <a:pt x="813042" y="41245"/>
                  <a:pt x="813537" y="46054"/>
                  <a:pt x="813537" y="52657"/>
                </a:cubicBezTo>
                <a:lnTo>
                  <a:pt x="813537" y="77947"/>
                </a:lnTo>
                <a:cubicBezTo>
                  <a:pt x="813537" y="82695"/>
                  <a:pt x="813966" y="85640"/>
                  <a:pt x="814823" y="86783"/>
                </a:cubicBezTo>
                <a:cubicBezTo>
                  <a:pt x="815680" y="87926"/>
                  <a:pt x="817472" y="88674"/>
                  <a:pt x="820197" y="89026"/>
                </a:cubicBezTo>
                <a:lnTo>
                  <a:pt x="820197" y="91400"/>
                </a:lnTo>
                <a:lnTo>
                  <a:pt x="788346" y="91400"/>
                </a:lnTo>
                <a:lnTo>
                  <a:pt x="788346" y="89026"/>
                </a:lnTo>
                <a:cubicBezTo>
                  <a:pt x="790852" y="88806"/>
                  <a:pt x="792698" y="87839"/>
                  <a:pt x="793885" y="86124"/>
                </a:cubicBezTo>
                <a:cubicBezTo>
                  <a:pt x="794677" y="84937"/>
                  <a:pt x="795072" y="82211"/>
                  <a:pt x="795072" y="77947"/>
                </a:cubicBezTo>
                <a:lnTo>
                  <a:pt x="795072" y="51437"/>
                </a:lnTo>
                <a:cubicBezTo>
                  <a:pt x="795072" y="45942"/>
                  <a:pt x="794853" y="42447"/>
                  <a:pt x="794413" y="40952"/>
                </a:cubicBezTo>
                <a:cubicBezTo>
                  <a:pt x="793973" y="39457"/>
                  <a:pt x="793281" y="38347"/>
                  <a:pt x="792336" y="37622"/>
                </a:cubicBezTo>
                <a:cubicBezTo>
                  <a:pt x="791390" y="36896"/>
                  <a:pt x="790280" y="36533"/>
                  <a:pt x="789005" y="36533"/>
                </a:cubicBezTo>
                <a:cubicBezTo>
                  <a:pt x="787115" y="36533"/>
                  <a:pt x="785203" y="37226"/>
                  <a:pt x="783268" y="38611"/>
                </a:cubicBezTo>
                <a:cubicBezTo>
                  <a:pt x="781334" y="39996"/>
                  <a:pt x="779378" y="42073"/>
                  <a:pt x="777399" y="44843"/>
                </a:cubicBezTo>
                <a:lnTo>
                  <a:pt x="777399" y="77947"/>
                </a:lnTo>
                <a:cubicBezTo>
                  <a:pt x="777399" y="82387"/>
                  <a:pt x="777773" y="85179"/>
                  <a:pt x="778520" y="86322"/>
                </a:cubicBezTo>
                <a:cubicBezTo>
                  <a:pt x="779531" y="87948"/>
                  <a:pt x="781466" y="88850"/>
                  <a:pt x="784323" y="89026"/>
                </a:cubicBezTo>
                <a:lnTo>
                  <a:pt x="784323" y="91400"/>
                </a:lnTo>
                <a:lnTo>
                  <a:pt x="752406" y="91400"/>
                </a:lnTo>
                <a:lnTo>
                  <a:pt x="752406" y="89026"/>
                </a:lnTo>
                <a:cubicBezTo>
                  <a:pt x="754121" y="88938"/>
                  <a:pt x="755473" y="88509"/>
                  <a:pt x="756462" y="87740"/>
                </a:cubicBezTo>
                <a:cubicBezTo>
                  <a:pt x="757451" y="86970"/>
                  <a:pt x="758110" y="86047"/>
                  <a:pt x="758440" y="84970"/>
                </a:cubicBezTo>
                <a:cubicBezTo>
                  <a:pt x="758770" y="83893"/>
                  <a:pt x="758935" y="81552"/>
                  <a:pt x="758935" y="77947"/>
                </a:cubicBezTo>
                <a:lnTo>
                  <a:pt x="758935" y="51396"/>
                </a:lnTo>
                <a:cubicBezTo>
                  <a:pt x="758935" y="45803"/>
                  <a:pt x="758715" y="42302"/>
                  <a:pt x="758275" y="40894"/>
                </a:cubicBezTo>
                <a:cubicBezTo>
                  <a:pt x="757836" y="39484"/>
                  <a:pt x="757099" y="38383"/>
                  <a:pt x="756066" y="37591"/>
                </a:cubicBezTo>
                <a:cubicBezTo>
                  <a:pt x="755033" y="36798"/>
                  <a:pt x="753923" y="36402"/>
                  <a:pt x="752736" y="36402"/>
                </a:cubicBezTo>
                <a:cubicBezTo>
                  <a:pt x="750977" y="36402"/>
                  <a:pt x="749373" y="36867"/>
                  <a:pt x="747922" y="37797"/>
                </a:cubicBezTo>
                <a:cubicBezTo>
                  <a:pt x="745856" y="39171"/>
                  <a:pt x="743657" y="41519"/>
                  <a:pt x="741327" y="44843"/>
                </a:cubicBezTo>
                <a:lnTo>
                  <a:pt x="741327" y="77947"/>
                </a:lnTo>
                <a:cubicBezTo>
                  <a:pt x="741327" y="82299"/>
                  <a:pt x="741756" y="85168"/>
                  <a:pt x="742613" y="86553"/>
                </a:cubicBezTo>
                <a:cubicBezTo>
                  <a:pt x="743471" y="87937"/>
                  <a:pt x="745262" y="88762"/>
                  <a:pt x="747988" y="89026"/>
                </a:cubicBezTo>
                <a:lnTo>
                  <a:pt x="747988" y="91400"/>
                </a:lnTo>
                <a:lnTo>
                  <a:pt x="716202" y="91400"/>
                </a:lnTo>
                <a:lnTo>
                  <a:pt x="716202" y="89026"/>
                </a:lnTo>
                <a:cubicBezTo>
                  <a:pt x="718796" y="88762"/>
                  <a:pt x="720643" y="87926"/>
                  <a:pt x="721742" y="86520"/>
                </a:cubicBezTo>
                <a:cubicBezTo>
                  <a:pt x="722489" y="85552"/>
                  <a:pt x="722863" y="82695"/>
                  <a:pt x="722863" y="77947"/>
                </a:cubicBezTo>
                <a:lnTo>
                  <a:pt x="722863" y="43128"/>
                </a:lnTo>
                <a:cubicBezTo>
                  <a:pt x="722863" y="38412"/>
                  <a:pt x="722434" y="35475"/>
                  <a:pt x="721577" y="34318"/>
                </a:cubicBezTo>
                <a:cubicBezTo>
                  <a:pt x="720720" y="33161"/>
                  <a:pt x="718928" y="32405"/>
                  <a:pt x="716202" y="32049"/>
                </a:cubicBezTo>
                <a:lnTo>
                  <a:pt x="716202" y="29675"/>
                </a:lnTo>
                <a:lnTo>
                  <a:pt x="741327" y="29675"/>
                </a:lnTo>
                <a:close/>
                <a:moveTo>
                  <a:pt x="852114" y="85135"/>
                </a:moveTo>
                <a:lnTo>
                  <a:pt x="852114" y="108018"/>
                </a:lnTo>
                <a:cubicBezTo>
                  <a:pt x="852114" y="111226"/>
                  <a:pt x="852366" y="113409"/>
                  <a:pt x="852872" y="114567"/>
                </a:cubicBezTo>
                <a:cubicBezTo>
                  <a:pt x="853378" y="115726"/>
                  <a:pt x="854158" y="116573"/>
                  <a:pt x="855213" y="117108"/>
                </a:cubicBezTo>
                <a:cubicBezTo>
                  <a:pt x="856268" y="117642"/>
                  <a:pt x="858334" y="117909"/>
                  <a:pt x="861412" y="117909"/>
                </a:cubicBezTo>
                <a:lnTo>
                  <a:pt x="861412" y="120283"/>
                </a:lnTo>
                <a:lnTo>
                  <a:pt x="826263" y="120283"/>
                </a:lnTo>
                <a:lnTo>
                  <a:pt x="826263" y="117909"/>
                </a:lnTo>
                <a:cubicBezTo>
                  <a:pt x="828989" y="117820"/>
                  <a:pt x="831011" y="117040"/>
                  <a:pt x="832330" y="115570"/>
                </a:cubicBezTo>
                <a:cubicBezTo>
                  <a:pt x="833209" y="114547"/>
                  <a:pt x="833649" y="111897"/>
                  <a:pt x="833649" y="107622"/>
                </a:cubicBezTo>
                <a:lnTo>
                  <a:pt x="833649" y="42600"/>
                </a:lnTo>
                <a:cubicBezTo>
                  <a:pt x="833649" y="38193"/>
                  <a:pt x="833144" y="35377"/>
                  <a:pt x="832132" y="34153"/>
                </a:cubicBezTo>
                <a:cubicBezTo>
                  <a:pt x="831121" y="32929"/>
                  <a:pt x="829165" y="32228"/>
                  <a:pt x="826263" y="32049"/>
                </a:cubicBezTo>
                <a:lnTo>
                  <a:pt x="826263" y="29675"/>
                </a:lnTo>
                <a:lnTo>
                  <a:pt x="852114" y="29675"/>
                </a:lnTo>
                <a:lnTo>
                  <a:pt x="852114" y="37786"/>
                </a:lnTo>
                <a:cubicBezTo>
                  <a:pt x="854268" y="34621"/>
                  <a:pt x="856466" y="32335"/>
                  <a:pt x="858708" y="30928"/>
                </a:cubicBezTo>
                <a:cubicBezTo>
                  <a:pt x="861917" y="28862"/>
                  <a:pt x="865413" y="27829"/>
                  <a:pt x="869193" y="27829"/>
                </a:cubicBezTo>
                <a:cubicBezTo>
                  <a:pt x="873722" y="27829"/>
                  <a:pt x="877843" y="29259"/>
                  <a:pt x="881558" y="32119"/>
                </a:cubicBezTo>
                <a:cubicBezTo>
                  <a:pt x="885273" y="34980"/>
                  <a:pt x="888098" y="38929"/>
                  <a:pt x="890032" y="43969"/>
                </a:cubicBezTo>
                <a:cubicBezTo>
                  <a:pt x="891966" y="49008"/>
                  <a:pt x="892934" y="54432"/>
                  <a:pt x="892934" y="60241"/>
                </a:cubicBezTo>
                <a:cubicBezTo>
                  <a:pt x="892934" y="66489"/>
                  <a:pt x="891933" y="72199"/>
                  <a:pt x="889933" y="77370"/>
                </a:cubicBezTo>
                <a:cubicBezTo>
                  <a:pt x="887933" y="82541"/>
                  <a:pt x="885031" y="86480"/>
                  <a:pt x="881228" y="89186"/>
                </a:cubicBezTo>
                <a:cubicBezTo>
                  <a:pt x="877426" y="91893"/>
                  <a:pt x="873194" y="93246"/>
                  <a:pt x="868534" y="93246"/>
                </a:cubicBezTo>
                <a:cubicBezTo>
                  <a:pt x="865149" y="93246"/>
                  <a:pt x="861983" y="92499"/>
                  <a:pt x="859038" y="91004"/>
                </a:cubicBezTo>
                <a:cubicBezTo>
                  <a:pt x="856840" y="89861"/>
                  <a:pt x="854532" y="87904"/>
                  <a:pt x="852114" y="85135"/>
                </a:cubicBezTo>
                <a:moveTo>
                  <a:pt x="852114" y="78464"/>
                </a:moveTo>
                <a:cubicBezTo>
                  <a:pt x="855895" y="83834"/>
                  <a:pt x="859939" y="86520"/>
                  <a:pt x="864248" y="86520"/>
                </a:cubicBezTo>
                <a:cubicBezTo>
                  <a:pt x="866622" y="86520"/>
                  <a:pt x="868578" y="85265"/>
                  <a:pt x="870117" y="82757"/>
                </a:cubicBezTo>
                <a:cubicBezTo>
                  <a:pt x="872403" y="79058"/>
                  <a:pt x="873546" y="72015"/>
                  <a:pt x="873546" y="61625"/>
                </a:cubicBezTo>
                <a:cubicBezTo>
                  <a:pt x="873546" y="50973"/>
                  <a:pt x="872293" y="43687"/>
                  <a:pt x="869787" y="39769"/>
                </a:cubicBezTo>
                <a:cubicBezTo>
                  <a:pt x="868116" y="37172"/>
                  <a:pt x="865874" y="35874"/>
                  <a:pt x="863061" y="35874"/>
                </a:cubicBezTo>
                <a:cubicBezTo>
                  <a:pt x="858620" y="35874"/>
                  <a:pt x="854971" y="39087"/>
                  <a:pt x="852114" y="45514"/>
                </a:cubicBezTo>
                <a:lnTo>
                  <a:pt x="852114" y="78464"/>
                </a:lnTo>
                <a:close/>
                <a:moveTo>
                  <a:pt x="927468" y="1978"/>
                </a:moveTo>
                <a:lnTo>
                  <a:pt x="927468" y="78606"/>
                </a:lnTo>
                <a:cubicBezTo>
                  <a:pt x="927468" y="82959"/>
                  <a:pt x="927974" y="85739"/>
                  <a:pt x="928985" y="86948"/>
                </a:cubicBezTo>
                <a:cubicBezTo>
                  <a:pt x="929996" y="88157"/>
                  <a:pt x="931974" y="88850"/>
                  <a:pt x="934920" y="89026"/>
                </a:cubicBezTo>
                <a:lnTo>
                  <a:pt x="934920" y="91400"/>
                </a:lnTo>
                <a:lnTo>
                  <a:pt x="901618" y="91400"/>
                </a:lnTo>
                <a:lnTo>
                  <a:pt x="901618" y="89026"/>
                </a:lnTo>
                <a:cubicBezTo>
                  <a:pt x="904343" y="88938"/>
                  <a:pt x="906366" y="88146"/>
                  <a:pt x="907685" y="86652"/>
                </a:cubicBezTo>
                <a:cubicBezTo>
                  <a:pt x="908564" y="85640"/>
                  <a:pt x="909003" y="82959"/>
                  <a:pt x="909003" y="78606"/>
                </a:cubicBezTo>
                <a:lnTo>
                  <a:pt x="909003" y="14772"/>
                </a:lnTo>
                <a:cubicBezTo>
                  <a:pt x="909003" y="10436"/>
                  <a:pt x="908498" y="7660"/>
                  <a:pt x="907487" y="6444"/>
                </a:cubicBezTo>
                <a:cubicBezTo>
                  <a:pt x="906476" y="5227"/>
                  <a:pt x="904519" y="4530"/>
                  <a:pt x="901618" y="4352"/>
                </a:cubicBezTo>
                <a:lnTo>
                  <a:pt x="901618" y="1978"/>
                </a:lnTo>
                <a:lnTo>
                  <a:pt x="927468" y="1978"/>
                </a:lnTo>
                <a:close/>
                <a:moveTo>
                  <a:pt x="955714" y="0"/>
                </a:moveTo>
                <a:cubicBezTo>
                  <a:pt x="958572" y="0"/>
                  <a:pt x="960990" y="1004"/>
                  <a:pt x="962968" y="3011"/>
                </a:cubicBezTo>
                <a:cubicBezTo>
                  <a:pt x="964947" y="5017"/>
                  <a:pt x="965936" y="7431"/>
                  <a:pt x="965936" y="10254"/>
                </a:cubicBezTo>
                <a:cubicBezTo>
                  <a:pt x="965936" y="13078"/>
                  <a:pt x="964936" y="15482"/>
                  <a:pt x="962935" y="17467"/>
                </a:cubicBezTo>
                <a:cubicBezTo>
                  <a:pt x="960935" y="19451"/>
                  <a:pt x="958528" y="20443"/>
                  <a:pt x="955714" y="20443"/>
                </a:cubicBezTo>
                <a:cubicBezTo>
                  <a:pt x="952901" y="20443"/>
                  <a:pt x="950505" y="19451"/>
                  <a:pt x="948526" y="17467"/>
                </a:cubicBezTo>
                <a:cubicBezTo>
                  <a:pt x="946548" y="15482"/>
                  <a:pt x="945559" y="13078"/>
                  <a:pt x="945559" y="10254"/>
                </a:cubicBezTo>
                <a:cubicBezTo>
                  <a:pt x="945559" y="7431"/>
                  <a:pt x="946548" y="5017"/>
                  <a:pt x="948526" y="3011"/>
                </a:cubicBezTo>
                <a:cubicBezTo>
                  <a:pt x="950505" y="1004"/>
                  <a:pt x="952901" y="0"/>
                  <a:pt x="955714" y="0"/>
                </a:cubicBezTo>
                <a:moveTo>
                  <a:pt x="964947" y="29675"/>
                </a:moveTo>
                <a:lnTo>
                  <a:pt x="964947" y="78606"/>
                </a:lnTo>
                <a:cubicBezTo>
                  <a:pt x="964947" y="82959"/>
                  <a:pt x="965452" y="85739"/>
                  <a:pt x="966463" y="86948"/>
                </a:cubicBezTo>
                <a:cubicBezTo>
                  <a:pt x="967475" y="88157"/>
                  <a:pt x="969453" y="88850"/>
                  <a:pt x="972399" y="89026"/>
                </a:cubicBezTo>
                <a:lnTo>
                  <a:pt x="972399" y="91400"/>
                </a:lnTo>
                <a:lnTo>
                  <a:pt x="939096" y="91400"/>
                </a:lnTo>
                <a:lnTo>
                  <a:pt x="939096" y="89026"/>
                </a:lnTo>
                <a:cubicBezTo>
                  <a:pt x="941822" y="88938"/>
                  <a:pt x="943844" y="88146"/>
                  <a:pt x="945163" y="86652"/>
                </a:cubicBezTo>
                <a:cubicBezTo>
                  <a:pt x="946043" y="85640"/>
                  <a:pt x="946482" y="82959"/>
                  <a:pt x="946482" y="78606"/>
                </a:cubicBezTo>
                <a:lnTo>
                  <a:pt x="946482" y="42600"/>
                </a:lnTo>
                <a:cubicBezTo>
                  <a:pt x="946482" y="38193"/>
                  <a:pt x="945977" y="35377"/>
                  <a:pt x="944965" y="34153"/>
                </a:cubicBezTo>
                <a:cubicBezTo>
                  <a:pt x="943954" y="32929"/>
                  <a:pt x="941998" y="32228"/>
                  <a:pt x="939096" y="32049"/>
                </a:cubicBezTo>
                <a:lnTo>
                  <a:pt x="939096" y="29675"/>
                </a:lnTo>
                <a:lnTo>
                  <a:pt x="964947" y="29675"/>
                </a:lnTo>
                <a:close/>
                <a:moveTo>
                  <a:pt x="1003614" y="29675"/>
                </a:moveTo>
                <a:lnTo>
                  <a:pt x="1003614" y="37720"/>
                </a:lnTo>
                <a:cubicBezTo>
                  <a:pt x="1006779" y="34268"/>
                  <a:pt x="1009812" y="31757"/>
                  <a:pt x="1012714" y="30186"/>
                </a:cubicBezTo>
                <a:cubicBezTo>
                  <a:pt x="1015616" y="28615"/>
                  <a:pt x="1018737" y="27829"/>
                  <a:pt x="1022078" y="27829"/>
                </a:cubicBezTo>
                <a:cubicBezTo>
                  <a:pt x="1026079" y="27829"/>
                  <a:pt x="1029398" y="28940"/>
                  <a:pt x="1032036" y="31163"/>
                </a:cubicBezTo>
                <a:cubicBezTo>
                  <a:pt x="1034674" y="33386"/>
                  <a:pt x="1036432" y="36148"/>
                  <a:pt x="1037311" y="39449"/>
                </a:cubicBezTo>
                <a:cubicBezTo>
                  <a:pt x="1038015" y="41959"/>
                  <a:pt x="1038367" y="46780"/>
                  <a:pt x="1038367" y="53912"/>
                </a:cubicBezTo>
                <a:lnTo>
                  <a:pt x="1038367" y="77947"/>
                </a:lnTo>
                <a:cubicBezTo>
                  <a:pt x="1038367" y="82695"/>
                  <a:pt x="1038795" y="85651"/>
                  <a:pt x="1039653" y="86816"/>
                </a:cubicBezTo>
                <a:cubicBezTo>
                  <a:pt x="1040510" y="87981"/>
                  <a:pt x="1042301" y="88718"/>
                  <a:pt x="1045027" y="89026"/>
                </a:cubicBezTo>
                <a:lnTo>
                  <a:pt x="1045027" y="91400"/>
                </a:lnTo>
                <a:lnTo>
                  <a:pt x="1013835" y="91400"/>
                </a:lnTo>
                <a:lnTo>
                  <a:pt x="1013835" y="89026"/>
                </a:lnTo>
                <a:cubicBezTo>
                  <a:pt x="1016165" y="88718"/>
                  <a:pt x="1017836" y="87751"/>
                  <a:pt x="1018847" y="86124"/>
                </a:cubicBezTo>
                <a:cubicBezTo>
                  <a:pt x="1019550" y="85025"/>
                  <a:pt x="1019902" y="82299"/>
                  <a:pt x="1019902" y="77947"/>
                </a:cubicBezTo>
                <a:lnTo>
                  <a:pt x="1019902" y="50514"/>
                </a:lnTo>
                <a:cubicBezTo>
                  <a:pt x="1019902" y="45458"/>
                  <a:pt x="1019704" y="42271"/>
                  <a:pt x="1019309" y="40952"/>
                </a:cubicBezTo>
                <a:cubicBezTo>
                  <a:pt x="1018913" y="39633"/>
                  <a:pt x="1018242" y="38611"/>
                  <a:pt x="1017297" y="37885"/>
                </a:cubicBezTo>
                <a:cubicBezTo>
                  <a:pt x="1016352" y="37160"/>
                  <a:pt x="1015308" y="36797"/>
                  <a:pt x="1014165" y="36797"/>
                </a:cubicBezTo>
                <a:cubicBezTo>
                  <a:pt x="1010384" y="36797"/>
                  <a:pt x="1006867" y="39523"/>
                  <a:pt x="1003614" y="44974"/>
                </a:cubicBezTo>
                <a:lnTo>
                  <a:pt x="1003614" y="77947"/>
                </a:lnTo>
                <a:cubicBezTo>
                  <a:pt x="1003614" y="82563"/>
                  <a:pt x="1004042" y="85487"/>
                  <a:pt x="1004900" y="86717"/>
                </a:cubicBezTo>
                <a:cubicBezTo>
                  <a:pt x="1005757" y="87948"/>
                  <a:pt x="1007351" y="88718"/>
                  <a:pt x="1009681" y="89026"/>
                </a:cubicBezTo>
                <a:lnTo>
                  <a:pt x="1009681" y="91400"/>
                </a:lnTo>
                <a:lnTo>
                  <a:pt x="978489" y="91400"/>
                </a:lnTo>
                <a:lnTo>
                  <a:pt x="978489" y="89026"/>
                </a:lnTo>
                <a:cubicBezTo>
                  <a:pt x="981082" y="88762"/>
                  <a:pt x="982929" y="87926"/>
                  <a:pt x="984028" y="86520"/>
                </a:cubicBezTo>
                <a:cubicBezTo>
                  <a:pt x="984775" y="85552"/>
                  <a:pt x="985149" y="82695"/>
                  <a:pt x="985149" y="77947"/>
                </a:cubicBezTo>
                <a:lnTo>
                  <a:pt x="985149" y="43128"/>
                </a:lnTo>
                <a:cubicBezTo>
                  <a:pt x="985149" y="38412"/>
                  <a:pt x="984720" y="35475"/>
                  <a:pt x="983863" y="34318"/>
                </a:cubicBezTo>
                <a:cubicBezTo>
                  <a:pt x="983006" y="33161"/>
                  <a:pt x="981214" y="32405"/>
                  <a:pt x="978489" y="32049"/>
                </a:cubicBezTo>
                <a:lnTo>
                  <a:pt x="978489" y="29675"/>
                </a:lnTo>
                <a:lnTo>
                  <a:pt x="1003614" y="29675"/>
                </a:lnTo>
                <a:close/>
                <a:moveTo>
                  <a:pt x="1093080" y="30467"/>
                </a:moveTo>
                <a:lnTo>
                  <a:pt x="1113853" y="30467"/>
                </a:lnTo>
                <a:lnTo>
                  <a:pt x="1113853" y="37720"/>
                </a:lnTo>
                <a:lnTo>
                  <a:pt x="1102049" y="37720"/>
                </a:lnTo>
                <a:cubicBezTo>
                  <a:pt x="1104203" y="39875"/>
                  <a:pt x="1105698" y="41831"/>
                  <a:pt x="1106533" y="43590"/>
                </a:cubicBezTo>
                <a:cubicBezTo>
                  <a:pt x="1107588" y="45964"/>
                  <a:pt x="1108116" y="48447"/>
                  <a:pt x="1108116" y="51041"/>
                </a:cubicBezTo>
                <a:cubicBezTo>
                  <a:pt x="1108116" y="55438"/>
                  <a:pt x="1106896" y="59251"/>
                  <a:pt x="1104456" y="62483"/>
                </a:cubicBezTo>
                <a:cubicBezTo>
                  <a:pt x="1102016" y="65714"/>
                  <a:pt x="1098696" y="68242"/>
                  <a:pt x="1094498" y="70066"/>
                </a:cubicBezTo>
                <a:cubicBezTo>
                  <a:pt x="1090299" y="71891"/>
                  <a:pt x="1086574" y="72803"/>
                  <a:pt x="1083320" y="72803"/>
                </a:cubicBezTo>
                <a:cubicBezTo>
                  <a:pt x="1083057" y="72803"/>
                  <a:pt x="1080419" y="72693"/>
                  <a:pt x="1075407" y="72473"/>
                </a:cubicBezTo>
                <a:cubicBezTo>
                  <a:pt x="1073429" y="72473"/>
                  <a:pt x="1071769" y="73118"/>
                  <a:pt x="1070428" y="74408"/>
                </a:cubicBezTo>
                <a:cubicBezTo>
                  <a:pt x="1069087" y="75699"/>
                  <a:pt x="1068417" y="77239"/>
                  <a:pt x="1068417" y="79031"/>
                </a:cubicBezTo>
                <a:cubicBezTo>
                  <a:pt x="1068417" y="80605"/>
                  <a:pt x="1069021" y="81895"/>
                  <a:pt x="1070230" y="82901"/>
                </a:cubicBezTo>
                <a:cubicBezTo>
                  <a:pt x="1071439" y="83907"/>
                  <a:pt x="1073407" y="84409"/>
                  <a:pt x="1076132" y="84409"/>
                </a:cubicBezTo>
                <a:lnTo>
                  <a:pt x="1087541" y="84278"/>
                </a:lnTo>
                <a:cubicBezTo>
                  <a:pt x="1096773" y="84278"/>
                  <a:pt x="1103126" y="85291"/>
                  <a:pt x="1106599" y="87317"/>
                </a:cubicBezTo>
                <a:cubicBezTo>
                  <a:pt x="1111567" y="90135"/>
                  <a:pt x="1114051" y="94473"/>
                  <a:pt x="1114051" y="100331"/>
                </a:cubicBezTo>
                <a:cubicBezTo>
                  <a:pt x="1114051" y="104075"/>
                  <a:pt x="1112908" y="107477"/>
                  <a:pt x="1110621" y="110538"/>
                </a:cubicBezTo>
                <a:cubicBezTo>
                  <a:pt x="1108335" y="113599"/>
                  <a:pt x="1105324" y="115856"/>
                  <a:pt x="1101587" y="117310"/>
                </a:cubicBezTo>
                <a:cubicBezTo>
                  <a:pt x="1095916" y="119468"/>
                  <a:pt x="1089387" y="120547"/>
                  <a:pt x="1082001" y="120547"/>
                </a:cubicBezTo>
                <a:cubicBezTo>
                  <a:pt x="1076462" y="120547"/>
                  <a:pt x="1071406" y="120009"/>
                  <a:pt x="1066834" y="118932"/>
                </a:cubicBezTo>
                <a:cubicBezTo>
                  <a:pt x="1062262" y="117854"/>
                  <a:pt x="1058987" y="116359"/>
                  <a:pt x="1057008" y="114445"/>
                </a:cubicBezTo>
                <a:cubicBezTo>
                  <a:pt x="1055030" y="112533"/>
                  <a:pt x="1054041" y="110521"/>
                  <a:pt x="1054041" y="108409"/>
                </a:cubicBezTo>
                <a:cubicBezTo>
                  <a:pt x="1054041" y="106387"/>
                  <a:pt x="1054799" y="104573"/>
                  <a:pt x="1056316" y="102967"/>
                </a:cubicBezTo>
                <a:cubicBezTo>
                  <a:pt x="1057833" y="101362"/>
                  <a:pt x="1060657" y="100010"/>
                  <a:pt x="1064790" y="98911"/>
                </a:cubicBezTo>
                <a:cubicBezTo>
                  <a:pt x="1059075" y="96097"/>
                  <a:pt x="1056217" y="92185"/>
                  <a:pt x="1056217" y="87175"/>
                </a:cubicBezTo>
                <a:cubicBezTo>
                  <a:pt x="1056217" y="84142"/>
                  <a:pt x="1057382" y="81197"/>
                  <a:pt x="1059712" y="78340"/>
                </a:cubicBezTo>
                <a:cubicBezTo>
                  <a:pt x="1062042" y="75483"/>
                  <a:pt x="1065735" y="72999"/>
                  <a:pt x="1070791" y="70889"/>
                </a:cubicBezTo>
                <a:cubicBezTo>
                  <a:pt x="1064900" y="68732"/>
                  <a:pt x="1060635" y="65892"/>
                  <a:pt x="1057997" y="62369"/>
                </a:cubicBezTo>
                <a:cubicBezTo>
                  <a:pt x="1055360" y="58847"/>
                  <a:pt x="1054041" y="54774"/>
                  <a:pt x="1054041" y="50151"/>
                </a:cubicBezTo>
                <a:cubicBezTo>
                  <a:pt x="1054041" y="44120"/>
                  <a:pt x="1056503" y="38892"/>
                  <a:pt x="1061427" y="34466"/>
                </a:cubicBezTo>
                <a:cubicBezTo>
                  <a:pt x="1066350" y="30041"/>
                  <a:pt x="1072681" y="27829"/>
                  <a:pt x="1080419" y="27829"/>
                </a:cubicBezTo>
                <a:cubicBezTo>
                  <a:pt x="1084507" y="27829"/>
                  <a:pt x="1088728" y="28708"/>
                  <a:pt x="1093080" y="30467"/>
                </a:cubicBezTo>
                <a:moveTo>
                  <a:pt x="1081672" y="32049"/>
                </a:moveTo>
                <a:cubicBezTo>
                  <a:pt x="1079122" y="32049"/>
                  <a:pt x="1076968" y="33333"/>
                  <a:pt x="1075209" y="35901"/>
                </a:cubicBezTo>
                <a:cubicBezTo>
                  <a:pt x="1073451" y="38467"/>
                  <a:pt x="1072571" y="43788"/>
                  <a:pt x="1072571" y="51864"/>
                </a:cubicBezTo>
                <a:cubicBezTo>
                  <a:pt x="1072571" y="58402"/>
                  <a:pt x="1073440" y="62889"/>
                  <a:pt x="1075176" y="65325"/>
                </a:cubicBezTo>
                <a:cubicBezTo>
                  <a:pt x="1076913" y="67760"/>
                  <a:pt x="1078968" y="68978"/>
                  <a:pt x="1081342" y="68978"/>
                </a:cubicBezTo>
                <a:cubicBezTo>
                  <a:pt x="1083980" y="68978"/>
                  <a:pt x="1086178" y="67771"/>
                  <a:pt x="1087936" y="65358"/>
                </a:cubicBezTo>
                <a:cubicBezTo>
                  <a:pt x="1089695" y="62944"/>
                  <a:pt x="1090574" y="58248"/>
                  <a:pt x="1090574" y="51270"/>
                </a:cubicBezTo>
                <a:cubicBezTo>
                  <a:pt x="1090574" y="43416"/>
                  <a:pt x="1089585" y="38062"/>
                  <a:pt x="1087607" y="35208"/>
                </a:cubicBezTo>
                <a:cubicBezTo>
                  <a:pt x="1086200" y="33102"/>
                  <a:pt x="1084222" y="32049"/>
                  <a:pt x="1081672" y="32049"/>
                </a:cubicBezTo>
                <a:moveTo>
                  <a:pt x="1077781" y="100500"/>
                </a:moveTo>
                <a:cubicBezTo>
                  <a:pt x="1073297" y="100500"/>
                  <a:pt x="1070329" y="100872"/>
                  <a:pt x="1068878" y="101617"/>
                </a:cubicBezTo>
                <a:cubicBezTo>
                  <a:pt x="1066372" y="102973"/>
                  <a:pt x="1065120" y="104811"/>
                  <a:pt x="1065120" y="107132"/>
                </a:cubicBezTo>
                <a:cubicBezTo>
                  <a:pt x="1065120" y="109364"/>
                  <a:pt x="1066416" y="111388"/>
                  <a:pt x="1069010" y="113205"/>
                </a:cubicBezTo>
                <a:cubicBezTo>
                  <a:pt x="1071604" y="115022"/>
                  <a:pt x="1076484" y="115931"/>
                  <a:pt x="1083650" y="115931"/>
                </a:cubicBezTo>
                <a:cubicBezTo>
                  <a:pt x="1089761" y="115931"/>
                  <a:pt x="1094564" y="115121"/>
                  <a:pt x="1098059" y="113501"/>
                </a:cubicBezTo>
                <a:cubicBezTo>
                  <a:pt x="1101554" y="111882"/>
                  <a:pt x="1103302" y="109605"/>
                  <a:pt x="1103302" y="106672"/>
                </a:cubicBezTo>
                <a:cubicBezTo>
                  <a:pt x="1103302" y="105578"/>
                  <a:pt x="1102972" y="104659"/>
                  <a:pt x="1102312" y="103915"/>
                </a:cubicBezTo>
                <a:cubicBezTo>
                  <a:pt x="1101125" y="102601"/>
                  <a:pt x="1099334" y="101703"/>
                  <a:pt x="1096938" y="101221"/>
                </a:cubicBezTo>
                <a:cubicBezTo>
                  <a:pt x="1094542" y="100740"/>
                  <a:pt x="1088156" y="100500"/>
                  <a:pt x="1077781" y="1005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17313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2026-09-08T02:01:49.8030000Z</dcterms:created>
  <dcterms:modified xsi:type="dcterms:W3CDTF">2026-09-08T02:01:49.8030000Z</dcterms:modified>
</coreProperties>
</file>