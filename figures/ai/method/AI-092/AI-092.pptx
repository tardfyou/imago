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0b3c897bf7b4c94" /><Relationship Type="http://schemas.openxmlformats.org/officeDocument/2006/relationships/extended-properties" Target="/docProps/app.xml" Id="Rd1fbe319a3bb4ac6" /><Relationship Type="http://schemas.openxmlformats.org/officeDocument/2006/relationships/officeDocument" Target="/ppt/presentation.xml" Id="Rf34326c7a12141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06dbb240e74788"/>
  </p:sldMasterIdLst>
  <p:notesMasterIdLst>
    <p:notesMasterId xmlns:r="http://schemas.openxmlformats.org/officeDocument/2006/relationships" r:id="R886f1c01d68847bb"/>
  </p:notesMasterIdLst>
  <p:sldIdLst>
    <p:sldId xmlns:r="http://schemas.openxmlformats.org/officeDocument/2006/relationships" id="256" r:id="Rcbe31b58fd884006"/>
  </p:sldIdLst>
  <p:sldSz cx="18945225" cy="117443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520132ac9b4f67" /><Relationship Type="http://schemas.openxmlformats.org/officeDocument/2006/relationships/slideMaster" Target="/ppt/slideMasters/slideMaster1.xml" Id="R3b06dbb240e74788" /><Relationship Type="http://schemas.openxmlformats.org/officeDocument/2006/relationships/notesMaster" Target="/ppt/notesMasters/notesMaster1.xml" Id="R886f1c01d68847bb" /><Relationship Type="http://schemas.openxmlformats.org/officeDocument/2006/relationships/presProps" Target="/ppt/presProps.xml" Id="Rb2bc3f8c57bd4b4b" /><Relationship Type="http://schemas.openxmlformats.org/officeDocument/2006/relationships/tableStyles" Target="/ppt/tableStyles.xml" Id="Rf0ec3a0c781445ec" /><Relationship Type="http://schemas.openxmlformats.org/officeDocument/2006/relationships/slide" Target="/ppt/slides/slide1.xml" Id="Rcbe31b58fd8840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22238863b0149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d8ec144a06447f" /><Relationship Type="http://schemas.openxmlformats.org/officeDocument/2006/relationships/notesMaster" Target="/ppt/notesMasters/notesMaster1.xml" Id="R09bbb65002254eca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素材ID：AI-092</ns1:t>
            </ns1:r>
          </ns1:p>
          <ns1:p>
            <ns1:r>
              <ns1:t>论文：Do Llamas Work in English? On the Latent Language of Multilingual Transformers</ns1:t>
            </ns1:r>
          </ns1:p>
          <ns1:p>
            <ns1:r>
              <ns1:t>会议：ACL 2024</ns1:t>
            </ns1:r>
          </ns1:p>
          <ns1:p>
            <ns1:r>
              <ns1:t>奖项：Outstanding Paper</ns1:t>
            </ns1:r>
          </ns1:p>
          <ns1:p>
            <ns1:r>
              <ns1:t>图号：Figure 4，PDF第7页</ns1:t>
            </ns1:r>
          </ns1:p>
          <ns1:p>
            <ns1:r>
              <ns1:t>类型：方法细节</ns1:t>
            </ns1:r>
          </ns1:p>
          <ns1:p>
            <ns1:r>
              <ns1:t>借鉴点：把熵、token能量、语言概率三组统计与同色三阶段球面轨迹对应，展示统计与几何两种解释。</ns1:t>
            </ns1:r>
          </ns1:p>
          <ns1:p>
            <ns1:r>
              <ns1:t>论文URL：https://aclanthology.org/2024.acl-long.820/</ns1:t>
            </ns1:r>
          </ns1:p>
          <ns1:p>
            <ns1:r>
              <ns1:t>官方获奖URL：https://2024.aclweb.org/program/best_papers/</ns1:t>
            </ns1:r>
          </ns1:p>
          <ns1:p>
            <ns1:r>
              <ns1:t>原始论文与绘图来源：见本页论文链接及仓库 catalog/papers.md。</ns1:t>
            </ns1:r>
          </ns1:p>
          <ns1:p>
            <ns1:r>
              <ns1:t>编辑与保真说明：全部统计曲线、球面线框、轨迹、文字与点标记由原生对象组成。按原图可见二维几何复刻，未恢复或生成原始逐层统计数值、8192维嵌入数据或被遮挡轨迹。</ns1:t>
            </ns1:r>
          </ns1:p>
          <ns1:p>
            <ns1:r>
              <ns1:t>复刻方式：Visible 2D geometry transcribed; axes and labels native; no image objects, no synthetic experimental data.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f201c1d65c4d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87660f7d484a92" /><Relationship Type="http://schemas.openxmlformats.org/officeDocument/2006/relationships/slideLayout" Target="/ppt/slideLayouts/slideLayout1.xml" Id="R792de19e701448c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92de19e701448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e0e6e10eff4a0b" /><Relationship Type="http://schemas.openxmlformats.org/officeDocument/2006/relationships/notesSlide" Target="/ppt/notesSlides/notesSlide1.xml" Id="R7745e7d7c77c42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5" name="AI092-1">
            <a:extLst xmlns:a="http://schemas.openxmlformats.org/drawingml/2006/main">
              <a:ext uri="{FF2B5EF4-FFF2-40B4-BE49-F238E27FC236}">
                <a16:creationId xmlns:a16="http://schemas.microsoft.com/office/drawing/2014/main" id="{9B84CBC2-C6CE-4B15-BC93-F8C43B375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57213"/>
            <a:ext cx="3014663" cy="891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5E5"/>
          </a:solidFill>
          <a:ln xmlns:a="http://schemas.openxmlformats.org/drawingml/2006/main" w="0">
            <a:noFill/>
          </a:ln>
        </p:spPr>
      </p:sp>
      <p:sp>
        <p:nvSpPr>
          <p:cNvPr id="2" name="AI092-2">
            <a:extLst xmlns:a="http://schemas.openxmlformats.org/drawingml/2006/main">
              <a:ext uri="{FF2B5EF4-FFF2-40B4-BE49-F238E27FC236}">
                <a16:creationId xmlns:a16="http://schemas.microsoft.com/office/drawing/2014/main" id="{ED8E8F28-A653-4FD1-A684-1F4BCCCA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557213"/>
            <a:ext cx="1928813" cy="891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4FC"/>
          </a:solidFill>
          <a:ln xmlns:a="http://schemas.openxmlformats.org/drawingml/2006/main" w="0">
            <a:noFill/>
          </a:ln>
        </p:spPr>
      </p:sp>
      <p:sp>
        <p:nvSpPr>
          <p:cNvPr id="3" name="AI092-3">
            <a:extLst xmlns:a="http://schemas.openxmlformats.org/drawingml/2006/main">
              <a:ext uri="{FF2B5EF4-FFF2-40B4-BE49-F238E27FC236}">
                <a16:creationId xmlns:a16="http://schemas.microsoft.com/office/drawing/2014/main" id="{B1350216-3B64-4B97-B5D5-0E1E6BED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7213"/>
            <a:ext cx="742950" cy="891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5DA"/>
          </a:solidFill>
          <a:ln xmlns:a="http://schemas.openxmlformats.org/drawingml/2006/main" w="0">
            <a:noFill/>
          </a:ln>
        </p:spPr>
      </p:sp>
      <p:sp>
        <p:nvSpPr>
          <p:cNvPr id="4" name="AI092-4">
            <a:extLst xmlns:a="http://schemas.openxmlformats.org/drawingml/2006/main">
              <a:ext uri="{FF2B5EF4-FFF2-40B4-BE49-F238E27FC236}">
                <a16:creationId xmlns:a16="http://schemas.microsoft.com/office/drawing/2014/main" id="{6ABAB537-B769-49FC-8DA0-9A453C4B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43250" y="0"/>
            <a:ext cx="50577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1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1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Quantities by layer</a:t>
            </a:r>
          </a:p>
        </p:txBody>
      </p:sp>
      <p:sp>
        <p:nvSpPr>
          <p:cNvPr id="5" name="AI092-5">
            <a:extLst xmlns:a="http://schemas.openxmlformats.org/drawingml/2006/main">
              <a:ext uri="{FF2B5EF4-FFF2-40B4-BE49-F238E27FC236}">
                <a16:creationId xmlns:a16="http://schemas.microsoft.com/office/drawing/2014/main" id="{49EA88C0-32A9-4312-9745-CD9E349CA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" y="428625"/>
            <a:ext cx="742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26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63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(a)</a:t>
            </a:r>
          </a:p>
        </p:txBody>
      </p:sp>
      <p:sp>
        <p:nvSpPr>
          <p:cNvPr id="6" name="AI092-path-6">
            <a:extLst xmlns:a="http://schemas.openxmlformats.org/drawingml/2006/main">
              <a:ext uri="{FF2B5EF4-FFF2-40B4-BE49-F238E27FC236}">
                <a16:creationId xmlns:a16="http://schemas.microsoft.com/office/drawing/2014/main" id="{9A17F299-B144-4308-97AC-FCEA4579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288" y="771525"/>
            <a:ext cx="29" cy="1628775"/>
          </a:xfrm>
          <a:custGeom xmlns:a="http://schemas.openxmlformats.org/drawingml/2006/main">
            <a:pathLst>
              <a:path w="29" h="1628775">
                <a:moveTo>
                  <a:pt x="0" y="0"/>
                </a:moveTo>
                <a:lnTo>
                  <a:pt x="0" y="1628775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7" name="AI092-path-7">
            <a:extLst xmlns:a="http://schemas.openxmlformats.org/drawingml/2006/main">
              <a:ext uri="{FF2B5EF4-FFF2-40B4-BE49-F238E27FC236}">
                <a16:creationId xmlns:a16="http://schemas.microsoft.com/office/drawing/2014/main" id="{EDFCA7A0-D5E9-4098-B16F-9DBB991D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738" y="2600325"/>
            <a:ext cx="6029325" cy="29"/>
          </a:xfrm>
          <a:custGeom xmlns:a="http://schemas.openxmlformats.org/drawingml/2006/main">
            <a:pathLst>
              <a:path w="6029325" h="29">
                <a:moveTo>
                  <a:pt x="0" y="0"/>
                </a:moveTo>
                <a:lnTo>
                  <a:pt x="6029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8" name="AI092-path-8">
            <a:extLst xmlns:a="http://schemas.openxmlformats.org/drawingml/2006/main">
              <a:ext uri="{FF2B5EF4-FFF2-40B4-BE49-F238E27FC236}">
                <a16:creationId xmlns:a16="http://schemas.microsoft.com/office/drawing/2014/main" id="{0BA87F18-7D2C-4583-82C4-59389D4C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800100"/>
            <a:ext cx="242888" cy="29"/>
          </a:xfrm>
          <a:custGeom xmlns:a="http://schemas.openxmlformats.org/drawingml/2006/main">
            <a:pathLst>
              <a:path w="242888" h="29">
                <a:moveTo>
                  <a:pt x="0" y="0"/>
                </a:moveTo>
                <a:lnTo>
                  <a:pt x="2428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9" name="AI092-9">
            <a:extLst xmlns:a="http://schemas.openxmlformats.org/drawingml/2006/main">
              <a:ext uri="{FF2B5EF4-FFF2-40B4-BE49-F238E27FC236}">
                <a16:creationId xmlns:a16="http://schemas.microsoft.com/office/drawing/2014/main" id="{BB69981C-6C04-42FD-AAB0-2BAC93A3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600075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0" name="AI092-path-10">
            <a:extLst xmlns:a="http://schemas.openxmlformats.org/drawingml/2006/main">
              <a:ext uri="{FF2B5EF4-FFF2-40B4-BE49-F238E27FC236}">
                <a16:creationId xmlns:a16="http://schemas.microsoft.com/office/drawing/2014/main" id="{1923B66E-F93B-4783-9E1F-1EEE61171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343025"/>
            <a:ext cx="242888" cy="29"/>
          </a:xfrm>
          <a:custGeom xmlns:a="http://schemas.openxmlformats.org/drawingml/2006/main">
            <a:pathLst>
              <a:path w="242888" h="29">
                <a:moveTo>
                  <a:pt x="0" y="0"/>
                </a:moveTo>
                <a:lnTo>
                  <a:pt x="2428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11" name="AI092-11">
            <a:extLst xmlns:a="http://schemas.openxmlformats.org/drawingml/2006/main">
              <a:ext uri="{FF2B5EF4-FFF2-40B4-BE49-F238E27FC236}">
                <a16:creationId xmlns:a16="http://schemas.microsoft.com/office/drawing/2014/main" id="{05C5B1CC-A590-482A-8A9A-7801BEA2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1143000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2" name="AI092-path-12">
            <a:extLst xmlns:a="http://schemas.openxmlformats.org/drawingml/2006/main">
              <a:ext uri="{FF2B5EF4-FFF2-40B4-BE49-F238E27FC236}">
                <a16:creationId xmlns:a16="http://schemas.microsoft.com/office/drawing/2014/main" id="{D2D7A363-E738-463B-9292-6279C31C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1885950"/>
            <a:ext cx="242888" cy="29"/>
          </a:xfrm>
          <a:custGeom xmlns:a="http://schemas.openxmlformats.org/drawingml/2006/main">
            <a:pathLst>
              <a:path w="242888" h="29">
                <a:moveTo>
                  <a:pt x="0" y="0"/>
                </a:moveTo>
                <a:lnTo>
                  <a:pt x="2428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13" name="AI092-13">
            <a:extLst xmlns:a="http://schemas.openxmlformats.org/drawingml/2006/main">
              <a:ext uri="{FF2B5EF4-FFF2-40B4-BE49-F238E27FC236}">
                <a16:creationId xmlns:a16="http://schemas.microsoft.com/office/drawing/2014/main" id="{C46BC88A-990B-434A-AEFC-5B24B4854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1685925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4" name="AI092-path-14">
            <a:extLst xmlns:a="http://schemas.openxmlformats.org/drawingml/2006/main">
              <a:ext uri="{FF2B5EF4-FFF2-40B4-BE49-F238E27FC236}">
                <a16:creationId xmlns:a16="http://schemas.microsoft.com/office/drawing/2014/main" id="{F5F2D48D-073D-41FC-89C8-1140C340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400300"/>
            <a:ext cx="242888" cy="29"/>
          </a:xfrm>
          <a:custGeom xmlns:a="http://schemas.openxmlformats.org/drawingml/2006/main">
            <a:pathLst>
              <a:path w="242888" h="29">
                <a:moveTo>
                  <a:pt x="0" y="0"/>
                </a:moveTo>
                <a:lnTo>
                  <a:pt x="2428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15" name="AI092-15">
            <a:extLst xmlns:a="http://schemas.openxmlformats.org/drawingml/2006/main">
              <a:ext uri="{FF2B5EF4-FFF2-40B4-BE49-F238E27FC236}">
                <a16:creationId xmlns:a16="http://schemas.microsoft.com/office/drawing/2014/main" id="{C852FA4F-5740-4151-B0F9-8949D5BAB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2200275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AI092-path-16">
            <a:extLst xmlns:a="http://schemas.openxmlformats.org/drawingml/2006/main">
              <a:ext uri="{FF2B5EF4-FFF2-40B4-BE49-F238E27FC236}">
                <a16:creationId xmlns:a16="http://schemas.microsoft.com/office/drawing/2014/main" id="{7F7559E5-B53B-441D-9CEC-D764A8436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071563"/>
            <a:ext cx="128588" cy="29"/>
          </a:xfrm>
          <a:custGeom xmlns:a="http://schemas.openxmlformats.org/drawingml/2006/main">
            <a:pathLst>
              <a:path w="128588" h="29">
                <a:moveTo>
                  <a:pt x="0" y="0"/>
                </a:moveTo>
                <a:lnTo>
                  <a:pt x="1285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17" name="AI092-path-17">
            <a:extLst xmlns:a="http://schemas.openxmlformats.org/drawingml/2006/main">
              <a:ext uri="{FF2B5EF4-FFF2-40B4-BE49-F238E27FC236}">
                <a16:creationId xmlns:a16="http://schemas.microsoft.com/office/drawing/2014/main" id="{6D2FEE7C-1B9F-4906-A248-B3A8E097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14488"/>
            <a:ext cx="128588" cy="29"/>
          </a:xfrm>
          <a:custGeom xmlns:a="http://schemas.openxmlformats.org/drawingml/2006/main">
            <a:pathLst>
              <a:path w="128588" h="29">
                <a:moveTo>
                  <a:pt x="0" y="0"/>
                </a:moveTo>
                <a:lnTo>
                  <a:pt x="1285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18" name="AI092-path-18">
            <a:extLst xmlns:a="http://schemas.openxmlformats.org/drawingml/2006/main">
              <a:ext uri="{FF2B5EF4-FFF2-40B4-BE49-F238E27FC236}">
                <a16:creationId xmlns:a16="http://schemas.microsoft.com/office/drawing/2014/main" id="{F30BFFA6-8C61-4DD8-9A50-9EFE37B1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157413"/>
            <a:ext cx="128588" cy="29"/>
          </a:xfrm>
          <a:custGeom xmlns:a="http://schemas.openxmlformats.org/drawingml/2006/main">
            <a:pathLst>
              <a:path w="128588" h="29">
                <a:moveTo>
                  <a:pt x="0" y="0"/>
                </a:moveTo>
                <a:lnTo>
                  <a:pt x="1285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19" name="AI092-path-19">
            <a:extLst xmlns:a="http://schemas.openxmlformats.org/drawingml/2006/main">
              <a:ext uri="{FF2B5EF4-FFF2-40B4-BE49-F238E27FC236}">
                <a16:creationId xmlns:a16="http://schemas.microsoft.com/office/drawing/2014/main" id="{21149E2D-B6CE-4EA6-BBCF-E49A0CF0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738" y="2600325"/>
            <a:ext cx="29" cy="228600"/>
          </a:xfrm>
          <a:custGeom xmlns:a="http://schemas.openxmlformats.org/drawingml/2006/main">
            <a:pathLst>
              <a:path w="29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20" name="AI092-20">
            <a:extLst xmlns:a="http://schemas.openxmlformats.org/drawingml/2006/main">
              <a:ext uri="{FF2B5EF4-FFF2-40B4-BE49-F238E27FC236}">
                <a16:creationId xmlns:a16="http://schemas.microsoft.com/office/drawing/2014/main" id="{C6BFE5E4-FC85-41A4-8DCD-456FED36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8838" y="3000375"/>
            <a:ext cx="685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1" name="AI092-path-21">
            <a:extLst xmlns:a="http://schemas.openxmlformats.org/drawingml/2006/main">
              <a:ext uri="{FF2B5EF4-FFF2-40B4-BE49-F238E27FC236}">
                <a16:creationId xmlns:a16="http://schemas.microsoft.com/office/drawing/2014/main" id="{02E544F8-7568-4E90-91CD-3F2975AE3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210" y="2600325"/>
            <a:ext cx="29" cy="228600"/>
          </a:xfrm>
          <a:custGeom xmlns:a="http://schemas.openxmlformats.org/drawingml/2006/main">
            <a:pathLst>
              <a:path w="29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22" name="AI092-22">
            <a:extLst xmlns:a="http://schemas.openxmlformats.org/drawingml/2006/main">
              <a:ext uri="{FF2B5EF4-FFF2-40B4-BE49-F238E27FC236}">
                <a16:creationId xmlns:a16="http://schemas.microsoft.com/office/drawing/2014/main" id="{27EDBB16-847A-49DA-93B0-0010F537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3310" y="3000375"/>
            <a:ext cx="685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23" name="AI092-path-23">
            <a:extLst xmlns:a="http://schemas.openxmlformats.org/drawingml/2006/main">
              <a:ext uri="{FF2B5EF4-FFF2-40B4-BE49-F238E27FC236}">
                <a16:creationId xmlns:a16="http://schemas.microsoft.com/office/drawing/2014/main" id="{F0BEE3B2-ECC8-4789-8DA4-3C7A9F1E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2600325"/>
            <a:ext cx="29" cy="228600"/>
          </a:xfrm>
          <a:custGeom xmlns:a="http://schemas.openxmlformats.org/drawingml/2006/main">
            <a:pathLst>
              <a:path w="29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24" name="AI092-24">
            <a:extLst xmlns:a="http://schemas.openxmlformats.org/drawingml/2006/main">
              <a:ext uri="{FF2B5EF4-FFF2-40B4-BE49-F238E27FC236}">
                <a16:creationId xmlns:a16="http://schemas.microsoft.com/office/drawing/2014/main" id="{9545BEE0-98B0-496B-A056-B5EA0D00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9213" y="3000375"/>
            <a:ext cx="685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25" name="AI092-path-25">
            <a:extLst xmlns:a="http://schemas.openxmlformats.org/drawingml/2006/main">
              <a:ext uri="{FF2B5EF4-FFF2-40B4-BE49-F238E27FC236}">
                <a16:creationId xmlns:a16="http://schemas.microsoft.com/office/drawing/2014/main" id="{879679F9-6057-42C6-8699-05DC774BC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00325"/>
            <a:ext cx="29" cy="228600"/>
          </a:xfrm>
          <a:custGeom xmlns:a="http://schemas.openxmlformats.org/drawingml/2006/main">
            <a:pathLst>
              <a:path w="29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26" name="AI092-26">
            <a:extLst xmlns:a="http://schemas.openxmlformats.org/drawingml/2006/main">
              <a:ext uri="{FF2B5EF4-FFF2-40B4-BE49-F238E27FC236}">
                <a16:creationId xmlns:a16="http://schemas.microsoft.com/office/drawing/2014/main" id="{504AD9E7-457F-4AFF-9F81-B25BD7C7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3000375"/>
            <a:ext cx="685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27" name="AI092-path-27">
            <a:extLst xmlns:a="http://schemas.openxmlformats.org/drawingml/2006/main">
              <a:ext uri="{FF2B5EF4-FFF2-40B4-BE49-F238E27FC236}">
                <a16:creationId xmlns:a16="http://schemas.microsoft.com/office/drawing/2014/main" id="{5FE2F6E6-099C-4971-AA0D-089060B2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2600325"/>
            <a:ext cx="29" cy="228600"/>
          </a:xfrm>
          <a:custGeom xmlns:a="http://schemas.openxmlformats.org/drawingml/2006/main">
            <a:pathLst>
              <a:path w="29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28" name="AI092-28">
            <a:extLst xmlns:a="http://schemas.openxmlformats.org/drawingml/2006/main">
              <a:ext uri="{FF2B5EF4-FFF2-40B4-BE49-F238E27FC236}">
                <a16:creationId xmlns:a16="http://schemas.microsoft.com/office/drawing/2014/main" id="{DAE3A86E-3E27-4E95-AC39-B11418D8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8163" y="3000375"/>
            <a:ext cx="685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29" name="AI092-29">
            <a:extLst xmlns:a="http://schemas.openxmlformats.org/drawingml/2006/main">
              <a:ext uri="{FF2B5EF4-FFF2-40B4-BE49-F238E27FC236}">
                <a16:creationId xmlns:a16="http://schemas.microsoft.com/office/drawing/2014/main" id="{130A1E6E-5933-4963-B3FB-9605065A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114300" y="1400175"/>
            <a:ext cx="2228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Entropy (bits)</a:t>
            </a:r>
          </a:p>
        </p:txBody>
      </p:sp>
      <p:sp>
        <p:nvSpPr>
          <p:cNvPr id="30" name="AI092-30">
            <a:extLst xmlns:a="http://schemas.openxmlformats.org/drawingml/2006/main">
              <a:ext uri="{FF2B5EF4-FFF2-40B4-BE49-F238E27FC236}">
                <a16:creationId xmlns:a16="http://schemas.microsoft.com/office/drawing/2014/main" id="{BB74E289-DCE6-4C3F-B452-BDC80BB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" y="3600450"/>
            <a:ext cx="742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26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63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(b)</a:t>
            </a:r>
          </a:p>
        </p:txBody>
      </p:sp>
      <p:sp>
        <p:nvSpPr>
          <p:cNvPr id="31" name="AI092-path-31">
            <a:extLst xmlns:a="http://schemas.openxmlformats.org/drawingml/2006/main">
              <a:ext uri="{FF2B5EF4-FFF2-40B4-BE49-F238E27FC236}">
                <a16:creationId xmlns:a16="http://schemas.microsoft.com/office/drawing/2014/main" id="{14A29C85-617D-43A0-9D9C-E75C47808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288" y="3943350"/>
            <a:ext cx="29" cy="1543050"/>
          </a:xfrm>
          <a:custGeom xmlns:a="http://schemas.openxmlformats.org/drawingml/2006/main">
            <a:pathLst>
              <a:path w="29" h="1543050">
                <a:moveTo>
                  <a:pt x="0" y="0"/>
                </a:moveTo>
                <a:lnTo>
                  <a:pt x="0" y="154305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32" name="AI092-path-32">
            <a:extLst xmlns:a="http://schemas.openxmlformats.org/drawingml/2006/main">
              <a:ext uri="{FF2B5EF4-FFF2-40B4-BE49-F238E27FC236}">
                <a16:creationId xmlns:a16="http://schemas.microsoft.com/office/drawing/2014/main" id="{3B405F2F-4C1B-4EBB-AF55-3575BCB92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738" y="5600700"/>
            <a:ext cx="6029325" cy="29"/>
          </a:xfrm>
          <a:custGeom xmlns:a="http://schemas.openxmlformats.org/drawingml/2006/main">
            <a:pathLst>
              <a:path w="6029325" h="29">
                <a:moveTo>
                  <a:pt x="0" y="0"/>
                </a:moveTo>
                <a:lnTo>
                  <a:pt x="6029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33" name="AI092-path-33">
            <a:extLst xmlns:a="http://schemas.openxmlformats.org/drawingml/2006/main">
              <a:ext uri="{FF2B5EF4-FFF2-40B4-BE49-F238E27FC236}">
                <a16:creationId xmlns:a16="http://schemas.microsoft.com/office/drawing/2014/main" id="{CD964769-EA17-4D0A-B1F1-8067E797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943350"/>
            <a:ext cx="242888" cy="29"/>
          </a:xfrm>
          <a:custGeom xmlns:a="http://schemas.openxmlformats.org/drawingml/2006/main">
            <a:pathLst>
              <a:path w="242888" h="29">
                <a:moveTo>
                  <a:pt x="0" y="0"/>
                </a:moveTo>
                <a:lnTo>
                  <a:pt x="2428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34" name="AI092-34">
            <a:extLst xmlns:a="http://schemas.openxmlformats.org/drawingml/2006/main">
              <a:ext uri="{FF2B5EF4-FFF2-40B4-BE49-F238E27FC236}">
                <a16:creationId xmlns:a16="http://schemas.microsoft.com/office/drawing/2014/main" id="{FFD88C03-7D65-49AC-A8CA-8D3F5B87E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3743325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.30</a:t>
            </a:r>
          </a:p>
        </p:txBody>
      </p:sp>
      <p:sp>
        <p:nvSpPr>
          <p:cNvPr id="35" name="AI092-path-35">
            <a:extLst xmlns:a="http://schemas.openxmlformats.org/drawingml/2006/main">
              <a:ext uri="{FF2B5EF4-FFF2-40B4-BE49-F238E27FC236}">
                <a16:creationId xmlns:a16="http://schemas.microsoft.com/office/drawing/2014/main" id="{6A5A0B41-3FC1-46F9-83F6-366CF938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457700"/>
            <a:ext cx="242888" cy="29"/>
          </a:xfrm>
          <a:custGeom xmlns:a="http://schemas.openxmlformats.org/drawingml/2006/main">
            <a:pathLst>
              <a:path w="242888" h="29">
                <a:moveTo>
                  <a:pt x="0" y="0"/>
                </a:moveTo>
                <a:lnTo>
                  <a:pt x="2428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36" name="AI092-36">
            <a:extLst xmlns:a="http://schemas.openxmlformats.org/drawingml/2006/main">
              <a:ext uri="{FF2B5EF4-FFF2-40B4-BE49-F238E27FC236}">
                <a16:creationId xmlns:a16="http://schemas.microsoft.com/office/drawing/2014/main" id="{F8465DB1-C35E-4F20-8BCF-17784D0F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4257675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.25</a:t>
            </a:r>
          </a:p>
        </p:txBody>
      </p:sp>
      <p:sp>
        <p:nvSpPr>
          <p:cNvPr id="37" name="AI092-path-37">
            <a:extLst xmlns:a="http://schemas.openxmlformats.org/drawingml/2006/main">
              <a:ext uri="{FF2B5EF4-FFF2-40B4-BE49-F238E27FC236}">
                <a16:creationId xmlns:a16="http://schemas.microsoft.com/office/drawing/2014/main" id="{43CDBCE9-1C4F-46A4-875F-9CC977FE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72050"/>
            <a:ext cx="242888" cy="29"/>
          </a:xfrm>
          <a:custGeom xmlns:a="http://schemas.openxmlformats.org/drawingml/2006/main">
            <a:pathLst>
              <a:path w="242888" h="29">
                <a:moveTo>
                  <a:pt x="0" y="0"/>
                </a:moveTo>
                <a:lnTo>
                  <a:pt x="2428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38" name="AI092-38">
            <a:extLst xmlns:a="http://schemas.openxmlformats.org/drawingml/2006/main">
              <a:ext uri="{FF2B5EF4-FFF2-40B4-BE49-F238E27FC236}">
                <a16:creationId xmlns:a16="http://schemas.microsoft.com/office/drawing/2014/main" id="{D927CEE7-F696-4F48-A5C8-1B2968D2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4772025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.20</a:t>
            </a:r>
          </a:p>
        </p:txBody>
      </p:sp>
      <p:sp>
        <p:nvSpPr>
          <p:cNvPr id="39" name="AI092-path-39">
            <a:extLst xmlns:a="http://schemas.openxmlformats.org/drawingml/2006/main">
              <a:ext uri="{FF2B5EF4-FFF2-40B4-BE49-F238E27FC236}">
                <a16:creationId xmlns:a16="http://schemas.microsoft.com/office/drawing/2014/main" id="{E5E377A4-56CC-4927-9E1D-C1AF4D9D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86400"/>
            <a:ext cx="242888" cy="29"/>
          </a:xfrm>
          <a:custGeom xmlns:a="http://schemas.openxmlformats.org/drawingml/2006/main">
            <a:pathLst>
              <a:path w="242888" h="29">
                <a:moveTo>
                  <a:pt x="0" y="0"/>
                </a:moveTo>
                <a:lnTo>
                  <a:pt x="2428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40" name="AI092-40">
            <a:extLst xmlns:a="http://schemas.openxmlformats.org/drawingml/2006/main">
              <a:ext uri="{FF2B5EF4-FFF2-40B4-BE49-F238E27FC236}">
                <a16:creationId xmlns:a16="http://schemas.microsoft.com/office/drawing/2014/main" id="{07A2E972-9BF5-4E74-92FF-7A66179D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5286375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.15</a:t>
            </a:r>
          </a:p>
        </p:txBody>
      </p:sp>
      <p:sp>
        <p:nvSpPr>
          <p:cNvPr id="41" name="AI092-path-41">
            <a:extLst xmlns:a="http://schemas.openxmlformats.org/drawingml/2006/main">
              <a:ext uri="{FF2B5EF4-FFF2-40B4-BE49-F238E27FC236}">
                <a16:creationId xmlns:a16="http://schemas.microsoft.com/office/drawing/2014/main" id="{06293C54-5C28-4DB3-B62B-CF838B30B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738" y="5600700"/>
            <a:ext cx="29" cy="228600"/>
          </a:xfrm>
          <a:custGeom xmlns:a="http://schemas.openxmlformats.org/drawingml/2006/main">
            <a:pathLst>
              <a:path w="29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42" name="AI092-42">
            <a:extLst xmlns:a="http://schemas.openxmlformats.org/drawingml/2006/main">
              <a:ext uri="{FF2B5EF4-FFF2-40B4-BE49-F238E27FC236}">
                <a16:creationId xmlns:a16="http://schemas.microsoft.com/office/drawing/2014/main" id="{28FB2567-62D3-4924-A888-CC01704A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8838" y="6000750"/>
            <a:ext cx="685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43" name="AI092-path-43">
            <a:extLst xmlns:a="http://schemas.openxmlformats.org/drawingml/2006/main">
              <a:ext uri="{FF2B5EF4-FFF2-40B4-BE49-F238E27FC236}">
                <a16:creationId xmlns:a16="http://schemas.microsoft.com/office/drawing/2014/main" id="{ED38F0EE-C0F0-4B97-8F86-6B8023A4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210" y="5600700"/>
            <a:ext cx="29" cy="228600"/>
          </a:xfrm>
          <a:custGeom xmlns:a="http://schemas.openxmlformats.org/drawingml/2006/main">
            <a:pathLst>
              <a:path w="29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44" name="AI092-44">
            <a:extLst xmlns:a="http://schemas.openxmlformats.org/drawingml/2006/main">
              <a:ext uri="{FF2B5EF4-FFF2-40B4-BE49-F238E27FC236}">
                <a16:creationId xmlns:a16="http://schemas.microsoft.com/office/drawing/2014/main" id="{6519F566-11D9-4C0E-AC75-59148693A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3310" y="6000750"/>
            <a:ext cx="685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45" name="AI092-path-45">
            <a:extLst xmlns:a="http://schemas.openxmlformats.org/drawingml/2006/main">
              <a:ext uri="{FF2B5EF4-FFF2-40B4-BE49-F238E27FC236}">
                <a16:creationId xmlns:a16="http://schemas.microsoft.com/office/drawing/2014/main" id="{C34495B2-805D-4B05-95FA-D5FA4C13D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5600700"/>
            <a:ext cx="29" cy="228600"/>
          </a:xfrm>
          <a:custGeom xmlns:a="http://schemas.openxmlformats.org/drawingml/2006/main">
            <a:pathLst>
              <a:path w="29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46" name="AI092-46">
            <a:extLst xmlns:a="http://schemas.openxmlformats.org/drawingml/2006/main">
              <a:ext uri="{FF2B5EF4-FFF2-40B4-BE49-F238E27FC236}">
                <a16:creationId xmlns:a16="http://schemas.microsoft.com/office/drawing/2014/main" id="{459DF160-8604-4295-8BFE-9F7F881E9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9213" y="6000750"/>
            <a:ext cx="685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47" name="AI092-path-47">
            <a:extLst xmlns:a="http://schemas.openxmlformats.org/drawingml/2006/main">
              <a:ext uri="{FF2B5EF4-FFF2-40B4-BE49-F238E27FC236}">
                <a16:creationId xmlns:a16="http://schemas.microsoft.com/office/drawing/2014/main" id="{26809E52-922E-42DF-8390-172A71BE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600700"/>
            <a:ext cx="29" cy="228600"/>
          </a:xfrm>
          <a:custGeom xmlns:a="http://schemas.openxmlformats.org/drawingml/2006/main">
            <a:pathLst>
              <a:path w="29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48" name="AI092-48">
            <a:extLst xmlns:a="http://schemas.openxmlformats.org/drawingml/2006/main">
              <a:ext uri="{FF2B5EF4-FFF2-40B4-BE49-F238E27FC236}">
                <a16:creationId xmlns:a16="http://schemas.microsoft.com/office/drawing/2014/main" id="{AD04F491-582D-43E1-B38E-5A3774A0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6000750"/>
            <a:ext cx="685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49" name="AI092-path-49">
            <a:extLst xmlns:a="http://schemas.openxmlformats.org/drawingml/2006/main">
              <a:ext uri="{FF2B5EF4-FFF2-40B4-BE49-F238E27FC236}">
                <a16:creationId xmlns:a16="http://schemas.microsoft.com/office/drawing/2014/main" id="{2187E146-4FB0-4D48-B85F-564458C3D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5600700"/>
            <a:ext cx="29" cy="228600"/>
          </a:xfrm>
          <a:custGeom xmlns:a="http://schemas.openxmlformats.org/drawingml/2006/main">
            <a:pathLst>
              <a:path w="29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50" name="AI092-50">
            <a:extLst xmlns:a="http://schemas.openxmlformats.org/drawingml/2006/main">
              <a:ext uri="{FF2B5EF4-FFF2-40B4-BE49-F238E27FC236}">
                <a16:creationId xmlns:a16="http://schemas.microsoft.com/office/drawing/2014/main" id="{2D5C0ABA-0956-4EB5-B45E-E625E7AE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8163" y="6000750"/>
            <a:ext cx="685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51" name="AI092-51">
            <a:extLst xmlns:a="http://schemas.openxmlformats.org/drawingml/2006/main">
              <a:ext uri="{FF2B5EF4-FFF2-40B4-BE49-F238E27FC236}">
                <a16:creationId xmlns:a16="http://schemas.microsoft.com/office/drawing/2014/main" id="{51D4DCBA-B1FC-4C81-A3E2-3DB4273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-71437" y="4514850"/>
            <a:ext cx="2143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Token energy</a:t>
            </a:r>
          </a:p>
        </p:txBody>
      </p:sp>
      <p:sp>
        <p:nvSpPr>
          <p:cNvPr id="52" name="AI092-52">
            <a:extLst xmlns:a="http://schemas.openxmlformats.org/drawingml/2006/main">
              <a:ext uri="{FF2B5EF4-FFF2-40B4-BE49-F238E27FC236}">
                <a16:creationId xmlns:a16="http://schemas.microsoft.com/office/drawing/2014/main" id="{CE6FD7AB-A6E9-4B7A-8D0B-E22C4455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725" y="6372225"/>
            <a:ext cx="7429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26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263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(c)</a:t>
            </a:r>
          </a:p>
        </p:txBody>
      </p:sp>
      <p:sp>
        <p:nvSpPr>
          <p:cNvPr id="53" name="AI092-path-53">
            <a:extLst xmlns:a="http://schemas.openxmlformats.org/drawingml/2006/main">
              <a:ext uri="{FF2B5EF4-FFF2-40B4-BE49-F238E27FC236}">
                <a16:creationId xmlns:a16="http://schemas.microsoft.com/office/drawing/2014/main" id="{A4A97D19-1F87-47C0-9675-3B34DD20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0288" y="6715125"/>
            <a:ext cx="29" cy="1714500"/>
          </a:xfrm>
          <a:custGeom xmlns:a="http://schemas.openxmlformats.org/drawingml/2006/main">
            <a:pathLst>
              <a:path w="29" h="1714500">
                <a:moveTo>
                  <a:pt x="0" y="0"/>
                </a:moveTo>
                <a:lnTo>
                  <a:pt x="0" y="171450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54" name="AI092-path-54">
            <a:extLst xmlns:a="http://schemas.openxmlformats.org/drawingml/2006/main">
              <a:ext uri="{FF2B5EF4-FFF2-40B4-BE49-F238E27FC236}">
                <a16:creationId xmlns:a16="http://schemas.microsoft.com/office/drawing/2014/main" id="{24E9C557-C6F9-481E-A5A9-264785747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738" y="8501063"/>
            <a:ext cx="6029325" cy="29"/>
          </a:xfrm>
          <a:custGeom xmlns:a="http://schemas.openxmlformats.org/drawingml/2006/main">
            <a:pathLst>
              <a:path w="6029325" h="29">
                <a:moveTo>
                  <a:pt x="0" y="0"/>
                </a:moveTo>
                <a:lnTo>
                  <a:pt x="6029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55" name="AI092-path-55">
            <a:extLst xmlns:a="http://schemas.openxmlformats.org/drawingml/2006/main">
              <a:ext uri="{FF2B5EF4-FFF2-40B4-BE49-F238E27FC236}">
                <a16:creationId xmlns:a16="http://schemas.microsoft.com/office/drawing/2014/main" id="{CC1B581B-B407-449E-9263-765D1EF4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6715125"/>
            <a:ext cx="242888" cy="29"/>
          </a:xfrm>
          <a:custGeom xmlns:a="http://schemas.openxmlformats.org/drawingml/2006/main">
            <a:pathLst>
              <a:path w="242888" h="29">
                <a:moveTo>
                  <a:pt x="0" y="0"/>
                </a:moveTo>
                <a:lnTo>
                  <a:pt x="2428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56" name="AI092-56">
            <a:extLst xmlns:a="http://schemas.openxmlformats.org/drawingml/2006/main">
              <a:ext uri="{FF2B5EF4-FFF2-40B4-BE49-F238E27FC236}">
                <a16:creationId xmlns:a16="http://schemas.microsoft.com/office/drawing/2014/main" id="{54734BC7-DC41-40CF-A905-586D88701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6515100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0.8</a:t>
            </a:r>
          </a:p>
        </p:txBody>
      </p:sp>
      <p:sp>
        <p:nvSpPr>
          <p:cNvPr id="57" name="AI092-path-57">
            <a:extLst xmlns:a="http://schemas.openxmlformats.org/drawingml/2006/main">
              <a:ext uri="{FF2B5EF4-FFF2-40B4-BE49-F238E27FC236}">
                <a16:creationId xmlns:a16="http://schemas.microsoft.com/office/drawing/2014/main" id="{7B18E3CF-6450-4BFC-9B36-489BC2A2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7143750"/>
            <a:ext cx="242888" cy="29"/>
          </a:xfrm>
          <a:custGeom xmlns:a="http://schemas.openxmlformats.org/drawingml/2006/main">
            <a:pathLst>
              <a:path w="242888" h="29">
                <a:moveTo>
                  <a:pt x="0" y="0"/>
                </a:moveTo>
                <a:lnTo>
                  <a:pt x="2428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58" name="AI092-58">
            <a:extLst xmlns:a="http://schemas.openxmlformats.org/drawingml/2006/main">
              <a:ext uri="{FF2B5EF4-FFF2-40B4-BE49-F238E27FC236}">
                <a16:creationId xmlns:a16="http://schemas.microsoft.com/office/drawing/2014/main" id="{F41EC392-6954-4801-8740-5BE5F4D4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6943725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0.6</a:t>
            </a:r>
          </a:p>
        </p:txBody>
      </p:sp>
      <p:sp>
        <p:nvSpPr>
          <p:cNvPr id="59" name="AI092-path-59">
            <a:extLst xmlns:a="http://schemas.openxmlformats.org/drawingml/2006/main">
              <a:ext uri="{FF2B5EF4-FFF2-40B4-BE49-F238E27FC236}">
                <a16:creationId xmlns:a16="http://schemas.microsoft.com/office/drawing/2014/main" id="{409D94B6-1304-4D3D-B1C7-1C60BBABE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7572375"/>
            <a:ext cx="242888" cy="29"/>
          </a:xfrm>
          <a:custGeom xmlns:a="http://schemas.openxmlformats.org/drawingml/2006/main">
            <a:pathLst>
              <a:path w="242888" h="29">
                <a:moveTo>
                  <a:pt x="0" y="0"/>
                </a:moveTo>
                <a:lnTo>
                  <a:pt x="2428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60" name="AI092-60">
            <a:extLst xmlns:a="http://schemas.openxmlformats.org/drawingml/2006/main">
              <a:ext uri="{FF2B5EF4-FFF2-40B4-BE49-F238E27FC236}">
                <a16:creationId xmlns:a16="http://schemas.microsoft.com/office/drawing/2014/main" id="{011A94C1-9BA9-4F15-B652-319A748F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7372350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0.4</a:t>
            </a:r>
          </a:p>
        </p:txBody>
      </p:sp>
      <p:sp>
        <p:nvSpPr>
          <p:cNvPr id="61" name="AI092-path-61">
            <a:extLst xmlns:a="http://schemas.openxmlformats.org/drawingml/2006/main">
              <a:ext uri="{FF2B5EF4-FFF2-40B4-BE49-F238E27FC236}">
                <a16:creationId xmlns:a16="http://schemas.microsoft.com/office/drawing/2014/main" id="{FC27AA09-2257-4F8E-88F3-9BA5CCD3E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8001000"/>
            <a:ext cx="242888" cy="29"/>
          </a:xfrm>
          <a:custGeom xmlns:a="http://schemas.openxmlformats.org/drawingml/2006/main">
            <a:pathLst>
              <a:path w="242888" h="29">
                <a:moveTo>
                  <a:pt x="0" y="0"/>
                </a:moveTo>
                <a:lnTo>
                  <a:pt x="2428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62" name="AI092-62">
            <a:extLst xmlns:a="http://schemas.openxmlformats.org/drawingml/2006/main">
              <a:ext uri="{FF2B5EF4-FFF2-40B4-BE49-F238E27FC236}">
                <a16:creationId xmlns:a16="http://schemas.microsoft.com/office/drawing/2014/main" id="{93E01FC7-95BC-40AD-A271-662448412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7800975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0.2</a:t>
            </a:r>
          </a:p>
        </p:txBody>
      </p:sp>
      <p:sp>
        <p:nvSpPr>
          <p:cNvPr id="63" name="AI092-path-63">
            <a:extLst xmlns:a="http://schemas.openxmlformats.org/drawingml/2006/main">
              <a:ext uri="{FF2B5EF4-FFF2-40B4-BE49-F238E27FC236}">
                <a16:creationId xmlns:a16="http://schemas.microsoft.com/office/drawing/2014/main" id="{4C4D8E9E-E0B5-42E4-A057-5E4E8365D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8429625"/>
            <a:ext cx="242888" cy="29"/>
          </a:xfrm>
          <a:custGeom xmlns:a="http://schemas.openxmlformats.org/drawingml/2006/main">
            <a:pathLst>
              <a:path w="242888" h="29">
                <a:moveTo>
                  <a:pt x="0" y="0"/>
                </a:moveTo>
                <a:lnTo>
                  <a:pt x="242888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64" name="AI092-64">
            <a:extLst xmlns:a="http://schemas.openxmlformats.org/drawingml/2006/main">
              <a:ext uri="{FF2B5EF4-FFF2-40B4-BE49-F238E27FC236}">
                <a16:creationId xmlns:a16="http://schemas.microsoft.com/office/drawing/2014/main" id="{4F48A0BE-ED7C-4259-9A18-515DA2DE0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8725" y="8229600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63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363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0.0</a:t>
            </a:r>
          </a:p>
        </p:txBody>
      </p:sp>
      <p:sp>
        <p:nvSpPr>
          <p:cNvPr id="65" name="AI092-path-65">
            <a:extLst xmlns:a="http://schemas.openxmlformats.org/drawingml/2006/main">
              <a:ext uri="{FF2B5EF4-FFF2-40B4-BE49-F238E27FC236}">
                <a16:creationId xmlns:a16="http://schemas.microsoft.com/office/drawing/2014/main" id="{B7FDC1C2-AF73-4C1F-B19A-64AF6FBAE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738" y="8501063"/>
            <a:ext cx="29" cy="228600"/>
          </a:xfrm>
          <a:custGeom xmlns:a="http://schemas.openxmlformats.org/drawingml/2006/main">
            <a:pathLst>
              <a:path w="29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66" name="AI092-66">
            <a:extLst xmlns:a="http://schemas.openxmlformats.org/drawingml/2006/main">
              <a:ext uri="{FF2B5EF4-FFF2-40B4-BE49-F238E27FC236}">
                <a16:creationId xmlns:a16="http://schemas.microsoft.com/office/drawing/2014/main" id="{26208B05-EB67-4FFB-81E2-D5F41F81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28838" y="8901113"/>
            <a:ext cx="685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67" name="AI092-path-67">
            <a:extLst xmlns:a="http://schemas.openxmlformats.org/drawingml/2006/main">
              <a:ext uri="{FF2B5EF4-FFF2-40B4-BE49-F238E27FC236}">
                <a16:creationId xmlns:a16="http://schemas.microsoft.com/office/drawing/2014/main" id="{0C2A35AB-BF17-44AA-8623-7FAA55B4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210" y="8501063"/>
            <a:ext cx="29" cy="228600"/>
          </a:xfrm>
          <a:custGeom xmlns:a="http://schemas.openxmlformats.org/drawingml/2006/main">
            <a:pathLst>
              <a:path w="29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68" name="AI092-68">
            <a:extLst xmlns:a="http://schemas.openxmlformats.org/drawingml/2006/main">
              <a:ext uri="{FF2B5EF4-FFF2-40B4-BE49-F238E27FC236}">
                <a16:creationId xmlns:a16="http://schemas.microsoft.com/office/drawing/2014/main" id="{23F37337-4EEA-491B-A915-800622B1F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23310" y="8901113"/>
            <a:ext cx="685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9" name="AI092-path-69">
            <a:extLst xmlns:a="http://schemas.openxmlformats.org/drawingml/2006/main">
              <a:ext uri="{FF2B5EF4-FFF2-40B4-BE49-F238E27FC236}">
                <a16:creationId xmlns:a16="http://schemas.microsoft.com/office/drawing/2014/main" id="{676F2B2A-76FD-4D5C-BC9A-788C4B4A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2113" y="8501063"/>
            <a:ext cx="29" cy="228600"/>
          </a:xfrm>
          <a:custGeom xmlns:a="http://schemas.openxmlformats.org/drawingml/2006/main">
            <a:pathLst>
              <a:path w="29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70" name="AI092-70">
            <a:extLst xmlns:a="http://schemas.openxmlformats.org/drawingml/2006/main">
              <a:ext uri="{FF2B5EF4-FFF2-40B4-BE49-F238E27FC236}">
                <a16:creationId xmlns:a16="http://schemas.microsoft.com/office/drawing/2014/main" id="{9B322A16-9601-4843-AEAD-F0C55241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29213" y="8901113"/>
            <a:ext cx="685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40</a:t>
            </a:r>
          </a:p>
        </p:txBody>
      </p:sp>
      <p:sp>
        <p:nvSpPr>
          <p:cNvPr id="71" name="AI092-path-71">
            <a:extLst xmlns:a="http://schemas.openxmlformats.org/drawingml/2006/main">
              <a:ext uri="{FF2B5EF4-FFF2-40B4-BE49-F238E27FC236}">
                <a16:creationId xmlns:a16="http://schemas.microsoft.com/office/drawing/2014/main" id="{DFEAC7F2-9376-47B6-9F7F-B30119DB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8501063"/>
            <a:ext cx="29" cy="228600"/>
          </a:xfrm>
          <a:custGeom xmlns:a="http://schemas.openxmlformats.org/drawingml/2006/main">
            <a:pathLst>
              <a:path w="29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72" name="AI092-72">
            <a:extLst xmlns:a="http://schemas.openxmlformats.org/drawingml/2006/main">
              <a:ext uri="{FF2B5EF4-FFF2-40B4-BE49-F238E27FC236}">
                <a16:creationId xmlns:a16="http://schemas.microsoft.com/office/drawing/2014/main" id="{1C298116-949E-47F5-9F44-D4FD6FE2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29400" y="8901113"/>
            <a:ext cx="685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60</a:t>
            </a:r>
          </a:p>
        </p:txBody>
      </p:sp>
      <p:sp>
        <p:nvSpPr>
          <p:cNvPr id="73" name="AI092-path-73">
            <a:extLst xmlns:a="http://schemas.openxmlformats.org/drawingml/2006/main">
              <a:ext uri="{FF2B5EF4-FFF2-40B4-BE49-F238E27FC236}">
                <a16:creationId xmlns:a16="http://schemas.microsoft.com/office/drawing/2014/main" id="{49E8A78D-649E-4808-BBCC-CF8A4508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1063" y="8501063"/>
            <a:ext cx="29" cy="228600"/>
          </a:xfrm>
          <a:custGeom xmlns:a="http://schemas.openxmlformats.org/drawingml/2006/main">
            <a:pathLst>
              <a:path w="29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 xmlns:a="http://schemas.openxmlformats.org/drawingml/2006/main"/>
          <a:ln xmlns:a="http://schemas.openxmlformats.org/drawingml/2006/main" w="20002">
            <a:solidFill>
              <a:srgbClr val="111111"/>
            </a:solidFill>
            <a:prstDash val="solid"/>
          </a:ln>
        </p:spPr>
      </p:sp>
      <p:sp>
        <p:nvSpPr>
          <p:cNvPr id="74" name="AI092-74">
            <a:extLst xmlns:a="http://schemas.openxmlformats.org/drawingml/2006/main">
              <a:ext uri="{FF2B5EF4-FFF2-40B4-BE49-F238E27FC236}">
                <a16:creationId xmlns:a16="http://schemas.microsoft.com/office/drawing/2014/main" id="{67E5AFC2-9880-496F-842C-5C2888584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8163" y="8901113"/>
            <a:ext cx="685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80</a:t>
            </a:r>
          </a:p>
        </p:txBody>
      </p:sp>
      <p:sp>
        <p:nvSpPr>
          <p:cNvPr id="75" name="AI092-75">
            <a:extLst xmlns:a="http://schemas.openxmlformats.org/drawingml/2006/main">
              <a:ext uri="{FF2B5EF4-FFF2-40B4-BE49-F238E27FC236}">
                <a16:creationId xmlns:a16="http://schemas.microsoft.com/office/drawing/2014/main" id="{677DCC7A-37CD-4D95-A6FE-C8772CB4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0" y="7429500"/>
            <a:ext cx="20002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Lang. prob.</a:t>
            </a:r>
          </a:p>
        </p:txBody>
      </p:sp>
      <p:sp>
        <p:nvSpPr>
          <p:cNvPr id="76" name="AI092-path-76">
            <a:extLst xmlns:a="http://schemas.openxmlformats.org/drawingml/2006/main">
              <a:ext uri="{FF2B5EF4-FFF2-40B4-BE49-F238E27FC236}">
                <a16:creationId xmlns:a16="http://schemas.microsoft.com/office/drawing/2014/main" id="{63008943-3805-4E0F-BDCB-58958D01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864394"/>
            <a:ext cx="5986463" cy="1685925"/>
          </a:xfrm>
          <a:custGeom xmlns:a="http://schemas.openxmlformats.org/drawingml/2006/main">
            <a:pathLst>
              <a:path w="5986463" h="1685925">
                <a:moveTo>
                  <a:pt x="0" y="7144"/>
                </a:moveTo>
                <a:lnTo>
                  <a:pt x="14288" y="0"/>
                </a:lnTo>
                <a:lnTo>
                  <a:pt x="28575" y="7144"/>
                </a:lnTo>
                <a:lnTo>
                  <a:pt x="42863" y="7144"/>
                </a:lnTo>
                <a:lnTo>
                  <a:pt x="57150" y="7144"/>
                </a:lnTo>
                <a:lnTo>
                  <a:pt x="71438" y="7144"/>
                </a:lnTo>
                <a:lnTo>
                  <a:pt x="85725" y="7144"/>
                </a:lnTo>
                <a:lnTo>
                  <a:pt x="100013" y="7144"/>
                </a:lnTo>
                <a:lnTo>
                  <a:pt x="114300" y="7144"/>
                </a:lnTo>
                <a:lnTo>
                  <a:pt x="128588" y="7144"/>
                </a:lnTo>
                <a:lnTo>
                  <a:pt x="142875" y="7144"/>
                </a:lnTo>
                <a:lnTo>
                  <a:pt x="157163" y="7144"/>
                </a:lnTo>
                <a:lnTo>
                  <a:pt x="171450" y="14288"/>
                </a:lnTo>
                <a:lnTo>
                  <a:pt x="185738" y="21431"/>
                </a:lnTo>
                <a:lnTo>
                  <a:pt x="200025" y="21431"/>
                </a:lnTo>
                <a:lnTo>
                  <a:pt x="214313" y="21431"/>
                </a:lnTo>
                <a:lnTo>
                  <a:pt x="228600" y="21431"/>
                </a:lnTo>
                <a:lnTo>
                  <a:pt x="242888" y="21431"/>
                </a:lnTo>
                <a:lnTo>
                  <a:pt x="257175" y="28575"/>
                </a:lnTo>
                <a:lnTo>
                  <a:pt x="271463" y="35719"/>
                </a:lnTo>
                <a:lnTo>
                  <a:pt x="285750" y="35719"/>
                </a:lnTo>
                <a:lnTo>
                  <a:pt x="300038" y="35719"/>
                </a:lnTo>
                <a:lnTo>
                  <a:pt x="314325" y="35719"/>
                </a:lnTo>
                <a:lnTo>
                  <a:pt x="328613" y="42863"/>
                </a:lnTo>
                <a:lnTo>
                  <a:pt x="342900" y="42863"/>
                </a:lnTo>
                <a:lnTo>
                  <a:pt x="357188" y="42863"/>
                </a:lnTo>
                <a:lnTo>
                  <a:pt x="371475" y="42863"/>
                </a:lnTo>
                <a:lnTo>
                  <a:pt x="385763" y="42863"/>
                </a:lnTo>
                <a:lnTo>
                  <a:pt x="400050" y="42863"/>
                </a:lnTo>
                <a:lnTo>
                  <a:pt x="414338" y="42863"/>
                </a:lnTo>
                <a:lnTo>
                  <a:pt x="428625" y="42863"/>
                </a:lnTo>
                <a:lnTo>
                  <a:pt x="442913" y="42863"/>
                </a:lnTo>
                <a:lnTo>
                  <a:pt x="457200" y="50006"/>
                </a:lnTo>
                <a:lnTo>
                  <a:pt x="471488" y="50006"/>
                </a:lnTo>
                <a:lnTo>
                  <a:pt x="485775" y="50006"/>
                </a:lnTo>
                <a:lnTo>
                  <a:pt x="500063" y="50006"/>
                </a:lnTo>
                <a:lnTo>
                  <a:pt x="514350" y="50006"/>
                </a:lnTo>
                <a:lnTo>
                  <a:pt x="528638" y="57150"/>
                </a:lnTo>
                <a:lnTo>
                  <a:pt x="542925" y="57150"/>
                </a:lnTo>
                <a:lnTo>
                  <a:pt x="557213" y="57150"/>
                </a:lnTo>
                <a:lnTo>
                  <a:pt x="571500" y="64294"/>
                </a:lnTo>
                <a:lnTo>
                  <a:pt x="585788" y="64294"/>
                </a:lnTo>
                <a:lnTo>
                  <a:pt x="600075" y="64294"/>
                </a:lnTo>
                <a:lnTo>
                  <a:pt x="614363" y="64294"/>
                </a:lnTo>
                <a:lnTo>
                  <a:pt x="628650" y="64294"/>
                </a:lnTo>
                <a:lnTo>
                  <a:pt x="642938" y="64294"/>
                </a:lnTo>
                <a:lnTo>
                  <a:pt x="657225" y="64294"/>
                </a:lnTo>
                <a:lnTo>
                  <a:pt x="671513" y="57150"/>
                </a:lnTo>
                <a:lnTo>
                  <a:pt x="685800" y="57150"/>
                </a:lnTo>
                <a:lnTo>
                  <a:pt x="700088" y="57150"/>
                </a:lnTo>
                <a:lnTo>
                  <a:pt x="714375" y="57150"/>
                </a:lnTo>
                <a:lnTo>
                  <a:pt x="728663" y="50006"/>
                </a:lnTo>
                <a:lnTo>
                  <a:pt x="742950" y="50006"/>
                </a:lnTo>
                <a:lnTo>
                  <a:pt x="757238" y="50006"/>
                </a:lnTo>
                <a:lnTo>
                  <a:pt x="771525" y="42863"/>
                </a:lnTo>
                <a:lnTo>
                  <a:pt x="785813" y="42863"/>
                </a:lnTo>
                <a:lnTo>
                  <a:pt x="800100" y="35719"/>
                </a:lnTo>
                <a:lnTo>
                  <a:pt x="814388" y="35719"/>
                </a:lnTo>
                <a:lnTo>
                  <a:pt x="828675" y="35719"/>
                </a:lnTo>
                <a:lnTo>
                  <a:pt x="842963" y="35719"/>
                </a:lnTo>
                <a:lnTo>
                  <a:pt x="857250" y="35719"/>
                </a:lnTo>
                <a:lnTo>
                  <a:pt x="871538" y="35719"/>
                </a:lnTo>
                <a:lnTo>
                  <a:pt x="885825" y="35719"/>
                </a:lnTo>
                <a:lnTo>
                  <a:pt x="900113" y="35719"/>
                </a:lnTo>
                <a:lnTo>
                  <a:pt x="914400" y="35719"/>
                </a:lnTo>
                <a:lnTo>
                  <a:pt x="928688" y="35719"/>
                </a:lnTo>
                <a:lnTo>
                  <a:pt x="942975" y="42863"/>
                </a:lnTo>
                <a:lnTo>
                  <a:pt x="957263" y="42863"/>
                </a:lnTo>
                <a:lnTo>
                  <a:pt x="971550" y="50006"/>
                </a:lnTo>
                <a:lnTo>
                  <a:pt x="985838" y="50006"/>
                </a:lnTo>
                <a:lnTo>
                  <a:pt x="1000125" y="50006"/>
                </a:lnTo>
                <a:lnTo>
                  <a:pt x="1014413" y="50006"/>
                </a:lnTo>
                <a:lnTo>
                  <a:pt x="1028700" y="50006"/>
                </a:lnTo>
                <a:lnTo>
                  <a:pt x="1042988" y="50006"/>
                </a:lnTo>
                <a:lnTo>
                  <a:pt x="1057275" y="42863"/>
                </a:lnTo>
                <a:lnTo>
                  <a:pt x="1071563" y="42863"/>
                </a:lnTo>
                <a:lnTo>
                  <a:pt x="1085850" y="42863"/>
                </a:lnTo>
                <a:lnTo>
                  <a:pt x="1100138" y="35719"/>
                </a:lnTo>
                <a:lnTo>
                  <a:pt x="1114425" y="35719"/>
                </a:lnTo>
                <a:lnTo>
                  <a:pt x="1128713" y="35719"/>
                </a:lnTo>
                <a:lnTo>
                  <a:pt x="1143000" y="35719"/>
                </a:lnTo>
                <a:lnTo>
                  <a:pt x="1157288" y="35719"/>
                </a:lnTo>
                <a:lnTo>
                  <a:pt x="1171575" y="35719"/>
                </a:lnTo>
                <a:lnTo>
                  <a:pt x="1185863" y="35719"/>
                </a:lnTo>
                <a:lnTo>
                  <a:pt x="1200150" y="35719"/>
                </a:lnTo>
                <a:lnTo>
                  <a:pt x="1214438" y="35719"/>
                </a:lnTo>
                <a:lnTo>
                  <a:pt x="1228725" y="42863"/>
                </a:lnTo>
                <a:lnTo>
                  <a:pt x="1243013" y="42863"/>
                </a:lnTo>
                <a:lnTo>
                  <a:pt x="1257300" y="42863"/>
                </a:lnTo>
                <a:lnTo>
                  <a:pt x="1271588" y="42863"/>
                </a:lnTo>
                <a:lnTo>
                  <a:pt x="1285875" y="50006"/>
                </a:lnTo>
                <a:lnTo>
                  <a:pt x="1300163" y="50006"/>
                </a:lnTo>
                <a:lnTo>
                  <a:pt x="1314450" y="50006"/>
                </a:lnTo>
                <a:lnTo>
                  <a:pt x="1328738" y="50006"/>
                </a:lnTo>
                <a:lnTo>
                  <a:pt x="1343025" y="42863"/>
                </a:lnTo>
                <a:lnTo>
                  <a:pt x="1357313" y="42863"/>
                </a:lnTo>
                <a:lnTo>
                  <a:pt x="1371600" y="42863"/>
                </a:lnTo>
                <a:lnTo>
                  <a:pt x="1385888" y="35719"/>
                </a:lnTo>
                <a:lnTo>
                  <a:pt x="1400175" y="35719"/>
                </a:lnTo>
                <a:lnTo>
                  <a:pt x="1414463" y="35719"/>
                </a:lnTo>
                <a:lnTo>
                  <a:pt x="1428750" y="35719"/>
                </a:lnTo>
                <a:lnTo>
                  <a:pt x="1443038" y="35719"/>
                </a:lnTo>
                <a:lnTo>
                  <a:pt x="1457325" y="35719"/>
                </a:lnTo>
                <a:lnTo>
                  <a:pt x="1471613" y="35719"/>
                </a:lnTo>
                <a:lnTo>
                  <a:pt x="1485900" y="35719"/>
                </a:lnTo>
                <a:lnTo>
                  <a:pt x="1500188" y="35719"/>
                </a:lnTo>
                <a:lnTo>
                  <a:pt x="1514475" y="35719"/>
                </a:lnTo>
                <a:lnTo>
                  <a:pt x="1528763" y="35719"/>
                </a:lnTo>
                <a:lnTo>
                  <a:pt x="1543050" y="35719"/>
                </a:lnTo>
                <a:lnTo>
                  <a:pt x="1557338" y="35719"/>
                </a:lnTo>
                <a:lnTo>
                  <a:pt x="1571625" y="35719"/>
                </a:lnTo>
                <a:lnTo>
                  <a:pt x="1585913" y="28575"/>
                </a:lnTo>
                <a:lnTo>
                  <a:pt x="1600200" y="28575"/>
                </a:lnTo>
                <a:lnTo>
                  <a:pt x="1614488" y="28575"/>
                </a:lnTo>
                <a:lnTo>
                  <a:pt x="1628775" y="28575"/>
                </a:lnTo>
                <a:lnTo>
                  <a:pt x="1643063" y="28575"/>
                </a:lnTo>
                <a:lnTo>
                  <a:pt x="1657350" y="35719"/>
                </a:lnTo>
                <a:lnTo>
                  <a:pt x="1671638" y="35719"/>
                </a:lnTo>
                <a:lnTo>
                  <a:pt x="1685925" y="35719"/>
                </a:lnTo>
                <a:lnTo>
                  <a:pt x="1700213" y="35719"/>
                </a:lnTo>
                <a:lnTo>
                  <a:pt x="1714500" y="35719"/>
                </a:lnTo>
                <a:lnTo>
                  <a:pt x="1728788" y="35719"/>
                </a:lnTo>
                <a:lnTo>
                  <a:pt x="1743075" y="42863"/>
                </a:lnTo>
                <a:lnTo>
                  <a:pt x="1757363" y="42863"/>
                </a:lnTo>
                <a:lnTo>
                  <a:pt x="1771650" y="35719"/>
                </a:lnTo>
                <a:lnTo>
                  <a:pt x="1785938" y="35719"/>
                </a:lnTo>
                <a:lnTo>
                  <a:pt x="1800225" y="35719"/>
                </a:lnTo>
                <a:lnTo>
                  <a:pt x="1814513" y="35719"/>
                </a:lnTo>
                <a:lnTo>
                  <a:pt x="1828800" y="35719"/>
                </a:lnTo>
                <a:lnTo>
                  <a:pt x="1843088" y="35719"/>
                </a:lnTo>
                <a:lnTo>
                  <a:pt x="1857375" y="35719"/>
                </a:lnTo>
                <a:lnTo>
                  <a:pt x="1871663" y="35719"/>
                </a:lnTo>
                <a:lnTo>
                  <a:pt x="1885950" y="35719"/>
                </a:lnTo>
                <a:lnTo>
                  <a:pt x="1900238" y="42863"/>
                </a:lnTo>
                <a:lnTo>
                  <a:pt x="1914525" y="42863"/>
                </a:lnTo>
                <a:lnTo>
                  <a:pt x="1928813" y="35719"/>
                </a:lnTo>
                <a:lnTo>
                  <a:pt x="1943100" y="35719"/>
                </a:lnTo>
                <a:lnTo>
                  <a:pt x="1957388" y="35719"/>
                </a:lnTo>
                <a:lnTo>
                  <a:pt x="1971675" y="35719"/>
                </a:lnTo>
                <a:lnTo>
                  <a:pt x="1985963" y="35719"/>
                </a:lnTo>
                <a:lnTo>
                  <a:pt x="2000250" y="35719"/>
                </a:lnTo>
                <a:lnTo>
                  <a:pt x="2014538" y="35719"/>
                </a:lnTo>
                <a:lnTo>
                  <a:pt x="2028825" y="35719"/>
                </a:lnTo>
                <a:lnTo>
                  <a:pt x="2043113" y="35719"/>
                </a:lnTo>
                <a:lnTo>
                  <a:pt x="2057400" y="28575"/>
                </a:lnTo>
                <a:lnTo>
                  <a:pt x="2071688" y="28575"/>
                </a:lnTo>
                <a:lnTo>
                  <a:pt x="2085975" y="28575"/>
                </a:lnTo>
                <a:lnTo>
                  <a:pt x="2100263" y="28575"/>
                </a:lnTo>
                <a:lnTo>
                  <a:pt x="2114550" y="28575"/>
                </a:lnTo>
                <a:lnTo>
                  <a:pt x="2128838" y="28575"/>
                </a:lnTo>
                <a:lnTo>
                  <a:pt x="2143125" y="28575"/>
                </a:lnTo>
                <a:lnTo>
                  <a:pt x="2157413" y="28575"/>
                </a:lnTo>
                <a:lnTo>
                  <a:pt x="2171700" y="21431"/>
                </a:lnTo>
                <a:lnTo>
                  <a:pt x="2185988" y="21431"/>
                </a:lnTo>
                <a:lnTo>
                  <a:pt x="2200275" y="21431"/>
                </a:lnTo>
                <a:lnTo>
                  <a:pt x="2214563" y="21431"/>
                </a:lnTo>
                <a:lnTo>
                  <a:pt x="2228850" y="21431"/>
                </a:lnTo>
                <a:lnTo>
                  <a:pt x="2243138" y="21431"/>
                </a:lnTo>
                <a:lnTo>
                  <a:pt x="2257425" y="21431"/>
                </a:lnTo>
                <a:lnTo>
                  <a:pt x="2271713" y="21431"/>
                </a:lnTo>
                <a:lnTo>
                  <a:pt x="2286000" y="21431"/>
                </a:lnTo>
                <a:lnTo>
                  <a:pt x="2300288" y="21431"/>
                </a:lnTo>
                <a:lnTo>
                  <a:pt x="2314575" y="21431"/>
                </a:lnTo>
                <a:lnTo>
                  <a:pt x="2328863" y="21431"/>
                </a:lnTo>
                <a:lnTo>
                  <a:pt x="2343150" y="21431"/>
                </a:lnTo>
                <a:lnTo>
                  <a:pt x="2357438" y="14288"/>
                </a:lnTo>
                <a:lnTo>
                  <a:pt x="2371725" y="14288"/>
                </a:lnTo>
                <a:lnTo>
                  <a:pt x="2386013" y="14288"/>
                </a:lnTo>
                <a:lnTo>
                  <a:pt x="2400300" y="14288"/>
                </a:lnTo>
                <a:lnTo>
                  <a:pt x="2414588" y="14288"/>
                </a:lnTo>
                <a:lnTo>
                  <a:pt x="2428875" y="14288"/>
                </a:lnTo>
                <a:lnTo>
                  <a:pt x="2443163" y="14288"/>
                </a:lnTo>
                <a:lnTo>
                  <a:pt x="2457450" y="7144"/>
                </a:lnTo>
                <a:lnTo>
                  <a:pt x="2471738" y="7144"/>
                </a:lnTo>
                <a:lnTo>
                  <a:pt x="2486025" y="7144"/>
                </a:lnTo>
                <a:lnTo>
                  <a:pt x="2500313" y="7144"/>
                </a:lnTo>
                <a:lnTo>
                  <a:pt x="2514600" y="7144"/>
                </a:lnTo>
                <a:lnTo>
                  <a:pt x="2528888" y="7144"/>
                </a:lnTo>
                <a:lnTo>
                  <a:pt x="2543175" y="7144"/>
                </a:lnTo>
                <a:lnTo>
                  <a:pt x="2557463" y="7144"/>
                </a:lnTo>
                <a:lnTo>
                  <a:pt x="2571750" y="7144"/>
                </a:lnTo>
                <a:lnTo>
                  <a:pt x="2586038" y="7144"/>
                </a:lnTo>
                <a:lnTo>
                  <a:pt x="2600325" y="7144"/>
                </a:lnTo>
                <a:lnTo>
                  <a:pt x="2614613" y="7144"/>
                </a:lnTo>
                <a:lnTo>
                  <a:pt x="2628900" y="7144"/>
                </a:lnTo>
                <a:lnTo>
                  <a:pt x="2643188" y="7144"/>
                </a:lnTo>
                <a:lnTo>
                  <a:pt x="2657475" y="7144"/>
                </a:lnTo>
                <a:lnTo>
                  <a:pt x="2671763" y="7144"/>
                </a:lnTo>
                <a:lnTo>
                  <a:pt x="2686050" y="7144"/>
                </a:lnTo>
                <a:lnTo>
                  <a:pt x="2700338" y="14288"/>
                </a:lnTo>
                <a:lnTo>
                  <a:pt x="2714625" y="14288"/>
                </a:lnTo>
                <a:lnTo>
                  <a:pt x="2728913" y="21431"/>
                </a:lnTo>
                <a:lnTo>
                  <a:pt x="2743200" y="21431"/>
                </a:lnTo>
                <a:lnTo>
                  <a:pt x="2757488" y="21431"/>
                </a:lnTo>
                <a:lnTo>
                  <a:pt x="2771775" y="21431"/>
                </a:lnTo>
                <a:lnTo>
                  <a:pt x="2786063" y="14288"/>
                </a:lnTo>
                <a:lnTo>
                  <a:pt x="2800350" y="14288"/>
                </a:lnTo>
                <a:lnTo>
                  <a:pt x="2814638" y="14288"/>
                </a:lnTo>
                <a:lnTo>
                  <a:pt x="2828925" y="14288"/>
                </a:lnTo>
                <a:lnTo>
                  <a:pt x="2843213" y="14288"/>
                </a:lnTo>
                <a:lnTo>
                  <a:pt x="2857500" y="14288"/>
                </a:lnTo>
                <a:lnTo>
                  <a:pt x="2871788" y="14288"/>
                </a:lnTo>
                <a:lnTo>
                  <a:pt x="2886075" y="14288"/>
                </a:lnTo>
                <a:lnTo>
                  <a:pt x="2900363" y="21431"/>
                </a:lnTo>
                <a:lnTo>
                  <a:pt x="2914650" y="21431"/>
                </a:lnTo>
                <a:lnTo>
                  <a:pt x="2928938" y="21431"/>
                </a:lnTo>
                <a:lnTo>
                  <a:pt x="2943225" y="21431"/>
                </a:lnTo>
                <a:lnTo>
                  <a:pt x="2957513" y="42863"/>
                </a:lnTo>
                <a:lnTo>
                  <a:pt x="2971800" y="50006"/>
                </a:lnTo>
                <a:lnTo>
                  <a:pt x="2986088" y="71438"/>
                </a:lnTo>
                <a:lnTo>
                  <a:pt x="3000375" y="85725"/>
                </a:lnTo>
                <a:lnTo>
                  <a:pt x="3014663" y="107156"/>
                </a:lnTo>
                <a:lnTo>
                  <a:pt x="3028950" y="135731"/>
                </a:lnTo>
                <a:lnTo>
                  <a:pt x="3043238" y="157163"/>
                </a:lnTo>
                <a:lnTo>
                  <a:pt x="3057525" y="185738"/>
                </a:lnTo>
                <a:lnTo>
                  <a:pt x="3071813" y="207169"/>
                </a:lnTo>
                <a:lnTo>
                  <a:pt x="3086100" y="242888"/>
                </a:lnTo>
                <a:lnTo>
                  <a:pt x="3100388" y="307181"/>
                </a:lnTo>
                <a:lnTo>
                  <a:pt x="3114675" y="357188"/>
                </a:lnTo>
                <a:lnTo>
                  <a:pt x="3128963" y="407194"/>
                </a:lnTo>
                <a:lnTo>
                  <a:pt x="3143250" y="464344"/>
                </a:lnTo>
                <a:lnTo>
                  <a:pt x="3157538" y="535781"/>
                </a:lnTo>
                <a:lnTo>
                  <a:pt x="3171825" y="600075"/>
                </a:lnTo>
                <a:lnTo>
                  <a:pt x="3186113" y="657225"/>
                </a:lnTo>
                <a:lnTo>
                  <a:pt x="3200400" y="714375"/>
                </a:lnTo>
                <a:lnTo>
                  <a:pt x="3214688" y="764381"/>
                </a:lnTo>
                <a:lnTo>
                  <a:pt x="3228975" y="814388"/>
                </a:lnTo>
                <a:lnTo>
                  <a:pt x="3243263" y="885825"/>
                </a:lnTo>
                <a:lnTo>
                  <a:pt x="3257550" y="957263"/>
                </a:lnTo>
                <a:lnTo>
                  <a:pt x="3271838" y="1021556"/>
                </a:lnTo>
                <a:lnTo>
                  <a:pt x="3286125" y="1107281"/>
                </a:lnTo>
                <a:lnTo>
                  <a:pt x="3300413" y="1185863"/>
                </a:lnTo>
                <a:lnTo>
                  <a:pt x="3314700" y="1264444"/>
                </a:lnTo>
                <a:lnTo>
                  <a:pt x="3328988" y="1321594"/>
                </a:lnTo>
                <a:lnTo>
                  <a:pt x="3343275" y="1385888"/>
                </a:lnTo>
                <a:lnTo>
                  <a:pt x="3357563" y="1464469"/>
                </a:lnTo>
                <a:lnTo>
                  <a:pt x="3371850" y="1514475"/>
                </a:lnTo>
                <a:lnTo>
                  <a:pt x="3386138" y="1535906"/>
                </a:lnTo>
                <a:lnTo>
                  <a:pt x="3400425" y="1557338"/>
                </a:lnTo>
                <a:lnTo>
                  <a:pt x="3414713" y="1571625"/>
                </a:lnTo>
                <a:lnTo>
                  <a:pt x="3429000" y="1585913"/>
                </a:lnTo>
                <a:lnTo>
                  <a:pt x="3443288" y="1600200"/>
                </a:lnTo>
                <a:lnTo>
                  <a:pt x="3457575" y="1607344"/>
                </a:lnTo>
                <a:lnTo>
                  <a:pt x="3471863" y="1621631"/>
                </a:lnTo>
                <a:lnTo>
                  <a:pt x="3486150" y="1621631"/>
                </a:lnTo>
                <a:lnTo>
                  <a:pt x="3500438" y="1635919"/>
                </a:lnTo>
                <a:lnTo>
                  <a:pt x="3514725" y="1635919"/>
                </a:lnTo>
                <a:lnTo>
                  <a:pt x="3529013" y="1650206"/>
                </a:lnTo>
                <a:lnTo>
                  <a:pt x="3543300" y="1650206"/>
                </a:lnTo>
                <a:lnTo>
                  <a:pt x="3557588" y="1650206"/>
                </a:lnTo>
                <a:lnTo>
                  <a:pt x="3571875" y="1657350"/>
                </a:lnTo>
                <a:lnTo>
                  <a:pt x="3586163" y="1664494"/>
                </a:lnTo>
                <a:lnTo>
                  <a:pt x="3600450" y="1664494"/>
                </a:lnTo>
                <a:lnTo>
                  <a:pt x="3614738" y="1664494"/>
                </a:lnTo>
                <a:lnTo>
                  <a:pt x="3629025" y="1671638"/>
                </a:lnTo>
                <a:lnTo>
                  <a:pt x="3643313" y="1671638"/>
                </a:lnTo>
                <a:lnTo>
                  <a:pt x="3657600" y="1671638"/>
                </a:lnTo>
                <a:lnTo>
                  <a:pt x="3671888" y="1671638"/>
                </a:lnTo>
                <a:lnTo>
                  <a:pt x="3686175" y="1671638"/>
                </a:lnTo>
                <a:lnTo>
                  <a:pt x="3700463" y="1671638"/>
                </a:lnTo>
                <a:lnTo>
                  <a:pt x="3714750" y="1671638"/>
                </a:lnTo>
                <a:lnTo>
                  <a:pt x="3729038" y="1671638"/>
                </a:lnTo>
                <a:lnTo>
                  <a:pt x="3743325" y="1671638"/>
                </a:lnTo>
                <a:lnTo>
                  <a:pt x="3757613" y="1671638"/>
                </a:lnTo>
                <a:lnTo>
                  <a:pt x="3771900" y="1671638"/>
                </a:lnTo>
                <a:lnTo>
                  <a:pt x="3786188" y="1671638"/>
                </a:lnTo>
                <a:lnTo>
                  <a:pt x="3800475" y="1671638"/>
                </a:lnTo>
                <a:lnTo>
                  <a:pt x="3814763" y="1671638"/>
                </a:lnTo>
                <a:lnTo>
                  <a:pt x="3829050" y="1671638"/>
                </a:lnTo>
                <a:lnTo>
                  <a:pt x="3843338" y="1671638"/>
                </a:lnTo>
                <a:lnTo>
                  <a:pt x="3857625" y="1671638"/>
                </a:lnTo>
                <a:lnTo>
                  <a:pt x="3871913" y="1678781"/>
                </a:lnTo>
                <a:lnTo>
                  <a:pt x="3886200" y="1678781"/>
                </a:lnTo>
                <a:lnTo>
                  <a:pt x="3900488" y="1678781"/>
                </a:lnTo>
                <a:lnTo>
                  <a:pt x="3914775" y="1678781"/>
                </a:lnTo>
                <a:lnTo>
                  <a:pt x="3929063" y="1678781"/>
                </a:lnTo>
                <a:lnTo>
                  <a:pt x="3943350" y="1678781"/>
                </a:lnTo>
                <a:lnTo>
                  <a:pt x="3957638" y="1678781"/>
                </a:lnTo>
                <a:lnTo>
                  <a:pt x="3971925" y="1685925"/>
                </a:lnTo>
                <a:lnTo>
                  <a:pt x="3986213" y="1685925"/>
                </a:lnTo>
                <a:lnTo>
                  <a:pt x="4000500" y="1685925"/>
                </a:lnTo>
                <a:lnTo>
                  <a:pt x="4014788" y="1685925"/>
                </a:lnTo>
                <a:lnTo>
                  <a:pt x="4029075" y="1685925"/>
                </a:lnTo>
                <a:lnTo>
                  <a:pt x="4043363" y="1685925"/>
                </a:lnTo>
                <a:lnTo>
                  <a:pt x="4057650" y="1678781"/>
                </a:lnTo>
                <a:lnTo>
                  <a:pt x="4071938" y="1678781"/>
                </a:lnTo>
                <a:lnTo>
                  <a:pt x="4086225" y="1678781"/>
                </a:lnTo>
                <a:lnTo>
                  <a:pt x="4100513" y="1678781"/>
                </a:lnTo>
                <a:lnTo>
                  <a:pt x="4114800" y="1678781"/>
                </a:lnTo>
                <a:lnTo>
                  <a:pt x="4129088" y="1678781"/>
                </a:lnTo>
                <a:lnTo>
                  <a:pt x="4143375" y="1678781"/>
                </a:lnTo>
                <a:lnTo>
                  <a:pt x="4157663" y="1678781"/>
                </a:lnTo>
                <a:lnTo>
                  <a:pt x="4171950" y="1678781"/>
                </a:lnTo>
                <a:lnTo>
                  <a:pt x="4186238" y="1678781"/>
                </a:lnTo>
                <a:lnTo>
                  <a:pt x="4200525" y="1678781"/>
                </a:lnTo>
                <a:lnTo>
                  <a:pt x="4214813" y="1678781"/>
                </a:lnTo>
                <a:lnTo>
                  <a:pt x="4229100" y="1678781"/>
                </a:lnTo>
                <a:lnTo>
                  <a:pt x="4243388" y="1678781"/>
                </a:lnTo>
                <a:lnTo>
                  <a:pt x="4257675" y="1678781"/>
                </a:lnTo>
                <a:lnTo>
                  <a:pt x="4271963" y="1678781"/>
                </a:lnTo>
                <a:lnTo>
                  <a:pt x="4286250" y="1678781"/>
                </a:lnTo>
                <a:lnTo>
                  <a:pt x="4300538" y="1678781"/>
                </a:lnTo>
                <a:lnTo>
                  <a:pt x="4314825" y="1678781"/>
                </a:lnTo>
                <a:lnTo>
                  <a:pt x="4329113" y="1671638"/>
                </a:lnTo>
                <a:lnTo>
                  <a:pt x="4343400" y="1671638"/>
                </a:lnTo>
                <a:lnTo>
                  <a:pt x="4357688" y="1671638"/>
                </a:lnTo>
                <a:lnTo>
                  <a:pt x="4371975" y="1671638"/>
                </a:lnTo>
                <a:lnTo>
                  <a:pt x="4386263" y="1671638"/>
                </a:lnTo>
                <a:lnTo>
                  <a:pt x="4400550" y="1671638"/>
                </a:lnTo>
                <a:lnTo>
                  <a:pt x="4414838" y="1671638"/>
                </a:lnTo>
                <a:lnTo>
                  <a:pt x="4429125" y="1664494"/>
                </a:lnTo>
                <a:lnTo>
                  <a:pt x="4443413" y="1664494"/>
                </a:lnTo>
                <a:lnTo>
                  <a:pt x="4457700" y="1664494"/>
                </a:lnTo>
                <a:lnTo>
                  <a:pt x="4471988" y="1657350"/>
                </a:lnTo>
                <a:lnTo>
                  <a:pt x="4486275" y="1657350"/>
                </a:lnTo>
                <a:lnTo>
                  <a:pt x="4500563" y="1657350"/>
                </a:lnTo>
                <a:lnTo>
                  <a:pt x="4514850" y="1650206"/>
                </a:lnTo>
                <a:lnTo>
                  <a:pt x="4529138" y="1650206"/>
                </a:lnTo>
                <a:lnTo>
                  <a:pt x="4543425" y="1650206"/>
                </a:lnTo>
                <a:lnTo>
                  <a:pt x="4557713" y="1650206"/>
                </a:lnTo>
                <a:lnTo>
                  <a:pt x="4572000" y="1650206"/>
                </a:lnTo>
                <a:lnTo>
                  <a:pt x="4586288" y="1650206"/>
                </a:lnTo>
                <a:lnTo>
                  <a:pt x="4600575" y="1650206"/>
                </a:lnTo>
                <a:lnTo>
                  <a:pt x="4614863" y="1650206"/>
                </a:lnTo>
                <a:lnTo>
                  <a:pt x="4629150" y="1650206"/>
                </a:lnTo>
                <a:lnTo>
                  <a:pt x="4643438" y="1643063"/>
                </a:lnTo>
                <a:lnTo>
                  <a:pt x="4657725" y="1635919"/>
                </a:lnTo>
                <a:lnTo>
                  <a:pt x="4672013" y="1635919"/>
                </a:lnTo>
                <a:lnTo>
                  <a:pt x="4686300" y="1635919"/>
                </a:lnTo>
                <a:lnTo>
                  <a:pt x="4700588" y="1628775"/>
                </a:lnTo>
                <a:lnTo>
                  <a:pt x="4714875" y="1628775"/>
                </a:lnTo>
                <a:lnTo>
                  <a:pt x="4729163" y="1628775"/>
                </a:lnTo>
                <a:lnTo>
                  <a:pt x="4743450" y="1628775"/>
                </a:lnTo>
                <a:lnTo>
                  <a:pt x="4757738" y="1621631"/>
                </a:lnTo>
                <a:lnTo>
                  <a:pt x="4772025" y="1621631"/>
                </a:lnTo>
                <a:lnTo>
                  <a:pt x="4786313" y="1621631"/>
                </a:lnTo>
                <a:lnTo>
                  <a:pt x="4800600" y="1621631"/>
                </a:lnTo>
                <a:lnTo>
                  <a:pt x="4814888" y="1621631"/>
                </a:lnTo>
                <a:lnTo>
                  <a:pt x="4829175" y="1621631"/>
                </a:lnTo>
                <a:lnTo>
                  <a:pt x="4843463" y="1621631"/>
                </a:lnTo>
                <a:lnTo>
                  <a:pt x="4857750" y="1614488"/>
                </a:lnTo>
                <a:lnTo>
                  <a:pt x="4872038" y="1614488"/>
                </a:lnTo>
                <a:lnTo>
                  <a:pt x="4886325" y="1607344"/>
                </a:lnTo>
                <a:lnTo>
                  <a:pt x="4900613" y="1607344"/>
                </a:lnTo>
                <a:lnTo>
                  <a:pt x="4914900" y="1607344"/>
                </a:lnTo>
                <a:lnTo>
                  <a:pt x="4929188" y="1600200"/>
                </a:lnTo>
                <a:lnTo>
                  <a:pt x="4943475" y="1600200"/>
                </a:lnTo>
                <a:lnTo>
                  <a:pt x="4957763" y="1593056"/>
                </a:lnTo>
                <a:lnTo>
                  <a:pt x="4972050" y="1593056"/>
                </a:lnTo>
                <a:lnTo>
                  <a:pt x="4986338" y="1593056"/>
                </a:lnTo>
                <a:lnTo>
                  <a:pt x="5000625" y="1593056"/>
                </a:lnTo>
                <a:lnTo>
                  <a:pt x="5014913" y="1593056"/>
                </a:lnTo>
                <a:lnTo>
                  <a:pt x="5029200" y="1593056"/>
                </a:lnTo>
                <a:lnTo>
                  <a:pt x="5043488" y="1593056"/>
                </a:lnTo>
                <a:lnTo>
                  <a:pt x="5057775" y="1593056"/>
                </a:lnTo>
                <a:lnTo>
                  <a:pt x="5072063" y="1593056"/>
                </a:lnTo>
                <a:lnTo>
                  <a:pt x="5086350" y="1578769"/>
                </a:lnTo>
                <a:lnTo>
                  <a:pt x="5100638" y="1578769"/>
                </a:lnTo>
                <a:lnTo>
                  <a:pt x="5114925" y="1578769"/>
                </a:lnTo>
                <a:lnTo>
                  <a:pt x="5129213" y="1571625"/>
                </a:lnTo>
                <a:lnTo>
                  <a:pt x="5143500" y="1564481"/>
                </a:lnTo>
                <a:lnTo>
                  <a:pt x="5157788" y="1564481"/>
                </a:lnTo>
                <a:lnTo>
                  <a:pt x="5172075" y="1564481"/>
                </a:lnTo>
                <a:lnTo>
                  <a:pt x="5186363" y="1550194"/>
                </a:lnTo>
                <a:lnTo>
                  <a:pt x="5200650" y="1550194"/>
                </a:lnTo>
                <a:lnTo>
                  <a:pt x="5214938" y="1550194"/>
                </a:lnTo>
                <a:lnTo>
                  <a:pt x="5229225" y="1543050"/>
                </a:lnTo>
                <a:lnTo>
                  <a:pt x="5243513" y="1543050"/>
                </a:lnTo>
                <a:lnTo>
                  <a:pt x="5257800" y="1543050"/>
                </a:lnTo>
                <a:lnTo>
                  <a:pt x="5272088" y="1543050"/>
                </a:lnTo>
                <a:lnTo>
                  <a:pt x="5286375" y="1543050"/>
                </a:lnTo>
                <a:lnTo>
                  <a:pt x="5300663" y="1543050"/>
                </a:lnTo>
                <a:lnTo>
                  <a:pt x="5314950" y="1535906"/>
                </a:lnTo>
                <a:lnTo>
                  <a:pt x="5329238" y="1535906"/>
                </a:lnTo>
                <a:lnTo>
                  <a:pt x="5343525" y="1535906"/>
                </a:lnTo>
                <a:lnTo>
                  <a:pt x="5357813" y="1535906"/>
                </a:lnTo>
                <a:lnTo>
                  <a:pt x="5372100" y="1535906"/>
                </a:lnTo>
                <a:lnTo>
                  <a:pt x="5386388" y="1535906"/>
                </a:lnTo>
                <a:lnTo>
                  <a:pt x="5400675" y="1535906"/>
                </a:lnTo>
                <a:lnTo>
                  <a:pt x="5414963" y="1535906"/>
                </a:lnTo>
                <a:lnTo>
                  <a:pt x="5429250" y="1528763"/>
                </a:lnTo>
                <a:lnTo>
                  <a:pt x="5443538" y="1528763"/>
                </a:lnTo>
                <a:lnTo>
                  <a:pt x="5457825" y="1528763"/>
                </a:lnTo>
                <a:lnTo>
                  <a:pt x="5472113" y="1528763"/>
                </a:lnTo>
                <a:lnTo>
                  <a:pt x="5486400" y="1528763"/>
                </a:lnTo>
                <a:lnTo>
                  <a:pt x="5500688" y="1528763"/>
                </a:lnTo>
                <a:lnTo>
                  <a:pt x="5514975" y="1528763"/>
                </a:lnTo>
                <a:lnTo>
                  <a:pt x="5529263" y="1528763"/>
                </a:lnTo>
                <a:lnTo>
                  <a:pt x="5543550" y="1535906"/>
                </a:lnTo>
                <a:lnTo>
                  <a:pt x="5557838" y="1535906"/>
                </a:lnTo>
                <a:lnTo>
                  <a:pt x="5572125" y="1535906"/>
                </a:lnTo>
                <a:lnTo>
                  <a:pt x="5586413" y="1543050"/>
                </a:lnTo>
                <a:lnTo>
                  <a:pt x="5600700" y="1543050"/>
                </a:lnTo>
                <a:lnTo>
                  <a:pt x="5614988" y="1543050"/>
                </a:lnTo>
                <a:lnTo>
                  <a:pt x="5629275" y="1543050"/>
                </a:lnTo>
                <a:lnTo>
                  <a:pt x="5643563" y="1550194"/>
                </a:lnTo>
                <a:lnTo>
                  <a:pt x="5657850" y="1557338"/>
                </a:lnTo>
                <a:lnTo>
                  <a:pt x="5672138" y="1557338"/>
                </a:lnTo>
                <a:lnTo>
                  <a:pt x="5686425" y="1557338"/>
                </a:lnTo>
                <a:lnTo>
                  <a:pt x="5700713" y="1557338"/>
                </a:lnTo>
                <a:lnTo>
                  <a:pt x="5715000" y="1564481"/>
                </a:lnTo>
                <a:lnTo>
                  <a:pt x="5729288" y="1564481"/>
                </a:lnTo>
                <a:lnTo>
                  <a:pt x="5743575" y="1564481"/>
                </a:lnTo>
                <a:lnTo>
                  <a:pt x="5757863" y="1571625"/>
                </a:lnTo>
                <a:lnTo>
                  <a:pt x="5772150" y="1571625"/>
                </a:lnTo>
                <a:lnTo>
                  <a:pt x="5786438" y="1578769"/>
                </a:lnTo>
                <a:lnTo>
                  <a:pt x="5800725" y="1585913"/>
                </a:lnTo>
                <a:lnTo>
                  <a:pt x="5815013" y="1593056"/>
                </a:lnTo>
                <a:lnTo>
                  <a:pt x="5829300" y="1593056"/>
                </a:lnTo>
                <a:lnTo>
                  <a:pt x="5843588" y="1607344"/>
                </a:lnTo>
                <a:lnTo>
                  <a:pt x="5857875" y="1607344"/>
                </a:lnTo>
                <a:lnTo>
                  <a:pt x="5872163" y="1621631"/>
                </a:lnTo>
                <a:lnTo>
                  <a:pt x="5886450" y="1621631"/>
                </a:lnTo>
                <a:lnTo>
                  <a:pt x="5900738" y="1614488"/>
                </a:lnTo>
                <a:lnTo>
                  <a:pt x="5915025" y="1607344"/>
                </a:lnTo>
                <a:lnTo>
                  <a:pt x="5929313" y="1593056"/>
                </a:lnTo>
                <a:lnTo>
                  <a:pt x="5943600" y="1578769"/>
                </a:lnTo>
                <a:lnTo>
                  <a:pt x="5957888" y="1557338"/>
                </a:lnTo>
                <a:lnTo>
                  <a:pt x="5972175" y="1550194"/>
                </a:lnTo>
                <a:lnTo>
                  <a:pt x="5986463" y="1543050"/>
                </a:lnTo>
              </a:path>
            </a:pathLst>
          </a:custGeom>
          <a:noFill xmlns:a="http://schemas.openxmlformats.org/drawingml/2006/main"/>
          <a:ln xmlns:a="http://schemas.openxmlformats.org/drawingml/2006/main" w="50006">
            <a:solidFill>
              <a:srgbClr val="111111"/>
            </a:solidFill>
            <a:prstDash val="solid"/>
          </a:ln>
        </p:spPr>
      </p:sp>
      <p:sp>
        <p:nvSpPr>
          <p:cNvPr id="77" name="AI092-path-77">
            <a:extLst xmlns:a="http://schemas.openxmlformats.org/drawingml/2006/main">
              <a:ext uri="{FF2B5EF4-FFF2-40B4-BE49-F238E27FC236}">
                <a16:creationId xmlns:a16="http://schemas.microsoft.com/office/drawing/2014/main" id="{87954284-9AE7-4A38-8C90-589327AB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829050"/>
            <a:ext cx="5986463" cy="1707356"/>
          </a:xfrm>
          <a:custGeom xmlns:a="http://schemas.openxmlformats.org/drawingml/2006/main">
            <a:pathLst>
              <a:path w="5986463" h="1707356">
                <a:moveTo>
                  <a:pt x="0" y="1707356"/>
                </a:moveTo>
                <a:lnTo>
                  <a:pt x="14288" y="1700213"/>
                </a:lnTo>
                <a:lnTo>
                  <a:pt x="28575" y="1693069"/>
                </a:lnTo>
                <a:lnTo>
                  <a:pt x="42863" y="1685925"/>
                </a:lnTo>
                <a:lnTo>
                  <a:pt x="57150" y="1671638"/>
                </a:lnTo>
                <a:lnTo>
                  <a:pt x="71438" y="1650206"/>
                </a:lnTo>
                <a:lnTo>
                  <a:pt x="85725" y="1628775"/>
                </a:lnTo>
                <a:lnTo>
                  <a:pt x="100013" y="1600200"/>
                </a:lnTo>
                <a:lnTo>
                  <a:pt x="114300" y="1578769"/>
                </a:lnTo>
                <a:lnTo>
                  <a:pt x="128588" y="1557338"/>
                </a:lnTo>
                <a:lnTo>
                  <a:pt x="142875" y="1528763"/>
                </a:lnTo>
                <a:lnTo>
                  <a:pt x="157163" y="1507331"/>
                </a:lnTo>
                <a:lnTo>
                  <a:pt x="171450" y="1485900"/>
                </a:lnTo>
                <a:lnTo>
                  <a:pt x="185738" y="1464469"/>
                </a:lnTo>
                <a:lnTo>
                  <a:pt x="200025" y="1450181"/>
                </a:lnTo>
                <a:lnTo>
                  <a:pt x="214313" y="1428750"/>
                </a:lnTo>
                <a:lnTo>
                  <a:pt x="228600" y="1414463"/>
                </a:lnTo>
                <a:lnTo>
                  <a:pt x="242888" y="1400175"/>
                </a:lnTo>
                <a:lnTo>
                  <a:pt x="257175" y="1400175"/>
                </a:lnTo>
                <a:lnTo>
                  <a:pt x="271463" y="1385888"/>
                </a:lnTo>
                <a:lnTo>
                  <a:pt x="285750" y="1371600"/>
                </a:lnTo>
                <a:lnTo>
                  <a:pt x="300038" y="1371600"/>
                </a:lnTo>
                <a:lnTo>
                  <a:pt x="314325" y="1357313"/>
                </a:lnTo>
                <a:lnTo>
                  <a:pt x="328613" y="1350169"/>
                </a:lnTo>
                <a:lnTo>
                  <a:pt x="342900" y="1350169"/>
                </a:lnTo>
                <a:lnTo>
                  <a:pt x="357188" y="1335881"/>
                </a:lnTo>
                <a:lnTo>
                  <a:pt x="371475" y="1335881"/>
                </a:lnTo>
                <a:lnTo>
                  <a:pt x="385763" y="1335881"/>
                </a:lnTo>
                <a:lnTo>
                  <a:pt x="400050" y="1328738"/>
                </a:lnTo>
                <a:lnTo>
                  <a:pt x="414338" y="1328738"/>
                </a:lnTo>
                <a:lnTo>
                  <a:pt x="428625" y="1335881"/>
                </a:lnTo>
                <a:lnTo>
                  <a:pt x="442913" y="1335881"/>
                </a:lnTo>
                <a:lnTo>
                  <a:pt x="457200" y="1335881"/>
                </a:lnTo>
                <a:lnTo>
                  <a:pt x="471488" y="1335881"/>
                </a:lnTo>
                <a:lnTo>
                  <a:pt x="485775" y="1328738"/>
                </a:lnTo>
                <a:lnTo>
                  <a:pt x="500063" y="1314450"/>
                </a:lnTo>
                <a:lnTo>
                  <a:pt x="514350" y="1314450"/>
                </a:lnTo>
                <a:lnTo>
                  <a:pt x="528638" y="1300163"/>
                </a:lnTo>
                <a:lnTo>
                  <a:pt x="542925" y="1293019"/>
                </a:lnTo>
                <a:lnTo>
                  <a:pt x="557213" y="1293019"/>
                </a:lnTo>
                <a:lnTo>
                  <a:pt x="571500" y="1300163"/>
                </a:lnTo>
                <a:lnTo>
                  <a:pt x="585788" y="1314450"/>
                </a:lnTo>
                <a:lnTo>
                  <a:pt x="600075" y="1321594"/>
                </a:lnTo>
                <a:lnTo>
                  <a:pt x="614363" y="1328738"/>
                </a:lnTo>
                <a:lnTo>
                  <a:pt x="628650" y="1335881"/>
                </a:lnTo>
                <a:lnTo>
                  <a:pt x="642938" y="1328738"/>
                </a:lnTo>
                <a:lnTo>
                  <a:pt x="657225" y="1321594"/>
                </a:lnTo>
                <a:lnTo>
                  <a:pt x="671513" y="1314450"/>
                </a:lnTo>
                <a:lnTo>
                  <a:pt x="685800" y="1307306"/>
                </a:lnTo>
                <a:lnTo>
                  <a:pt x="700088" y="1307306"/>
                </a:lnTo>
                <a:lnTo>
                  <a:pt x="714375" y="1300163"/>
                </a:lnTo>
                <a:lnTo>
                  <a:pt x="728663" y="1300163"/>
                </a:lnTo>
                <a:lnTo>
                  <a:pt x="742950" y="1307306"/>
                </a:lnTo>
                <a:lnTo>
                  <a:pt x="757238" y="1307306"/>
                </a:lnTo>
                <a:lnTo>
                  <a:pt x="771525" y="1314450"/>
                </a:lnTo>
                <a:lnTo>
                  <a:pt x="785813" y="1314450"/>
                </a:lnTo>
                <a:lnTo>
                  <a:pt x="800100" y="1328738"/>
                </a:lnTo>
                <a:lnTo>
                  <a:pt x="814388" y="1335881"/>
                </a:lnTo>
                <a:lnTo>
                  <a:pt x="828675" y="1357313"/>
                </a:lnTo>
                <a:lnTo>
                  <a:pt x="842963" y="1357313"/>
                </a:lnTo>
                <a:lnTo>
                  <a:pt x="857250" y="1371600"/>
                </a:lnTo>
                <a:lnTo>
                  <a:pt x="871538" y="1364456"/>
                </a:lnTo>
                <a:lnTo>
                  <a:pt x="885825" y="1364456"/>
                </a:lnTo>
                <a:lnTo>
                  <a:pt x="900113" y="1357313"/>
                </a:lnTo>
                <a:lnTo>
                  <a:pt x="914400" y="1343025"/>
                </a:lnTo>
                <a:lnTo>
                  <a:pt x="928688" y="1321594"/>
                </a:lnTo>
                <a:lnTo>
                  <a:pt x="942975" y="1300163"/>
                </a:lnTo>
                <a:lnTo>
                  <a:pt x="957263" y="1271588"/>
                </a:lnTo>
                <a:lnTo>
                  <a:pt x="971550" y="1243013"/>
                </a:lnTo>
                <a:lnTo>
                  <a:pt x="985838" y="1221581"/>
                </a:lnTo>
                <a:lnTo>
                  <a:pt x="1000125" y="1200150"/>
                </a:lnTo>
                <a:lnTo>
                  <a:pt x="1014413" y="1185863"/>
                </a:lnTo>
                <a:lnTo>
                  <a:pt x="1028700" y="1200150"/>
                </a:lnTo>
                <a:lnTo>
                  <a:pt x="1042988" y="1214438"/>
                </a:lnTo>
                <a:lnTo>
                  <a:pt x="1057275" y="1228725"/>
                </a:lnTo>
                <a:lnTo>
                  <a:pt x="1071563" y="1235869"/>
                </a:lnTo>
                <a:lnTo>
                  <a:pt x="1085850" y="1243013"/>
                </a:lnTo>
                <a:lnTo>
                  <a:pt x="1100138" y="1250156"/>
                </a:lnTo>
                <a:lnTo>
                  <a:pt x="1114425" y="1264444"/>
                </a:lnTo>
                <a:lnTo>
                  <a:pt x="1128713" y="1264444"/>
                </a:lnTo>
                <a:lnTo>
                  <a:pt x="1143000" y="1264444"/>
                </a:lnTo>
                <a:lnTo>
                  <a:pt x="1157288" y="1271588"/>
                </a:lnTo>
                <a:lnTo>
                  <a:pt x="1171575" y="1285875"/>
                </a:lnTo>
                <a:lnTo>
                  <a:pt x="1185863" y="1285875"/>
                </a:lnTo>
                <a:lnTo>
                  <a:pt x="1200150" y="1300163"/>
                </a:lnTo>
                <a:lnTo>
                  <a:pt x="1214438" y="1307306"/>
                </a:lnTo>
                <a:lnTo>
                  <a:pt x="1228725" y="1307306"/>
                </a:lnTo>
                <a:lnTo>
                  <a:pt x="1243013" y="1307306"/>
                </a:lnTo>
                <a:lnTo>
                  <a:pt x="1257300" y="1307306"/>
                </a:lnTo>
                <a:lnTo>
                  <a:pt x="1271588" y="1307306"/>
                </a:lnTo>
                <a:lnTo>
                  <a:pt x="1285875" y="1300163"/>
                </a:lnTo>
                <a:lnTo>
                  <a:pt x="1300163" y="1307306"/>
                </a:lnTo>
                <a:lnTo>
                  <a:pt x="1314450" y="1307306"/>
                </a:lnTo>
                <a:lnTo>
                  <a:pt x="1328738" y="1314450"/>
                </a:lnTo>
                <a:lnTo>
                  <a:pt x="1343025" y="1314450"/>
                </a:lnTo>
                <a:lnTo>
                  <a:pt x="1357313" y="1328738"/>
                </a:lnTo>
                <a:lnTo>
                  <a:pt x="1371600" y="1335881"/>
                </a:lnTo>
                <a:lnTo>
                  <a:pt x="1385888" y="1335881"/>
                </a:lnTo>
                <a:lnTo>
                  <a:pt x="1400175" y="1350169"/>
                </a:lnTo>
                <a:lnTo>
                  <a:pt x="1414463" y="1350169"/>
                </a:lnTo>
                <a:lnTo>
                  <a:pt x="1428750" y="1357313"/>
                </a:lnTo>
                <a:lnTo>
                  <a:pt x="1443038" y="1364456"/>
                </a:lnTo>
                <a:lnTo>
                  <a:pt x="1457325" y="1364456"/>
                </a:lnTo>
                <a:lnTo>
                  <a:pt x="1471613" y="1364456"/>
                </a:lnTo>
                <a:lnTo>
                  <a:pt x="1485900" y="1364456"/>
                </a:lnTo>
                <a:lnTo>
                  <a:pt x="1500188" y="1364456"/>
                </a:lnTo>
                <a:lnTo>
                  <a:pt x="1514475" y="1378744"/>
                </a:lnTo>
                <a:lnTo>
                  <a:pt x="1528763" y="1378744"/>
                </a:lnTo>
                <a:lnTo>
                  <a:pt x="1543050" y="1378744"/>
                </a:lnTo>
                <a:lnTo>
                  <a:pt x="1557338" y="1378744"/>
                </a:lnTo>
                <a:lnTo>
                  <a:pt x="1571625" y="1393031"/>
                </a:lnTo>
                <a:lnTo>
                  <a:pt x="1585913" y="1393031"/>
                </a:lnTo>
                <a:lnTo>
                  <a:pt x="1600200" y="1393031"/>
                </a:lnTo>
                <a:lnTo>
                  <a:pt x="1614488" y="1393031"/>
                </a:lnTo>
                <a:lnTo>
                  <a:pt x="1628775" y="1393031"/>
                </a:lnTo>
                <a:lnTo>
                  <a:pt x="1643063" y="1393031"/>
                </a:lnTo>
                <a:lnTo>
                  <a:pt x="1657350" y="1385888"/>
                </a:lnTo>
                <a:lnTo>
                  <a:pt x="1671638" y="1378744"/>
                </a:lnTo>
                <a:lnTo>
                  <a:pt x="1685925" y="1378744"/>
                </a:lnTo>
                <a:lnTo>
                  <a:pt x="1700213" y="1378744"/>
                </a:lnTo>
                <a:lnTo>
                  <a:pt x="1714500" y="1371600"/>
                </a:lnTo>
                <a:lnTo>
                  <a:pt x="1728788" y="1364456"/>
                </a:lnTo>
                <a:lnTo>
                  <a:pt x="1743075" y="1364456"/>
                </a:lnTo>
                <a:lnTo>
                  <a:pt x="1757363" y="1364456"/>
                </a:lnTo>
                <a:lnTo>
                  <a:pt x="1771650" y="1364456"/>
                </a:lnTo>
                <a:lnTo>
                  <a:pt x="1785938" y="1364456"/>
                </a:lnTo>
                <a:lnTo>
                  <a:pt x="1800225" y="1364456"/>
                </a:lnTo>
                <a:lnTo>
                  <a:pt x="1814513" y="1364456"/>
                </a:lnTo>
                <a:lnTo>
                  <a:pt x="1828800" y="1364456"/>
                </a:lnTo>
                <a:lnTo>
                  <a:pt x="1843088" y="1364456"/>
                </a:lnTo>
                <a:lnTo>
                  <a:pt x="1857375" y="1357313"/>
                </a:lnTo>
                <a:lnTo>
                  <a:pt x="1871663" y="1350169"/>
                </a:lnTo>
                <a:lnTo>
                  <a:pt x="1885950" y="1350169"/>
                </a:lnTo>
                <a:lnTo>
                  <a:pt x="1900238" y="1350169"/>
                </a:lnTo>
                <a:lnTo>
                  <a:pt x="1914525" y="1350169"/>
                </a:lnTo>
                <a:lnTo>
                  <a:pt x="1928813" y="1350169"/>
                </a:lnTo>
                <a:lnTo>
                  <a:pt x="1943100" y="1350169"/>
                </a:lnTo>
                <a:lnTo>
                  <a:pt x="1957388" y="1357313"/>
                </a:lnTo>
                <a:lnTo>
                  <a:pt x="1971675" y="1364456"/>
                </a:lnTo>
                <a:lnTo>
                  <a:pt x="1985963" y="1364456"/>
                </a:lnTo>
                <a:lnTo>
                  <a:pt x="2000250" y="1364456"/>
                </a:lnTo>
                <a:lnTo>
                  <a:pt x="2014538" y="1364456"/>
                </a:lnTo>
                <a:lnTo>
                  <a:pt x="2028825" y="1378744"/>
                </a:lnTo>
                <a:lnTo>
                  <a:pt x="2043113" y="1378744"/>
                </a:lnTo>
                <a:lnTo>
                  <a:pt x="2057400" y="1378744"/>
                </a:lnTo>
                <a:lnTo>
                  <a:pt x="2071688" y="1378744"/>
                </a:lnTo>
                <a:lnTo>
                  <a:pt x="2085975" y="1378744"/>
                </a:lnTo>
                <a:lnTo>
                  <a:pt x="2100263" y="1385888"/>
                </a:lnTo>
                <a:lnTo>
                  <a:pt x="2114550" y="1393031"/>
                </a:lnTo>
                <a:lnTo>
                  <a:pt x="2128838" y="1393031"/>
                </a:lnTo>
                <a:lnTo>
                  <a:pt x="2143125" y="1393031"/>
                </a:lnTo>
                <a:lnTo>
                  <a:pt x="2157413" y="1400175"/>
                </a:lnTo>
                <a:lnTo>
                  <a:pt x="2171700" y="1407319"/>
                </a:lnTo>
                <a:lnTo>
                  <a:pt x="2185988" y="1414463"/>
                </a:lnTo>
                <a:lnTo>
                  <a:pt x="2200275" y="1421606"/>
                </a:lnTo>
                <a:lnTo>
                  <a:pt x="2214563" y="1421606"/>
                </a:lnTo>
                <a:lnTo>
                  <a:pt x="2228850" y="1421606"/>
                </a:lnTo>
                <a:lnTo>
                  <a:pt x="2243138" y="1421606"/>
                </a:lnTo>
                <a:lnTo>
                  <a:pt x="2257425" y="1421606"/>
                </a:lnTo>
                <a:lnTo>
                  <a:pt x="2271713" y="1421606"/>
                </a:lnTo>
                <a:lnTo>
                  <a:pt x="2286000" y="1421606"/>
                </a:lnTo>
                <a:lnTo>
                  <a:pt x="2300288" y="1435894"/>
                </a:lnTo>
                <a:lnTo>
                  <a:pt x="2314575" y="1435894"/>
                </a:lnTo>
                <a:lnTo>
                  <a:pt x="2328863" y="1435894"/>
                </a:lnTo>
                <a:lnTo>
                  <a:pt x="2343150" y="1443038"/>
                </a:lnTo>
                <a:lnTo>
                  <a:pt x="2357438" y="1450181"/>
                </a:lnTo>
                <a:lnTo>
                  <a:pt x="2371725" y="1450181"/>
                </a:lnTo>
                <a:lnTo>
                  <a:pt x="2386013" y="1443038"/>
                </a:lnTo>
                <a:lnTo>
                  <a:pt x="2400300" y="1443038"/>
                </a:lnTo>
                <a:lnTo>
                  <a:pt x="2414588" y="1443038"/>
                </a:lnTo>
                <a:lnTo>
                  <a:pt x="2428875" y="1443038"/>
                </a:lnTo>
                <a:lnTo>
                  <a:pt x="2443163" y="1443038"/>
                </a:lnTo>
                <a:lnTo>
                  <a:pt x="2457450" y="1443038"/>
                </a:lnTo>
                <a:lnTo>
                  <a:pt x="2471738" y="1443038"/>
                </a:lnTo>
                <a:lnTo>
                  <a:pt x="2486025" y="1443038"/>
                </a:lnTo>
                <a:lnTo>
                  <a:pt x="2500313" y="1443038"/>
                </a:lnTo>
                <a:lnTo>
                  <a:pt x="2514600" y="1443038"/>
                </a:lnTo>
                <a:lnTo>
                  <a:pt x="2528888" y="1450181"/>
                </a:lnTo>
                <a:lnTo>
                  <a:pt x="2543175" y="1450181"/>
                </a:lnTo>
                <a:lnTo>
                  <a:pt x="2557463" y="1450181"/>
                </a:lnTo>
                <a:lnTo>
                  <a:pt x="2571750" y="1450181"/>
                </a:lnTo>
                <a:lnTo>
                  <a:pt x="2586038" y="1450181"/>
                </a:lnTo>
                <a:lnTo>
                  <a:pt x="2600325" y="1450181"/>
                </a:lnTo>
                <a:lnTo>
                  <a:pt x="2614613" y="1450181"/>
                </a:lnTo>
                <a:lnTo>
                  <a:pt x="2628900" y="1450181"/>
                </a:lnTo>
                <a:lnTo>
                  <a:pt x="2643188" y="1450181"/>
                </a:lnTo>
                <a:lnTo>
                  <a:pt x="2657475" y="1450181"/>
                </a:lnTo>
                <a:lnTo>
                  <a:pt x="2671763" y="1450181"/>
                </a:lnTo>
                <a:lnTo>
                  <a:pt x="2686050" y="1450181"/>
                </a:lnTo>
                <a:lnTo>
                  <a:pt x="2700338" y="1457325"/>
                </a:lnTo>
                <a:lnTo>
                  <a:pt x="2714625" y="1457325"/>
                </a:lnTo>
                <a:lnTo>
                  <a:pt x="2728913" y="1464469"/>
                </a:lnTo>
                <a:lnTo>
                  <a:pt x="2743200" y="1464469"/>
                </a:lnTo>
                <a:lnTo>
                  <a:pt x="2757488" y="1464469"/>
                </a:lnTo>
                <a:lnTo>
                  <a:pt x="2771775" y="1464469"/>
                </a:lnTo>
                <a:lnTo>
                  <a:pt x="2786063" y="1464469"/>
                </a:lnTo>
                <a:lnTo>
                  <a:pt x="2800350" y="1464469"/>
                </a:lnTo>
                <a:lnTo>
                  <a:pt x="2814638" y="1471613"/>
                </a:lnTo>
                <a:lnTo>
                  <a:pt x="2828925" y="1478756"/>
                </a:lnTo>
                <a:lnTo>
                  <a:pt x="2843213" y="1478756"/>
                </a:lnTo>
                <a:lnTo>
                  <a:pt x="2857500" y="1478756"/>
                </a:lnTo>
                <a:lnTo>
                  <a:pt x="2871788" y="1478756"/>
                </a:lnTo>
                <a:lnTo>
                  <a:pt x="2886075" y="1471613"/>
                </a:lnTo>
                <a:lnTo>
                  <a:pt x="2900363" y="1464469"/>
                </a:lnTo>
                <a:lnTo>
                  <a:pt x="2914650" y="1464469"/>
                </a:lnTo>
                <a:lnTo>
                  <a:pt x="2928938" y="1450181"/>
                </a:lnTo>
                <a:lnTo>
                  <a:pt x="2943225" y="1450181"/>
                </a:lnTo>
                <a:lnTo>
                  <a:pt x="2957513" y="1450181"/>
                </a:lnTo>
                <a:lnTo>
                  <a:pt x="2971800" y="1443038"/>
                </a:lnTo>
                <a:lnTo>
                  <a:pt x="2986088" y="1450181"/>
                </a:lnTo>
                <a:lnTo>
                  <a:pt x="3000375" y="1450181"/>
                </a:lnTo>
                <a:lnTo>
                  <a:pt x="3014663" y="1450181"/>
                </a:lnTo>
                <a:lnTo>
                  <a:pt x="3028950" y="1450181"/>
                </a:lnTo>
                <a:lnTo>
                  <a:pt x="3043238" y="1443038"/>
                </a:lnTo>
                <a:lnTo>
                  <a:pt x="3057525" y="1435894"/>
                </a:lnTo>
                <a:lnTo>
                  <a:pt x="3071813" y="1428750"/>
                </a:lnTo>
                <a:lnTo>
                  <a:pt x="3086100" y="1421606"/>
                </a:lnTo>
                <a:lnTo>
                  <a:pt x="3100388" y="1414463"/>
                </a:lnTo>
                <a:lnTo>
                  <a:pt x="3114675" y="1400175"/>
                </a:lnTo>
                <a:lnTo>
                  <a:pt x="3128963" y="1400175"/>
                </a:lnTo>
                <a:lnTo>
                  <a:pt x="3143250" y="1385888"/>
                </a:lnTo>
                <a:lnTo>
                  <a:pt x="3157538" y="1378744"/>
                </a:lnTo>
                <a:lnTo>
                  <a:pt x="3171825" y="1371600"/>
                </a:lnTo>
                <a:lnTo>
                  <a:pt x="3186113" y="1364456"/>
                </a:lnTo>
                <a:lnTo>
                  <a:pt x="3200400" y="1350169"/>
                </a:lnTo>
                <a:lnTo>
                  <a:pt x="3214688" y="1335881"/>
                </a:lnTo>
                <a:lnTo>
                  <a:pt x="3228975" y="1321594"/>
                </a:lnTo>
                <a:lnTo>
                  <a:pt x="3243263" y="1307306"/>
                </a:lnTo>
                <a:lnTo>
                  <a:pt x="3257550" y="1293019"/>
                </a:lnTo>
                <a:lnTo>
                  <a:pt x="3271838" y="1285875"/>
                </a:lnTo>
                <a:lnTo>
                  <a:pt x="3286125" y="1271588"/>
                </a:lnTo>
                <a:lnTo>
                  <a:pt x="3300413" y="1264444"/>
                </a:lnTo>
                <a:lnTo>
                  <a:pt x="3314700" y="1250156"/>
                </a:lnTo>
                <a:lnTo>
                  <a:pt x="3328988" y="1243013"/>
                </a:lnTo>
                <a:lnTo>
                  <a:pt x="3343275" y="1235869"/>
                </a:lnTo>
                <a:lnTo>
                  <a:pt x="3357563" y="1235869"/>
                </a:lnTo>
                <a:lnTo>
                  <a:pt x="3371850" y="1235869"/>
                </a:lnTo>
                <a:lnTo>
                  <a:pt x="3386138" y="1235869"/>
                </a:lnTo>
                <a:lnTo>
                  <a:pt x="3400425" y="1235869"/>
                </a:lnTo>
                <a:lnTo>
                  <a:pt x="3414713" y="1235869"/>
                </a:lnTo>
                <a:lnTo>
                  <a:pt x="3429000" y="1228725"/>
                </a:lnTo>
                <a:lnTo>
                  <a:pt x="3443288" y="1228725"/>
                </a:lnTo>
                <a:lnTo>
                  <a:pt x="3457575" y="1214438"/>
                </a:lnTo>
                <a:lnTo>
                  <a:pt x="3471863" y="1214438"/>
                </a:lnTo>
                <a:lnTo>
                  <a:pt x="3486150" y="1207294"/>
                </a:lnTo>
                <a:lnTo>
                  <a:pt x="3500438" y="1200150"/>
                </a:lnTo>
                <a:lnTo>
                  <a:pt x="3514725" y="1200150"/>
                </a:lnTo>
                <a:lnTo>
                  <a:pt x="3529013" y="1200150"/>
                </a:lnTo>
                <a:lnTo>
                  <a:pt x="3543300" y="1193006"/>
                </a:lnTo>
                <a:lnTo>
                  <a:pt x="3557588" y="1193006"/>
                </a:lnTo>
                <a:lnTo>
                  <a:pt x="3571875" y="1193006"/>
                </a:lnTo>
                <a:lnTo>
                  <a:pt x="3586163" y="1185863"/>
                </a:lnTo>
                <a:lnTo>
                  <a:pt x="3600450" y="1185863"/>
                </a:lnTo>
                <a:lnTo>
                  <a:pt x="3614738" y="1178719"/>
                </a:lnTo>
                <a:lnTo>
                  <a:pt x="3629025" y="1178719"/>
                </a:lnTo>
                <a:lnTo>
                  <a:pt x="3643313" y="1178719"/>
                </a:lnTo>
                <a:lnTo>
                  <a:pt x="3657600" y="1178719"/>
                </a:lnTo>
                <a:lnTo>
                  <a:pt x="3671888" y="1171575"/>
                </a:lnTo>
                <a:lnTo>
                  <a:pt x="3686175" y="1171575"/>
                </a:lnTo>
                <a:lnTo>
                  <a:pt x="3700463" y="1171575"/>
                </a:lnTo>
                <a:lnTo>
                  <a:pt x="3714750" y="1164431"/>
                </a:lnTo>
                <a:lnTo>
                  <a:pt x="3729038" y="1157288"/>
                </a:lnTo>
                <a:lnTo>
                  <a:pt x="3743325" y="1157288"/>
                </a:lnTo>
                <a:lnTo>
                  <a:pt x="3757613" y="1150144"/>
                </a:lnTo>
                <a:lnTo>
                  <a:pt x="3771900" y="1143000"/>
                </a:lnTo>
                <a:lnTo>
                  <a:pt x="3786188" y="1135856"/>
                </a:lnTo>
                <a:lnTo>
                  <a:pt x="3800475" y="1121569"/>
                </a:lnTo>
                <a:lnTo>
                  <a:pt x="3814763" y="1107281"/>
                </a:lnTo>
                <a:lnTo>
                  <a:pt x="3829050" y="1092994"/>
                </a:lnTo>
                <a:lnTo>
                  <a:pt x="3843338" y="1078706"/>
                </a:lnTo>
                <a:lnTo>
                  <a:pt x="3857625" y="1071563"/>
                </a:lnTo>
                <a:lnTo>
                  <a:pt x="3871913" y="1071563"/>
                </a:lnTo>
                <a:lnTo>
                  <a:pt x="3886200" y="1085850"/>
                </a:lnTo>
                <a:lnTo>
                  <a:pt x="3900488" y="1085850"/>
                </a:lnTo>
                <a:lnTo>
                  <a:pt x="3914775" y="1100138"/>
                </a:lnTo>
                <a:lnTo>
                  <a:pt x="3929063" y="1100138"/>
                </a:lnTo>
                <a:lnTo>
                  <a:pt x="3943350" y="1100138"/>
                </a:lnTo>
                <a:lnTo>
                  <a:pt x="3957638" y="1100138"/>
                </a:lnTo>
                <a:lnTo>
                  <a:pt x="3971925" y="1092994"/>
                </a:lnTo>
                <a:lnTo>
                  <a:pt x="3986213" y="1085850"/>
                </a:lnTo>
                <a:lnTo>
                  <a:pt x="4000500" y="1071563"/>
                </a:lnTo>
                <a:lnTo>
                  <a:pt x="4014788" y="1071563"/>
                </a:lnTo>
                <a:lnTo>
                  <a:pt x="4029075" y="1071563"/>
                </a:lnTo>
                <a:lnTo>
                  <a:pt x="4043363" y="1071563"/>
                </a:lnTo>
                <a:lnTo>
                  <a:pt x="4057650" y="1071563"/>
                </a:lnTo>
                <a:lnTo>
                  <a:pt x="4071938" y="1064419"/>
                </a:lnTo>
                <a:lnTo>
                  <a:pt x="4086225" y="1064419"/>
                </a:lnTo>
                <a:lnTo>
                  <a:pt x="4100513" y="1057275"/>
                </a:lnTo>
                <a:lnTo>
                  <a:pt x="4114800" y="1057275"/>
                </a:lnTo>
                <a:lnTo>
                  <a:pt x="4129088" y="1050131"/>
                </a:lnTo>
                <a:lnTo>
                  <a:pt x="4143375" y="1042988"/>
                </a:lnTo>
                <a:lnTo>
                  <a:pt x="4157663" y="1042988"/>
                </a:lnTo>
                <a:lnTo>
                  <a:pt x="4171950" y="1035844"/>
                </a:lnTo>
                <a:lnTo>
                  <a:pt x="4186238" y="1035844"/>
                </a:lnTo>
                <a:lnTo>
                  <a:pt x="4200525" y="1042988"/>
                </a:lnTo>
                <a:lnTo>
                  <a:pt x="4214813" y="1042988"/>
                </a:lnTo>
                <a:lnTo>
                  <a:pt x="4229100" y="1042988"/>
                </a:lnTo>
                <a:lnTo>
                  <a:pt x="4243388" y="1042988"/>
                </a:lnTo>
                <a:lnTo>
                  <a:pt x="4257675" y="1042988"/>
                </a:lnTo>
                <a:lnTo>
                  <a:pt x="4271963" y="1035844"/>
                </a:lnTo>
                <a:lnTo>
                  <a:pt x="4286250" y="1035844"/>
                </a:lnTo>
                <a:lnTo>
                  <a:pt x="4300538" y="1035844"/>
                </a:lnTo>
                <a:lnTo>
                  <a:pt x="4314825" y="1028700"/>
                </a:lnTo>
                <a:lnTo>
                  <a:pt x="4329113" y="1028700"/>
                </a:lnTo>
                <a:lnTo>
                  <a:pt x="4343400" y="1021556"/>
                </a:lnTo>
                <a:lnTo>
                  <a:pt x="4357688" y="1021556"/>
                </a:lnTo>
                <a:lnTo>
                  <a:pt x="4371975" y="1014413"/>
                </a:lnTo>
                <a:lnTo>
                  <a:pt x="4386263" y="1014413"/>
                </a:lnTo>
                <a:lnTo>
                  <a:pt x="4400550" y="1014413"/>
                </a:lnTo>
                <a:lnTo>
                  <a:pt x="4414838" y="1021556"/>
                </a:lnTo>
                <a:lnTo>
                  <a:pt x="4429125" y="1028700"/>
                </a:lnTo>
                <a:lnTo>
                  <a:pt x="4443413" y="1035844"/>
                </a:lnTo>
                <a:lnTo>
                  <a:pt x="4457700" y="1035844"/>
                </a:lnTo>
                <a:lnTo>
                  <a:pt x="4471988" y="1035844"/>
                </a:lnTo>
                <a:lnTo>
                  <a:pt x="4486275" y="1035844"/>
                </a:lnTo>
                <a:lnTo>
                  <a:pt x="4500563" y="1028700"/>
                </a:lnTo>
                <a:lnTo>
                  <a:pt x="4514850" y="1028700"/>
                </a:lnTo>
                <a:lnTo>
                  <a:pt x="4529138" y="1028700"/>
                </a:lnTo>
                <a:lnTo>
                  <a:pt x="4543425" y="1028700"/>
                </a:lnTo>
                <a:lnTo>
                  <a:pt x="4557713" y="1028700"/>
                </a:lnTo>
                <a:lnTo>
                  <a:pt x="4572000" y="1035844"/>
                </a:lnTo>
                <a:lnTo>
                  <a:pt x="4586288" y="1035844"/>
                </a:lnTo>
                <a:lnTo>
                  <a:pt x="4600575" y="1042988"/>
                </a:lnTo>
                <a:lnTo>
                  <a:pt x="4614863" y="1042988"/>
                </a:lnTo>
                <a:lnTo>
                  <a:pt x="4629150" y="1042988"/>
                </a:lnTo>
                <a:lnTo>
                  <a:pt x="4643438" y="1050131"/>
                </a:lnTo>
                <a:lnTo>
                  <a:pt x="4657725" y="1050131"/>
                </a:lnTo>
                <a:lnTo>
                  <a:pt x="4672013" y="1057275"/>
                </a:lnTo>
                <a:lnTo>
                  <a:pt x="4686300" y="1057275"/>
                </a:lnTo>
                <a:lnTo>
                  <a:pt x="4700588" y="1057275"/>
                </a:lnTo>
                <a:lnTo>
                  <a:pt x="4714875" y="1057275"/>
                </a:lnTo>
                <a:lnTo>
                  <a:pt x="4729163" y="1050131"/>
                </a:lnTo>
                <a:lnTo>
                  <a:pt x="4743450" y="1050131"/>
                </a:lnTo>
                <a:lnTo>
                  <a:pt x="4757738" y="1050131"/>
                </a:lnTo>
                <a:lnTo>
                  <a:pt x="4772025" y="1050131"/>
                </a:lnTo>
                <a:lnTo>
                  <a:pt x="4786313" y="1042988"/>
                </a:lnTo>
                <a:lnTo>
                  <a:pt x="4800600" y="1042988"/>
                </a:lnTo>
                <a:lnTo>
                  <a:pt x="4814888" y="1035844"/>
                </a:lnTo>
                <a:lnTo>
                  <a:pt x="4829175" y="1028700"/>
                </a:lnTo>
                <a:lnTo>
                  <a:pt x="4843463" y="1028700"/>
                </a:lnTo>
                <a:lnTo>
                  <a:pt x="4857750" y="1028700"/>
                </a:lnTo>
                <a:lnTo>
                  <a:pt x="4872038" y="1021556"/>
                </a:lnTo>
                <a:lnTo>
                  <a:pt x="4886325" y="1021556"/>
                </a:lnTo>
                <a:lnTo>
                  <a:pt x="4900613" y="1021556"/>
                </a:lnTo>
                <a:lnTo>
                  <a:pt x="4914900" y="1028700"/>
                </a:lnTo>
                <a:lnTo>
                  <a:pt x="4929188" y="1035844"/>
                </a:lnTo>
                <a:lnTo>
                  <a:pt x="4943475" y="1042988"/>
                </a:lnTo>
                <a:lnTo>
                  <a:pt x="4957763" y="1057275"/>
                </a:lnTo>
                <a:lnTo>
                  <a:pt x="4972050" y="1064419"/>
                </a:lnTo>
                <a:lnTo>
                  <a:pt x="4986338" y="1064419"/>
                </a:lnTo>
                <a:lnTo>
                  <a:pt x="5000625" y="1064419"/>
                </a:lnTo>
                <a:lnTo>
                  <a:pt x="5014913" y="1042988"/>
                </a:lnTo>
                <a:lnTo>
                  <a:pt x="5029200" y="1028700"/>
                </a:lnTo>
                <a:lnTo>
                  <a:pt x="5043488" y="1014413"/>
                </a:lnTo>
                <a:lnTo>
                  <a:pt x="5057775" y="1007269"/>
                </a:lnTo>
                <a:lnTo>
                  <a:pt x="5072063" y="992981"/>
                </a:lnTo>
                <a:lnTo>
                  <a:pt x="5086350" y="978694"/>
                </a:lnTo>
                <a:lnTo>
                  <a:pt x="5100638" y="971550"/>
                </a:lnTo>
                <a:lnTo>
                  <a:pt x="5114925" y="964406"/>
                </a:lnTo>
                <a:lnTo>
                  <a:pt x="5129213" y="957263"/>
                </a:lnTo>
                <a:lnTo>
                  <a:pt x="5143500" y="957263"/>
                </a:lnTo>
                <a:lnTo>
                  <a:pt x="5157788" y="957263"/>
                </a:lnTo>
                <a:lnTo>
                  <a:pt x="5172075" y="957263"/>
                </a:lnTo>
                <a:lnTo>
                  <a:pt x="5186363" y="964406"/>
                </a:lnTo>
                <a:lnTo>
                  <a:pt x="5200650" y="964406"/>
                </a:lnTo>
                <a:lnTo>
                  <a:pt x="5214938" y="957263"/>
                </a:lnTo>
                <a:lnTo>
                  <a:pt x="5229225" y="957263"/>
                </a:lnTo>
                <a:lnTo>
                  <a:pt x="5243513" y="950119"/>
                </a:lnTo>
                <a:lnTo>
                  <a:pt x="5257800" y="935831"/>
                </a:lnTo>
                <a:lnTo>
                  <a:pt x="5272088" y="928688"/>
                </a:lnTo>
                <a:lnTo>
                  <a:pt x="5286375" y="914400"/>
                </a:lnTo>
                <a:lnTo>
                  <a:pt x="5300663" y="914400"/>
                </a:lnTo>
                <a:lnTo>
                  <a:pt x="5314950" y="914400"/>
                </a:lnTo>
                <a:lnTo>
                  <a:pt x="5329238" y="907256"/>
                </a:lnTo>
                <a:lnTo>
                  <a:pt x="5343525" y="900113"/>
                </a:lnTo>
                <a:lnTo>
                  <a:pt x="5357813" y="885825"/>
                </a:lnTo>
                <a:lnTo>
                  <a:pt x="5372100" y="878681"/>
                </a:lnTo>
                <a:lnTo>
                  <a:pt x="5386388" y="878681"/>
                </a:lnTo>
                <a:lnTo>
                  <a:pt x="5400675" y="864394"/>
                </a:lnTo>
                <a:lnTo>
                  <a:pt x="5414963" y="850106"/>
                </a:lnTo>
                <a:lnTo>
                  <a:pt x="5429250" y="828675"/>
                </a:lnTo>
                <a:lnTo>
                  <a:pt x="5443538" y="807244"/>
                </a:lnTo>
                <a:lnTo>
                  <a:pt x="5457825" y="792956"/>
                </a:lnTo>
                <a:lnTo>
                  <a:pt x="5472113" y="771525"/>
                </a:lnTo>
                <a:lnTo>
                  <a:pt x="5486400" y="750094"/>
                </a:lnTo>
                <a:lnTo>
                  <a:pt x="5500688" y="721519"/>
                </a:lnTo>
                <a:lnTo>
                  <a:pt x="5514975" y="707231"/>
                </a:lnTo>
                <a:lnTo>
                  <a:pt x="5529263" y="678656"/>
                </a:lnTo>
                <a:lnTo>
                  <a:pt x="5543550" y="650081"/>
                </a:lnTo>
                <a:lnTo>
                  <a:pt x="5557838" y="628650"/>
                </a:lnTo>
                <a:lnTo>
                  <a:pt x="5572125" y="592931"/>
                </a:lnTo>
                <a:lnTo>
                  <a:pt x="5586413" y="557213"/>
                </a:lnTo>
                <a:lnTo>
                  <a:pt x="5600700" y="514350"/>
                </a:lnTo>
                <a:lnTo>
                  <a:pt x="5614988" y="492919"/>
                </a:lnTo>
                <a:lnTo>
                  <a:pt x="5629275" y="450056"/>
                </a:lnTo>
                <a:lnTo>
                  <a:pt x="5643563" y="400050"/>
                </a:lnTo>
                <a:lnTo>
                  <a:pt x="5657850" y="364331"/>
                </a:lnTo>
                <a:lnTo>
                  <a:pt x="5672138" y="321469"/>
                </a:lnTo>
                <a:lnTo>
                  <a:pt x="5686425" y="271463"/>
                </a:lnTo>
                <a:lnTo>
                  <a:pt x="5700713" y="235744"/>
                </a:lnTo>
                <a:lnTo>
                  <a:pt x="5715000" y="200025"/>
                </a:lnTo>
                <a:lnTo>
                  <a:pt x="5729288" y="171450"/>
                </a:lnTo>
                <a:lnTo>
                  <a:pt x="5743575" y="135731"/>
                </a:lnTo>
                <a:lnTo>
                  <a:pt x="5757863" y="107156"/>
                </a:lnTo>
                <a:lnTo>
                  <a:pt x="5772150" y="78581"/>
                </a:lnTo>
                <a:lnTo>
                  <a:pt x="5786438" y="57150"/>
                </a:lnTo>
                <a:lnTo>
                  <a:pt x="5800725" y="42863"/>
                </a:lnTo>
                <a:lnTo>
                  <a:pt x="5815013" y="35719"/>
                </a:lnTo>
                <a:lnTo>
                  <a:pt x="5829300" y="14288"/>
                </a:lnTo>
                <a:lnTo>
                  <a:pt x="5843588" y="7144"/>
                </a:lnTo>
                <a:lnTo>
                  <a:pt x="5857875" y="0"/>
                </a:lnTo>
                <a:lnTo>
                  <a:pt x="5872163" y="0"/>
                </a:lnTo>
                <a:lnTo>
                  <a:pt x="5886450" y="14288"/>
                </a:lnTo>
                <a:lnTo>
                  <a:pt x="5900738" y="35719"/>
                </a:lnTo>
                <a:lnTo>
                  <a:pt x="5915025" y="57150"/>
                </a:lnTo>
                <a:lnTo>
                  <a:pt x="5929313" y="78581"/>
                </a:lnTo>
                <a:lnTo>
                  <a:pt x="5943600" y="100013"/>
                </a:lnTo>
                <a:lnTo>
                  <a:pt x="5957888" y="114300"/>
                </a:lnTo>
                <a:lnTo>
                  <a:pt x="5972175" y="128588"/>
                </a:lnTo>
                <a:lnTo>
                  <a:pt x="5986463" y="150019"/>
                </a:lnTo>
              </a:path>
            </a:pathLst>
          </a:custGeom>
          <a:noFill xmlns:a="http://schemas.openxmlformats.org/drawingml/2006/main"/>
          <a:ln xmlns:a="http://schemas.openxmlformats.org/drawingml/2006/main" w="51435">
            <a:solidFill>
              <a:srgbClr val="209975"/>
            </a:solidFill>
            <a:prstDash val="solid"/>
          </a:ln>
        </p:spPr>
      </p:sp>
      <p:sp>
        <p:nvSpPr>
          <p:cNvPr id="78" name="AI092-path-78">
            <a:extLst xmlns:a="http://schemas.openxmlformats.org/drawingml/2006/main">
              <a:ext uri="{FF2B5EF4-FFF2-40B4-BE49-F238E27FC236}">
                <a16:creationId xmlns:a16="http://schemas.microsoft.com/office/drawing/2014/main" id="{F176FDA5-B64C-44AE-BD95-D637E1EA7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6815138"/>
            <a:ext cx="5986463" cy="1621631"/>
          </a:xfrm>
          <a:custGeom xmlns:a="http://schemas.openxmlformats.org/drawingml/2006/main">
            <a:pathLst>
              <a:path w="5986463" h="1621631">
                <a:moveTo>
                  <a:pt x="0" y="1621631"/>
                </a:moveTo>
                <a:lnTo>
                  <a:pt x="14288" y="1614488"/>
                </a:lnTo>
                <a:lnTo>
                  <a:pt x="28575" y="1614488"/>
                </a:lnTo>
                <a:lnTo>
                  <a:pt x="42863" y="1614488"/>
                </a:lnTo>
                <a:lnTo>
                  <a:pt x="57150" y="1614488"/>
                </a:lnTo>
                <a:lnTo>
                  <a:pt x="71438" y="1614488"/>
                </a:lnTo>
                <a:lnTo>
                  <a:pt x="85725" y="1614488"/>
                </a:lnTo>
                <a:lnTo>
                  <a:pt x="100013" y="1614488"/>
                </a:lnTo>
                <a:lnTo>
                  <a:pt x="114300" y="1614488"/>
                </a:lnTo>
                <a:lnTo>
                  <a:pt x="128588" y="1614488"/>
                </a:lnTo>
                <a:lnTo>
                  <a:pt x="142875" y="1614488"/>
                </a:lnTo>
                <a:lnTo>
                  <a:pt x="157163" y="1614488"/>
                </a:lnTo>
                <a:lnTo>
                  <a:pt x="171450" y="1614488"/>
                </a:lnTo>
                <a:lnTo>
                  <a:pt x="185738" y="1614488"/>
                </a:lnTo>
                <a:lnTo>
                  <a:pt x="200025" y="1614488"/>
                </a:lnTo>
                <a:lnTo>
                  <a:pt x="214313" y="1614488"/>
                </a:lnTo>
                <a:lnTo>
                  <a:pt x="228600" y="1614488"/>
                </a:lnTo>
                <a:lnTo>
                  <a:pt x="242888" y="1614488"/>
                </a:lnTo>
                <a:lnTo>
                  <a:pt x="257175" y="1614488"/>
                </a:lnTo>
                <a:lnTo>
                  <a:pt x="271463" y="1614488"/>
                </a:lnTo>
                <a:lnTo>
                  <a:pt x="285750" y="1614488"/>
                </a:lnTo>
                <a:lnTo>
                  <a:pt x="300038" y="1614488"/>
                </a:lnTo>
                <a:lnTo>
                  <a:pt x="314325" y="1614488"/>
                </a:lnTo>
                <a:lnTo>
                  <a:pt x="328613" y="1614488"/>
                </a:lnTo>
                <a:lnTo>
                  <a:pt x="342900" y="1614488"/>
                </a:lnTo>
                <a:lnTo>
                  <a:pt x="357188" y="1614488"/>
                </a:lnTo>
                <a:lnTo>
                  <a:pt x="371475" y="1614488"/>
                </a:lnTo>
                <a:lnTo>
                  <a:pt x="385763" y="1614488"/>
                </a:lnTo>
                <a:lnTo>
                  <a:pt x="400050" y="1614488"/>
                </a:lnTo>
                <a:lnTo>
                  <a:pt x="414338" y="1614488"/>
                </a:lnTo>
                <a:lnTo>
                  <a:pt x="428625" y="1614488"/>
                </a:lnTo>
                <a:lnTo>
                  <a:pt x="442913" y="1614488"/>
                </a:lnTo>
                <a:lnTo>
                  <a:pt x="457200" y="1614488"/>
                </a:lnTo>
                <a:lnTo>
                  <a:pt x="471488" y="1614488"/>
                </a:lnTo>
                <a:lnTo>
                  <a:pt x="485775" y="1614488"/>
                </a:lnTo>
                <a:lnTo>
                  <a:pt x="500063" y="1614488"/>
                </a:lnTo>
                <a:lnTo>
                  <a:pt x="514350" y="1614488"/>
                </a:lnTo>
                <a:lnTo>
                  <a:pt x="528638" y="1614488"/>
                </a:lnTo>
                <a:lnTo>
                  <a:pt x="542925" y="1614488"/>
                </a:lnTo>
                <a:lnTo>
                  <a:pt x="557213" y="1614488"/>
                </a:lnTo>
                <a:lnTo>
                  <a:pt x="571500" y="1614488"/>
                </a:lnTo>
                <a:lnTo>
                  <a:pt x="585788" y="1614488"/>
                </a:lnTo>
                <a:lnTo>
                  <a:pt x="600075" y="1614488"/>
                </a:lnTo>
                <a:lnTo>
                  <a:pt x="614363" y="1614488"/>
                </a:lnTo>
                <a:lnTo>
                  <a:pt x="628650" y="1614488"/>
                </a:lnTo>
                <a:lnTo>
                  <a:pt x="642938" y="1614488"/>
                </a:lnTo>
                <a:lnTo>
                  <a:pt x="657225" y="1614488"/>
                </a:lnTo>
                <a:lnTo>
                  <a:pt x="671513" y="1614488"/>
                </a:lnTo>
                <a:lnTo>
                  <a:pt x="685800" y="1614488"/>
                </a:lnTo>
                <a:lnTo>
                  <a:pt x="700088" y="1614488"/>
                </a:lnTo>
                <a:lnTo>
                  <a:pt x="714375" y="1614488"/>
                </a:lnTo>
                <a:lnTo>
                  <a:pt x="728663" y="1614488"/>
                </a:lnTo>
                <a:lnTo>
                  <a:pt x="742950" y="1614488"/>
                </a:lnTo>
                <a:lnTo>
                  <a:pt x="757238" y="1614488"/>
                </a:lnTo>
                <a:lnTo>
                  <a:pt x="771525" y="1614488"/>
                </a:lnTo>
                <a:lnTo>
                  <a:pt x="785813" y="1614488"/>
                </a:lnTo>
                <a:lnTo>
                  <a:pt x="800100" y="1614488"/>
                </a:lnTo>
                <a:lnTo>
                  <a:pt x="814388" y="1614488"/>
                </a:lnTo>
                <a:lnTo>
                  <a:pt x="828675" y="1614488"/>
                </a:lnTo>
                <a:lnTo>
                  <a:pt x="842963" y="1614488"/>
                </a:lnTo>
                <a:lnTo>
                  <a:pt x="857250" y="1614488"/>
                </a:lnTo>
                <a:lnTo>
                  <a:pt x="871538" y="1614488"/>
                </a:lnTo>
                <a:lnTo>
                  <a:pt x="885825" y="1614488"/>
                </a:lnTo>
                <a:lnTo>
                  <a:pt x="900113" y="1614488"/>
                </a:lnTo>
                <a:lnTo>
                  <a:pt x="914400" y="1614488"/>
                </a:lnTo>
                <a:lnTo>
                  <a:pt x="928688" y="1614488"/>
                </a:lnTo>
                <a:lnTo>
                  <a:pt x="942975" y="1614488"/>
                </a:lnTo>
                <a:lnTo>
                  <a:pt x="957263" y="1614488"/>
                </a:lnTo>
                <a:lnTo>
                  <a:pt x="971550" y="1614488"/>
                </a:lnTo>
                <a:lnTo>
                  <a:pt x="985838" y="1614488"/>
                </a:lnTo>
                <a:lnTo>
                  <a:pt x="1000125" y="1614488"/>
                </a:lnTo>
                <a:lnTo>
                  <a:pt x="1014413" y="1614488"/>
                </a:lnTo>
                <a:lnTo>
                  <a:pt x="1028700" y="1614488"/>
                </a:lnTo>
                <a:lnTo>
                  <a:pt x="1042988" y="1614488"/>
                </a:lnTo>
                <a:lnTo>
                  <a:pt x="1057275" y="1614488"/>
                </a:lnTo>
                <a:lnTo>
                  <a:pt x="1071563" y="1614488"/>
                </a:lnTo>
                <a:lnTo>
                  <a:pt x="1085850" y="1614488"/>
                </a:lnTo>
                <a:lnTo>
                  <a:pt x="1100138" y="1614488"/>
                </a:lnTo>
                <a:lnTo>
                  <a:pt x="1114425" y="1614488"/>
                </a:lnTo>
                <a:lnTo>
                  <a:pt x="1128713" y="1614488"/>
                </a:lnTo>
                <a:lnTo>
                  <a:pt x="1143000" y="1614488"/>
                </a:lnTo>
                <a:lnTo>
                  <a:pt x="1157288" y="1614488"/>
                </a:lnTo>
                <a:lnTo>
                  <a:pt x="1171575" y="1614488"/>
                </a:lnTo>
                <a:lnTo>
                  <a:pt x="1185863" y="1614488"/>
                </a:lnTo>
                <a:lnTo>
                  <a:pt x="1200150" y="1614488"/>
                </a:lnTo>
                <a:lnTo>
                  <a:pt x="1214438" y="1614488"/>
                </a:lnTo>
                <a:lnTo>
                  <a:pt x="1228725" y="1614488"/>
                </a:lnTo>
                <a:lnTo>
                  <a:pt x="1243013" y="1614488"/>
                </a:lnTo>
                <a:lnTo>
                  <a:pt x="1257300" y="1614488"/>
                </a:lnTo>
                <a:lnTo>
                  <a:pt x="1271588" y="1614488"/>
                </a:lnTo>
                <a:lnTo>
                  <a:pt x="1285875" y="1614488"/>
                </a:lnTo>
                <a:lnTo>
                  <a:pt x="1300163" y="1614488"/>
                </a:lnTo>
                <a:lnTo>
                  <a:pt x="1314450" y="1614488"/>
                </a:lnTo>
                <a:lnTo>
                  <a:pt x="1328738" y="1614488"/>
                </a:lnTo>
                <a:lnTo>
                  <a:pt x="1343025" y="1614488"/>
                </a:lnTo>
                <a:lnTo>
                  <a:pt x="1357313" y="1614488"/>
                </a:lnTo>
                <a:lnTo>
                  <a:pt x="1371600" y="1614488"/>
                </a:lnTo>
                <a:lnTo>
                  <a:pt x="1385888" y="1614488"/>
                </a:lnTo>
                <a:lnTo>
                  <a:pt x="1400175" y="1614488"/>
                </a:lnTo>
                <a:lnTo>
                  <a:pt x="1414463" y="1614488"/>
                </a:lnTo>
                <a:lnTo>
                  <a:pt x="1428750" y="1614488"/>
                </a:lnTo>
                <a:lnTo>
                  <a:pt x="1443038" y="1614488"/>
                </a:lnTo>
                <a:lnTo>
                  <a:pt x="1457325" y="1614488"/>
                </a:lnTo>
                <a:lnTo>
                  <a:pt x="1471613" y="1614488"/>
                </a:lnTo>
                <a:lnTo>
                  <a:pt x="1485900" y="1614488"/>
                </a:lnTo>
                <a:lnTo>
                  <a:pt x="1500188" y="1614488"/>
                </a:lnTo>
                <a:lnTo>
                  <a:pt x="1514475" y="1614488"/>
                </a:lnTo>
                <a:lnTo>
                  <a:pt x="1528763" y="1614488"/>
                </a:lnTo>
                <a:lnTo>
                  <a:pt x="1543050" y="1614488"/>
                </a:lnTo>
                <a:lnTo>
                  <a:pt x="1557338" y="1614488"/>
                </a:lnTo>
                <a:lnTo>
                  <a:pt x="1571625" y="1614488"/>
                </a:lnTo>
                <a:lnTo>
                  <a:pt x="1585913" y="1614488"/>
                </a:lnTo>
                <a:lnTo>
                  <a:pt x="1600200" y="1614488"/>
                </a:lnTo>
                <a:lnTo>
                  <a:pt x="1614488" y="1614488"/>
                </a:lnTo>
                <a:lnTo>
                  <a:pt x="1628775" y="1614488"/>
                </a:lnTo>
                <a:lnTo>
                  <a:pt x="1643063" y="1614488"/>
                </a:lnTo>
                <a:lnTo>
                  <a:pt x="1657350" y="1614488"/>
                </a:lnTo>
                <a:lnTo>
                  <a:pt x="1671638" y="1614488"/>
                </a:lnTo>
                <a:lnTo>
                  <a:pt x="1685925" y="1614488"/>
                </a:lnTo>
                <a:lnTo>
                  <a:pt x="1700213" y="1614488"/>
                </a:lnTo>
                <a:lnTo>
                  <a:pt x="1714500" y="1614488"/>
                </a:lnTo>
                <a:lnTo>
                  <a:pt x="1728788" y="1614488"/>
                </a:lnTo>
                <a:lnTo>
                  <a:pt x="1743075" y="1614488"/>
                </a:lnTo>
                <a:lnTo>
                  <a:pt x="1757363" y="1614488"/>
                </a:lnTo>
                <a:lnTo>
                  <a:pt x="1771650" y="1614488"/>
                </a:lnTo>
                <a:lnTo>
                  <a:pt x="1785938" y="1614488"/>
                </a:lnTo>
                <a:lnTo>
                  <a:pt x="1800225" y="1614488"/>
                </a:lnTo>
                <a:lnTo>
                  <a:pt x="1814513" y="1614488"/>
                </a:lnTo>
                <a:lnTo>
                  <a:pt x="1828800" y="1614488"/>
                </a:lnTo>
                <a:lnTo>
                  <a:pt x="1843088" y="1614488"/>
                </a:lnTo>
                <a:lnTo>
                  <a:pt x="1857375" y="1614488"/>
                </a:lnTo>
                <a:lnTo>
                  <a:pt x="1871663" y="1614488"/>
                </a:lnTo>
                <a:lnTo>
                  <a:pt x="1885950" y="1614488"/>
                </a:lnTo>
                <a:lnTo>
                  <a:pt x="1900238" y="1614488"/>
                </a:lnTo>
                <a:lnTo>
                  <a:pt x="1914525" y="1614488"/>
                </a:lnTo>
                <a:lnTo>
                  <a:pt x="1928813" y="1614488"/>
                </a:lnTo>
                <a:lnTo>
                  <a:pt x="1943100" y="1614488"/>
                </a:lnTo>
                <a:lnTo>
                  <a:pt x="1957388" y="1614488"/>
                </a:lnTo>
                <a:lnTo>
                  <a:pt x="1971675" y="1614488"/>
                </a:lnTo>
                <a:lnTo>
                  <a:pt x="1985963" y="1614488"/>
                </a:lnTo>
                <a:lnTo>
                  <a:pt x="2000250" y="1614488"/>
                </a:lnTo>
                <a:lnTo>
                  <a:pt x="2014538" y="1614488"/>
                </a:lnTo>
                <a:lnTo>
                  <a:pt x="2028825" y="1614488"/>
                </a:lnTo>
                <a:lnTo>
                  <a:pt x="2043113" y="1614488"/>
                </a:lnTo>
                <a:lnTo>
                  <a:pt x="2057400" y="1614488"/>
                </a:lnTo>
                <a:lnTo>
                  <a:pt x="2071688" y="1614488"/>
                </a:lnTo>
                <a:lnTo>
                  <a:pt x="2085975" y="1614488"/>
                </a:lnTo>
                <a:lnTo>
                  <a:pt x="2100263" y="1614488"/>
                </a:lnTo>
                <a:lnTo>
                  <a:pt x="2114550" y="1614488"/>
                </a:lnTo>
                <a:lnTo>
                  <a:pt x="2128838" y="1614488"/>
                </a:lnTo>
                <a:lnTo>
                  <a:pt x="2143125" y="1614488"/>
                </a:lnTo>
                <a:lnTo>
                  <a:pt x="2157413" y="1614488"/>
                </a:lnTo>
                <a:lnTo>
                  <a:pt x="2171700" y="1614488"/>
                </a:lnTo>
                <a:lnTo>
                  <a:pt x="2185988" y="1614488"/>
                </a:lnTo>
                <a:lnTo>
                  <a:pt x="2200275" y="1614488"/>
                </a:lnTo>
                <a:lnTo>
                  <a:pt x="2214563" y="1614488"/>
                </a:lnTo>
                <a:lnTo>
                  <a:pt x="2228850" y="1614488"/>
                </a:lnTo>
                <a:lnTo>
                  <a:pt x="2243138" y="1614488"/>
                </a:lnTo>
                <a:lnTo>
                  <a:pt x="2257425" y="1614488"/>
                </a:lnTo>
                <a:lnTo>
                  <a:pt x="2271713" y="1614488"/>
                </a:lnTo>
                <a:lnTo>
                  <a:pt x="2286000" y="1614488"/>
                </a:lnTo>
                <a:lnTo>
                  <a:pt x="2300288" y="1614488"/>
                </a:lnTo>
                <a:lnTo>
                  <a:pt x="2314575" y="1614488"/>
                </a:lnTo>
                <a:lnTo>
                  <a:pt x="2328863" y="1614488"/>
                </a:lnTo>
                <a:lnTo>
                  <a:pt x="2343150" y="1614488"/>
                </a:lnTo>
                <a:lnTo>
                  <a:pt x="2357438" y="1614488"/>
                </a:lnTo>
                <a:lnTo>
                  <a:pt x="2371725" y="1614488"/>
                </a:lnTo>
                <a:lnTo>
                  <a:pt x="2386013" y="1614488"/>
                </a:lnTo>
                <a:lnTo>
                  <a:pt x="2400300" y="1614488"/>
                </a:lnTo>
                <a:lnTo>
                  <a:pt x="2414588" y="1614488"/>
                </a:lnTo>
                <a:lnTo>
                  <a:pt x="2428875" y="1614488"/>
                </a:lnTo>
                <a:lnTo>
                  <a:pt x="2443163" y="1614488"/>
                </a:lnTo>
                <a:lnTo>
                  <a:pt x="2457450" y="1614488"/>
                </a:lnTo>
                <a:lnTo>
                  <a:pt x="2471738" y="1614488"/>
                </a:lnTo>
                <a:lnTo>
                  <a:pt x="2486025" y="1614488"/>
                </a:lnTo>
                <a:lnTo>
                  <a:pt x="2500313" y="1614488"/>
                </a:lnTo>
                <a:lnTo>
                  <a:pt x="2514600" y="1614488"/>
                </a:lnTo>
                <a:lnTo>
                  <a:pt x="2528888" y="1614488"/>
                </a:lnTo>
                <a:lnTo>
                  <a:pt x="2543175" y="1614488"/>
                </a:lnTo>
                <a:lnTo>
                  <a:pt x="2557463" y="1614488"/>
                </a:lnTo>
                <a:lnTo>
                  <a:pt x="2571750" y="1614488"/>
                </a:lnTo>
                <a:lnTo>
                  <a:pt x="2586038" y="1614488"/>
                </a:lnTo>
                <a:lnTo>
                  <a:pt x="2600325" y="1614488"/>
                </a:lnTo>
                <a:lnTo>
                  <a:pt x="2614613" y="1614488"/>
                </a:lnTo>
                <a:lnTo>
                  <a:pt x="2628900" y="1614488"/>
                </a:lnTo>
                <a:lnTo>
                  <a:pt x="2643188" y="1614488"/>
                </a:lnTo>
                <a:lnTo>
                  <a:pt x="2657475" y="1614488"/>
                </a:lnTo>
                <a:lnTo>
                  <a:pt x="2671763" y="1614488"/>
                </a:lnTo>
                <a:lnTo>
                  <a:pt x="2686050" y="1614488"/>
                </a:lnTo>
                <a:lnTo>
                  <a:pt x="2700338" y="1614488"/>
                </a:lnTo>
                <a:lnTo>
                  <a:pt x="2714625" y="1614488"/>
                </a:lnTo>
                <a:lnTo>
                  <a:pt x="2728913" y="1614488"/>
                </a:lnTo>
                <a:lnTo>
                  <a:pt x="2743200" y="1614488"/>
                </a:lnTo>
                <a:lnTo>
                  <a:pt x="2757488" y="1614488"/>
                </a:lnTo>
                <a:lnTo>
                  <a:pt x="2771775" y="1614488"/>
                </a:lnTo>
                <a:lnTo>
                  <a:pt x="2786063" y="1614488"/>
                </a:lnTo>
                <a:lnTo>
                  <a:pt x="2800350" y="1614488"/>
                </a:lnTo>
                <a:lnTo>
                  <a:pt x="2814638" y="1614488"/>
                </a:lnTo>
                <a:lnTo>
                  <a:pt x="2828925" y="1614488"/>
                </a:lnTo>
                <a:lnTo>
                  <a:pt x="2843213" y="1614488"/>
                </a:lnTo>
                <a:lnTo>
                  <a:pt x="2857500" y="1614488"/>
                </a:lnTo>
                <a:lnTo>
                  <a:pt x="2871788" y="1614488"/>
                </a:lnTo>
                <a:lnTo>
                  <a:pt x="2886075" y="1614488"/>
                </a:lnTo>
                <a:lnTo>
                  <a:pt x="2900363" y="1614488"/>
                </a:lnTo>
                <a:lnTo>
                  <a:pt x="2914650" y="1614488"/>
                </a:lnTo>
                <a:lnTo>
                  <a:pt x="2928938" y="1614488"/>
                </a:lnTo>
                <a:lnTo>
                  <a:pt x="2943225" y="1614488"/>
                </a:lnTo>
                <a:lnTo>
                  <a:pt x="2957513" y="1607344"/>
                </a:lnTo>
                <a:lnTo>
                  <a:pt x="2971800" y="1593056"/>
                </a:lnTo>
                <a:lnTo>
                  <a:pt x="2986088" y="1585913"/>
                </a:lnTo>
                <a:lnTo>
                  <a:pt x="3000375" y="1571625"/>
                </a:lnTo>
                <a:lnTo>
                  <a:pt x="3014663" y="1557338"/>
                </a:lnTo>
                <a:lnTo>
                  <a:pt x="3028950" y="1543050"/>
                </a:lnTo>
                <a:lnTo>
                  <a:pt x="3043238" y="1528763"/>
                </a:lnTo>
                <a:lnTo>
                  <a:pt x="3057525" y="1507331"/>
                </a:lnTo>
                <a:lnTo>
                  <a:pt x="3071813" y="1493044"/>
                </a:lnTo>
                <a:lnTo>
                  <a:pt x="3086100" y="1443038"/>
                </a:lnTo>
                <a:lnTo>
                  <a:pt x="3100388" y="1393031"/>
                </a:lnTo>
                <a:lnTo>
                  <a:pt x="3114675" y="1343025"/>
                </a:lnTo>
                <a:lnTo>
                  <a:pt x="3128963" y="1293019"/>
                </a:lnTo>
                <a:lnTo>
                  <a:pt x="3143250" y="1228725"/>
                </a:lnTo>
                <a:lnTo>
                  <a:pt x="3157538" y="1171575"/>
                </a:lnTo>
                <a:lnTo>
                  <a:pt x="3171825" y="1121569"/>
                </a:lnTo>
                <a:lnTo>
                  <a:pt x="3186113" y="1064419"/>
                </a:lnTo>
                <a:lnTo>
                  <a:pt x="3200400" y="1014413"/>
                </a:lnTo>
                <a:lnTo>
                  <a:pt x="3214688" y="964406"/>
                </a:lnTo>
                <a:lnTo>
                  <a:pt x="3228975" y="928688"/>
                </a:lnTo>
                <a:lnTo>
                  <a:pt x="3243263" y="850106"/>
                </a:lnTo>
                <a:lnTo>
                  <a:pt x="3257550" y="792956"/>
                </a:lnTo>
                <a:lnTo>
                  <a:pt x="3271838" y="721519"/>
                </a:lnTo>
                <a:lnTo>
                  <a:pt x="3286125" y="657225"/>
                </a:lnTo>
                <a:lnTo>
                  <a:pt x="3300413" y="564356"/>
                </a:lnTo>
                <a:lnTo>
                  <a:pt x="3314700" y="492919"/>
                </a:lnTo>
                <a:lnTo>
                  <a:pt x="3328988" y="428625"/>
                </a:lnTo>
                <a:lnTo>
                  <a:pt x="3343275" y="357188"/>
                </a:lnTo>
                <a:lnTo>
                  <a:pt x="3357563" y="278606"/>
                </a:lnTo>
                <a:lnTo>
                  <a:pt x="3371850" y="228600"/>
                </a:lnTo>
                <a:lnTo>
                  <a:pt x="3386138" y="207169"/>
                </a:lnTo>
                <a:lnTo>
                  <a:pt x="3400425" y="185738"/>
                </a:lnTo>
                <a:lnTo>
                  <a:pt x="3414713" y="171450"/>
                </a:lnTo>
                <a:lnTo>
                  <a:pt x="3429000" y="150019"/>
                </a:lnTo>
                <a:lnTo>
                  <a:pt x="3443288" y="135731"/>
                </a:lnTo>
                <a:lnTo>
                  <a:pt x="3457575" y="121444"/>
                </a:lnTo>
                <a:lnTo>
                  <a:pt x="3471863" y="121444"/>
                </a:lnTo>
                <a:lnTo>
                  <a:pt x="3486150" y="107156"/>
                </a:lnTo>
                <a:lnTo>
                  <a:pt x="3500438" y="100013"/>
                </a:lnTo>
                <a:lnTo>
                  <a:pt x="3514725" y="85725"/>
                </a:lnTo>
                <a:lnTo>
                  <a:pt x="3529013" y="85725"/>
                </a:lnTo>
                <a:lnTo>
                  <a:pt x="3543300" y="85725"/>
                </a:lnTo>
                <a:lnTo>
                  <a:pt x="3557588" y="78581"/>
                </a:lnTo>
                <a:lnTo>
                  <a:pt x="3571875" y="71438"/>
                </a:lnTo>
                <a:lnTo>
                  <a:pt x="3586163" y="64294"/>
                </a:lnTo>
                <a:lnTo>
                  <a:pt x="3600450" y="57150"/>
                </a:lnTo>
                <a:lnTo>
                  <a:pt x="3614738" y="50006"/>
                </a:lnTo>
                <a:lnTo>
                  <a:pt x="3629025" y="42863"/>
                </a:lnTo>
                <a:lnTo>
                  <a:pt x="3643313" y="42863"/>
                </a:lnTo>
                <a:lnTo>
                  <a:pt x="3657600" y="42863"/>
                </a:lnTo>
                <a:lnTo>
                  <a:pt x="3671888" y="42863"/>
                </a:lnTo>
                <a:lnTo>
                  <a:pt x="3686175" y="42863"/>
                </a:lnTo>
                <a:lnTo>
                  <a:pt x="3700463" y="42863"/>
                </a:lnTo>
                <a:lnTo>
                  <a:pt x="3714750" y="35719"/>
                </a:lnTo>
                <a:lnTo>
                  <a:pt x="3729038" y="35719"/>
                </a:lnTo>
                <a:lnTo>
                  <a:pt x="3743325" y="35719"/>
                </a:lnTo>
                <a:lnTo>
                  <a:pt x="3757613" y="28575"/>
                </a:lnTo>
                <a:lnTo>
                  <a:pt x="3771900" y="28575"/>
                </a:lnTo>
                <a:lnTo>
                  <a:pt x="3786188" y="28575"/>
                </a:lnTo>
                <a:lnTo>
                  <a:pt x="3800475" y="28575"/>
                </a:lnTo>
                <a:lnTo>
                  <a:pt x="3814763" y="28575"/>
                </a:lnTo>
                <a:lnTo>
                  <a:pt x="3829050" y="28575"/>
                </a:lnTo>
                <a:lnTo>
                  <a:pt x="3843338" y="14288"/>
                </a:lnTo>
                <a:lnTo>
                  <a:pt x="3857625" y="14288"/>
                </a:lnTo>
                <a:lnTo>
                  <a:pt x="3871913" y="14288"/>
                </a:lnTo>
                <a:lnTo>
                  <a:pt x="3886200" y="14288"/>
                </a:lnTo>
                <a:lnTo>
                  <a:pt x="3900488" y="0"/>
                </a:lnTo>
                <a:lnTo>
                  <a:pt x="3914775" y="0"/>
                </a:lnTo>
                <a:lnTo>
                  <a:pt x="3929063" y="0"/>
                </a:lnTo>
                <a:lnTo>
                  <a:pt x="3943350" y="0"/>
                </a:lnTo>
                <a:lnTo>
                  <a:pt x="3957638" y="0"/>
                </a:lnTo>
                <a:lnTo>
                  <a:pt x="3971925" y="0"/>
                </a:lnTo>
                <a:lnTo>
                  <a:pt x="3986213" y="0"/>
                </a:lnTo>
                <a:lnTo>
                  <a:pt x="4000500" y="7144"/>
                </a:lnTo>
                <a:lnTo>
                  <a:pt x="4014788" y="7144"/>
                </a:lnTo>
                <a:lnTo>
                  <a:pt x="4029075" y="7144"/>
                </a:lnTo>
                <a:lnTo>
                  <a:pt x="4043363" y="7144"/>
                </a:lnTo>
                <a:lnTo>
                  <a:pt x="4057650" y="7144"/>
                </a:lnTo>
                <a:lnTo>
                  <a:pt x="4071938" y="7144"/>
                </a:lnTo>
                <a:lnTo>
                  <a:pt x="4086225" y="7144"/>
                </a:lnTo>
                <a:lnTo>
                  <a:pt x="4100513" y="7144"/>
                </a:lnTo>
                <a:lnTo>
                  <a:pt x="4114800" y="7144"/>
                </a:lnTo>
                <a:lnTo>
                  <a:pt x="4129088" y="7144"/>
                </a:lnTo>
                <a:lnTo>
                  <a:pt x="4143375" y="7144"/>
                </a:lnTo>
                <a:lnTo>
                  <a:pt x="4157663" y="14288"/>
                </a:lnTo>
                <a:lnTo>
                  <a:pt x="4171950" y="14288"/>
                </a:lnTo>
                <a:lnTo>
                  <a:pt x="4186238" y="21431"/>
                </a:lnTo>
                <a:lnTo>
                  <a:pt x="4200525" y="28575"/>
                </a:lnTo>
                <a:lnTo>
                  <a:pt x="4214813" y="28575"/>
                </a:lnTo>
                <a:lnTo>
                  <a:pt x="4229100" y="35719"/>
                </a:lnTo>
                <a:lnTo>
                  <a:pt x="4243388" y="42863"/>
                </a:lnTo>
                <a:lnTo>
                  <a:pt x="4257675" y="42863"/>
                </a:lnTo>
                <a:lnTo>
                  <a:pt x="4271963" y="42863"/>
                </a:lnTo>
                <a:lnTo>
                  <a:pt x="4286250" y="42863"/>
                </a:lnTo>
                <a:lnTo>
                  <a:pt x="4300538" y="42863"/>
                </a:lnTo>
                <a:lnTo>
                  <a:pt x="4314825" y="42863"/>
                </a:lnTo>
                <a:lnTo>
                  <a:pt x="4329113" y="42863"/>
                </a:lnTo>
                <a:lnTo>
                  <a:pt x="4343400" y="42863"/>
                </a:lnTo>
                <a:lnTo>
                  <a:pt x="4357688" y="50006"/>
                </a:lnTo>
                <a:lnTo>
                  <a:pt x="4371975" y="57150"/>
                </a:lnTo>
                <a:lnTo>
                  <a:pt x="4386263" y="57150"/>
                </a:lnTo>
                <a:lnTo>
                  <a:pt x="4400550" y="64294"/>
                </a:lnTo>
                <a:lnTo>
                  <a:pt x="4414838" y="71438"/>
                </a:lnTo>
                <a:lnTo>
                  <a:pt x="4429125" y="78581"/>
                </a:lnTo>
                <a:lnTo>
                  <a:pt x="4443413" y="85725"/>
                </a:lnTo>
                <a:lnTo>
                  <a:pt x="4457700" y="92869"/>
                </a:lnTo>
                <a:lnTo>
                  <a:pt x="4471988" y="100013"/>
                </a:lnTo>
                <a:lnTo>
                  <a:pt x="4486275" y="100013"/>
                </a:lnTo>
                <a:lnTo>
                  <a:pt x="4500563" y="114300"/>
                </a:lnTo>
                <a:lnTo>
                  <a:pt x="4514850" y="114300"/>
                </a:lnTo>
                <a:lnTo>
                  <a:pt x="4529138" y="114300"/>
                </a:lnTo>
                <a:lnTo>
                  <a:pt x="4543425" y="114300"/>
                </a:lnTo>
                <a:lnTo>
                  <a:pt x="4557713" y="128588"/>
                </a:lnTo>
                <a:lnTo>
                  <a:pt x="4572000" y="128588"/>
                </a:lnTo>
                <a:lnTo>
                  <a:pt x="4586288" y="135731"/>
                </a:lnTo>
                <a:lnTo>
                  <a:pt x="4600575" y="142875"/>
                </a:lnTo>
                <a:lnTo>
                  <a:pt x="4614863" y="150019"/>
                </a:lnTo>
                <a:lnTo>
                  <a:pt x="4629150" y="157163"/>
                </a:lnTo>
                <a:lnTo>
                  <a:pt x="4643438" y="164306"/>
                </a:lnTo>
                <a:lnTo>
                  <a:pt x="4657725" y="178594"/>
                </a:lnTo>
                <a:lnTo>
                  <a:pt x="4672013" y="185738"/>
                </a:lnTo>
                <a:lnTo>
                  <a:pt x="4686300" y="192881"/>
                </a:lnTo>
                <a:lnTo>
                  <a:pt x="4700588" y="200025"/>
                </a:lnTo>
                <a:lnTo>
                  <a:pt x="4714875" y="200025"/>
                </a:lnTo>
                <a:lnTo>
                  <a:pt x="4729163" y="200025"/>
                </a:lnTo>
                <a:lnTo>
                  <a:pt x="4743450" y="214313"/>
                </a:lnTo>
                <a:lnTo>
                  <a:pt x="4757738" y="214313"/>
                </a:lnTo>
                <a:lnTo>
                  <a:pt x="4772025" y="221456"/>
                </a:lnTo>
                <a:lnTo>
                  <a:pt x="4786313" y="221456"/>
                </a:lnTo>
                <a:lnTo>
                  <a:pt x="4800600" y="235744"/>
                </a:lnTo>
                <a:lnTo>
                  <a:pt x="4814888" y="242888"/>
                </a:lnTo>
                <a:lnTo>
                  <a:pt x="4829175" y="250031"/>
                </a:lnTo>
                <a:lnTo>
                  <a:pt x="4843463" y="257175"/>
                </a:lnTo>
                <a:lnTo>
                  <a:pt x="4857750" y="264319"/>
                </a:lnTo>
                <a:lnTo>
                  <a:pt x="4872038" y="278606"/>
                </a:lnTo>
                <a:lnTo>
                  <a:pt x="4886325" y="278606"/>
                </a:lnTo>
                <a:lnTo>
                  <a:pt x="4900613" y="292894"/>
                </a:lnTo>
                <a:lnTo>
                  <a:pt x="4914900" y="307181"/>
                </a:lnTo>
                <a:lnTo>
                  <a:pt x="4929188" y="314325"/>
                </a:lnTo>
                <a:lnTo>
                  <a:pt x="4943475" y="328613"/>
                </a:lnTo>
                <a:lnTo>
                  <a:pt x="4957763" y="342900"/>
                </a:lnTo>
                <a:lnTo>
                  <a:pt x="4972050" y="357188"/>
                </a:lnTo>
                <a:lnTo>
                  <a:pt x="4986338" y="364331"/>
                </a:lnTo>
                <a:lnTo>
                  <a:pt x="5000625" y="371475"/>
                </a:lnTo>
                <a:lnTo>
                  <a:pt x="5014913" y="371475"/>
                </a:lnTo>
                <a:lnTo>
                  <a:pt x="5029200" y="371475"/>
                </a:lnTo>
                <a:lnTo>
                  <a:pt x="5043488" y="371475"/>
                </a:lnTo>
                <a:lnTo>
                  <a:pt x="5057775" y="371475"/>
                </a:lnTo>
                <a:lnTo>
                  <a:pt x="5072063" y="378619"/>
                </a:lnTo>
                <a:lnTo>
                  <a:pt x="5086350" y="392906"/>
                </a:lnTo>
                <a:lnTo>
                  <a:pt x="5100638" y="392906"/>
                </a:lnTo>
                <a:lnTo>
                  <a:pt x="5114925" y="407194"/>
                </a:lnTo>
                <a:lnTo>
                  <a:pt x="5129213" y="421481"/>
                </a:lnTo>
                <a:lnTo>
                  <a:pt x="5143500" y="435769"/>
                </a:lnTo>
                <a:lnTo>
                  <a:pt x="5157788" y="450056"/>
                </a:lnTo>
                <a:lnTo>
                  <a:pt x="5172075" y="471488"/>
                </a:lnTo>
                <a:lnTo>
                  <a:pt x="5186363" y="485775"/>
                </a:lnTo>
                <a:lnTo>
                  <a:pt x="5200650" y="492919"/>
                </a:lnTo>
                <a:lnTo>
                  <a:pt x="5214938" y="507206"/>
                </a:lnTo>
                <a:lnTo>
                  <a:pt x="5229225" y="514350"/>
                </a:lnTo>
                <a:lnTo>
                  <a:pt x="5243513" y="514350"/>
                </a:lnTo>
                <a:lnTo>
                  <a:pt x="5257800" y="521494"/>
                </a:lnTo>
                <a:lnTo>
                  <a:pt x="5272088" y="528638"/>
                </a:lnTo>
                <a:lnTo>
                  <a:pt x="5286375" y="535781"/>
                </a:lnTo>
                <a:lnTo>
                  <a:pt x="5300663" y="542925"/>
                </a:lnTo>
                <a:lnTo>
                  <a:pt x="5314950" y="550069"/>
                </a:lnTo>
                <a:lnTo>
                  <a:pt x="5329238" y="564356"/>
                </a:lnTo>
                <a:lnTo>
                  <a:pt x="5343525" y="564356"/>
                </a:lnTo>
                <a:lnTo>
                  <a:pt x="5357813" y="585788"/>
                </a:lnTo>
                <a:lnTo>
                  <a:pt x="5372100" y="600075"/>
                </a:lnTo>
                <a:lnTo>
                  <a:pt x="5386388" y="607219"/>
                </a:lnTo>
                <a:lnTo>
                  <a:pt x="5400675" y="621506"/>
                </a:lnTo>
                <a:lnTo>
                  <a:pt x="5414963" y="635794"/>
                </a:lnTo>
                <a:lnTo>
                  <a:pt x="5429250" y="657225"/>
                </a:lnTo>
                <a:lnTo>
                  <a:pt x="5443538" y="671513"/>
                </a:lnTo>
                <a:lnTo>
                  <a:pt x="5457825" y="678656"/>
                </a:lnTo>
                <a:lnTo>
                  <a:pt x="5472113" y="692944"/>
                </a:lnTo>
                <a:lnTo>
                  <a:pt x="5486400" y="692944"/>
                </a:lnTo>
                <a:lnTo>
                  <a:pt x="5500688" y="707231"/>
                </a:lnTo>
                <a:lnTo>
                  <a:pt x="5514975" y="728663"/>
                </a:lnTo>
                <a:lnTo>
                  <a:pt x="5529263" y="735806"/>
                </a:lnTo>
                <a:lnTo>
                  <a:pt x="5543550" y="750094"/>
                </a:lnTo>
                <a:lnTo>
                  <a:pt x="5557838" y="764381"/>
                </a:lnTo>
                <a:lnTo>
                  <a:pt x="5572125" y="785813"/>
                </a:lnTo>
                <a:lnTo>
                  <a:pt x="5586413" y="807244"/>
                </a:lnTo>
                <a:lnTo>
                  <a:pt x="5600700" y="828675"/>
                </a:lnTo>
                <a:lnTo>
                  <a:pt x="5614988" y="857250"/>
                </a:lnTo>
                <a:lnTo>
                  <a:pt x="5629275" y="885825"/>
                </a:lnTo>
                <a:lnTo>
                  <a:pt x="5643563" y="914400"/>
                </a:lnTo>
                <a:lnTo>
                  <a:pt x="5657850" y="921544"/>
                </a:lnTo>
                <a:lnTo>
                  <a:pt x="5672138" y="950119"/>
                </a:lnTo>
                <a:lnTo>
                  <a:pt x="5686425" y="971550"/>
                </a:lnTo>
                <a:lnTo>
                  <a:pt x="5700713" y="985838"/>
                </a:lnTo>
                <a:lnTo>
                  <a:pt x="5715000" y="1007269"/>
                </a:lnTo>
                <a:lnTo>
                  <a:pt x="5729288" y="1028700"/>
                </a:lnTo>
                <a:lnTo>
                  <a:pt x="5743575" y="1057275"/>
                </a:lnTo>
                <a:lnTo>
                  <a:pt x="5757863" y="1078706"/>
                </a:lnTo>
                <a:lnTo>
                  <a:pt x="5772150" y="1107281"/>
                </a:lnTo>
                <a:lnTo>
                  <a:pt x="5786438" y="1143000"/>
                </a:lnTo>
                <a:lnTo>
                  <a:pt x="5800725" y="1207294"/>
                </a:lnTo>
                <a:lnTo>
                  <a:pt x="5815013" y="1250156"/>
                </a:lnTo>
                <a:lnTo>
                  <a:pt x="5829300" y="1307306"/>
                </a:lnTo>
                <a:lnTo>
                  <a:pt x="5843588" y="1364456"/>
                </a:lnTo>
                <a:lnTo>
                  <a:pt x="5857875" y="1414463"/>
                </a:lnTo>
                <a:lnTo>
                  <a:pt x="5872163" y="1457325"/>
                </a:lnTo>
                <a:lnTo>
                  <a:pt x="5886450" y="1500188"/>
                </a:lnTo>
                <a:lnTo>
                  <a:pt x="5900738" y="1535906"/>
                </a:lnTo>
                <a:lnTo>
                  <a:pt x="5915025" y="1571625"/>
                </a:lnTo>
                <a:lnTo>
                  <a:pt x="5929313" y="1593056"/>
                </a:lnTo>
                <a:lnTo>
                  <a:pt x="5943600" y="1607344"/>
                </a:lnTo>
                <a:lnTo>
                  <a:pt x="5957888" y="1607344"/>
                </a:lnTo>
                <a:lnTo>
                  <a:pt x="5972175" y="1614488"/>
                </a:lnTo>
                <a:lnTo>
                  <a:pt x="5986463" y="1621631"/>
                </a:lnTo>
              </a:path>
            </a:pathLst>
          </a:custGeom>
          <a:noFill xmlns:a="http://schemas.openxmlformats.org/drawingml/2006/main"/>
          <a:ln xmlns:a="http://schemas.openxmlformats.org/drawingml/2006/main" w="51435">
            <a:solidFill>
              <a:srgbClr val="FF7909"/>
            </a:solidFill>
            <a:prstDash val="solid"/>
          </a:ln>
        </p:spPr>
      </p:sp>
      <p:sp>
        <p:nvSpPr>
          <p:cNvPr id="79" name="AI092-path-79">
            <a:extLst xmlns:a="http://schemas.openxmlformats.org/drawingml/2006/main">
              <a:ext uri="{FF2B5EF4-FFF2-40B4-BE49-F238E27FC236}">
                <a16:creationId xmlns:a16="http://schemas.microsoft.com/office/drawing/2014/main" id="{4F3590BB-1D68-49CF-9B0C-9C3EA44BF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7838" y="7058025"/>
            <a:ext cx="2943225" cy="1357313"/>
          </a:xfrm>
          <a:custGeom xmlns:a="http://schemas.openxmlformats.org/drawingml/2006/main">
            <a:pathLst>
              <a:path w="2943225" h="1357313">
                <a:moveTo>
                  <a:pt x="0" y="1357313"/>
                </a:moveTo>
                <a:lnTo>
                  <a:pt x="14288" y="1350169"/>
                </a:lnTo>
                <a:lnTo>
                  <a:pt x="28575" y="1335881"/>
                </a:lnTo>
                <a:lnTo>
                  <a:pt x="42863" y="1328738"/>
                </a:lnTo>
                <a:lnTo>
                  <a:pt x="57150" y="1314450"/>
                </a:lnTo>
                <a:lnTo>
                  <a:pt x="71438" y="1300163"/>
                </a:lnTo>
                <a:lnTo>
                  <a:pt x="85725" y="1293019"/>
                </a:lnTo>
                <a:lnTo>
                  <a:pt x="100013" y="1293019"/>
                </a:lnTo>
                <a:lnTo>
                  <a:pt x="114300" y="1293019"/>
                </a:lnTo>
                <a:lnTo>
                  <a:pt x="128588" y="1293019"/>
                </a:lnTo>
                <a:lnTo>
                  <a:pt x="142875" y="1285875"/>
                </a:lnTo>
                <a:lnTo>
                  <a:pt x="157163" y="1278731"/>
                </a:lnTo>
                <a:lnTo>
                  <a:pt x="171450" y="1271588"/>
                </a:lnTo>
                <a:lnTo>
                  <a:pt x="185738" y="1264444"/>
                </a:lnTo>
                <a:lnTo>
                  <a:pt x="200025" y="1264444"/>
                </a:lnTo>
                <a:lnTo>
                  <a:pt x="214313" y="1264444"/>
                </a:lnTo>
                <a:lnTo>
                  <a:pt x="228600" y="1264444"/>
                </a:lnTo>
                <a:lnTo>
                  <a:pt x="242888" y="1271588"/>
                </a:lnTo>
                <a:lnTo>
                  <a:pt x="257175" y="1285875"/>
                </a:lnTo>
                <a:lnTo>
                  <a:pt x="271463" y="1285875"/>
                </a:lnTo>
                <a:lnTo>
                  <a:pt x="285750" y="1293019"/>
                </a:lnTo>
                <a:lnTo>
                  <a:pt x="300038" y="1307306"/>
                </a:lnTo>
                <a:lnTo>
                  <a:pt x="314325" y="1307306"/>
                </a:lnTo>
                <a:lnTo>
                  <a:pt x="328613" y="1307306"/>
                </a:lnTo>
                <a:lnTo>
                  <a:pt x="342900" y="1300163"/>
                </a:lnTo>
                <a:lnTo>
                  <a:pt x="357188" y="1300163"/>
                </a:lnTo>
                <a:lnTo>
                  <a:pt x="371475" y="1307306"/>
                </a:lnTo>
                <a:lnTo>
                  <a:pt x="385763" y="1307306"/>
                </a:lnTo>
                <a:lnTo>
                  <a:pt x="400050" y="1307306"/>
                </a:lnTo>
                <a:lnTo>
                  <a:pt x="414338" y="1307306"/>
                </a:lnTo>
                <a:lnTo>
                  <a:pt x="428625" y="1307306"/>
                </a:lnTo>
                <a:lnTo>
                  <a:pt x="442913" y="1307306"/>
                </a:lnTo>
                <a:lnTo>
                  <a:pt x="457200" y="1307306"/>
                </a:lnTo>
                <a:lnTo>
                  <a:pt x="471488" y="1307306"/>
                </a:lnTo>
                <a:lnTo>
                  <a:pt x="485775" y="1307306"/>
                </a:lnTo>
                <a:lnTo>
                  <a:pt x="500063" y="1307306"/>
                </a:lnTo>
                <a:lnTo>
                  <a:pt x="514350" y="1307306"/>
                </a:lnTo>
                <a:lnTo>
                  <a:pt x="528638" y="1307306"/>
                </a:lnTo>
                <a:lnTo>
                  <a:pt x="542925" y="1307306"/>
                </a:lnTo>
                <a:lnTo>
                  <a:pt x="557213" y="1300163"/>
                </a:lnTo>
                <a:lnTo>
                  <a:pt x="571500" y="1293019"/>
                </a:lnTo>
                <a:lnTo>
                  <a:pt x="585788" y="1293019"/>
                </a:lnTo>
                <a:lnTo>
                  <a:pt x="600075" y="1293019"/>
                </a:lnTo>
                <a:lnTo>
                  <a:pt x="614363" y="1293019"/>
                </a:lnTo>
                <a:lnTo>
                  <a:pt x="628650" y="1293019"/>
                </a:lnTo>
                <a:lnTo>
                  <a:pt x="642938" y="1293019"/>
                </a:lnTo>
                <a:lnTo>
                  <a:pt x="657225" y="1293019"/>
                </a:lnTo>
                <a:lnTo>
                  <a:pt x="671513" y="1285875"/>
                </a:lnTo>
                <a:lnTo>
                  <a:pt x="685800" y="1285875"/>
                </a:lnTo>
                <a:lnTo>
                  <a:pt x="700088" y="1293019"/>
                </a:lnTo>
                <a:lnTo>
                  <a:pt x="714375" y="1293019"/>
                </a:lnTo>
                <a:lnTo>
                  <a:pt x="728663" y="1293019"/>
                </a:lnTo>
                <a:lnTo>
                  <a:pt x="742950" y="1293019"/>
                </a:lnTo>
                <a:lnTo>
                  <a:pt x="757238" y="1293019"/>
                </a:lnTo>
                <a:lnTo>
                  <a:pt x="771525" y="1285875"/>
                </a:lnTo>
                <a:lnTo>
                  <a:pt x="785813" y="1285875"/>
                </a:lnTo>
                <a:lnTo>
                  <a:pt x="800100" y="1285875"/>
                </a:lnTo>
                <a:lnTo>
                  <a:pt x="814388" y="1285875"/>
                </a:lnTo>
                <a:lnTo>
                  <a:pt x="828675" y="1285875"/>
                </a:lnTo>
                <a:lnTo>
                  <a:pt x="842963" y="1285875"/>
                </a:lnTo>
                <a:lnTo>
                  <a:pt x="857250" y="1285875"/>
                </a:lnTo>
                <a:lnTo>
                  <a:pt x="871538" y="1278731"/>
                </a:lnTo>
                <a:lnTo>
                  <a:pt x="885825" y="1278731"/>
                </a:lnTo>
                <a:lnTo>
                  <a:pt x="900113" y="1278731"/>
                </a:lnTo>
                <a:lnTo>
                  <a:pt x="914400" y="1278731"/>
                </a:lnTo>
                <a:lnTo>
                  <a:pt x="928688" y="1278731"/>
                </a:lnTo>
                <a:lnTo>
                  <a:pt x="942975" y="1278731"/>
                </a:lnTo>
                <a:lnTo>
                  <a:pt x="957263" y="1278731"/>
                </a:lnTo>
                <a:lnTo>
                  <a:pt x="971550" y="1278731"/>
                </a:lnTo>
                <a:lnTo>
                  <a:pt x="985838" y="1278731"/>
                </a:lnTo>
                <a:lnTo>
                  <a:pt x="1000125" y="1278731"/>
                </a:lnTo>
                <a:lnTo>
                  <a:pt x="1014413" y="1278731"/>
                </a:lnTo>
                <a:lnTo>
                  <a:pt x="1028700" y="1278731"/>
                </a:lnTo>
                <a:lnTo>
                  <a:pt x="1042988" y="1278731"/>
                </a:lnTo>
                <a:lnTo>
                  <a:pt x="1057275" y="1278731"/>
                </a:lnTo>
                <a:lnTo>
                  <a:pt x="1071563" y="1278731"/>
                </a:lnTo>
                <a:lnTo>
                  <a:pt x="1085850" y="1278731"/>
                </a:lnTo>
                <a:lnTo>
                  <a:pt x="1100138" y="1278731"/>
                </a:lnTo>
                <a:lnTo>
                  <a:pt x="1114425" y="1271588"/>
                </a:lnTo>
                <a:lnTo>
                  <a:pt x="1128713" y="1271588"/>
                </a:lnTo>
                <a:lnTo>
                  <a:pt x="1143000" y="1264444"/>
                </a:lnTo>
                <a:lnTo>
                  <a:pt x="1157288" y="1264444"/>
                </a:lnTo>
                <a:lnTo>
                  <a:pt x="1171575" y="1264444"/>
                </a:lnTo>
                <a:lnTo>
                  <a:pt x="1185863" y="1257300"/>
                </a:lnTo>
                <a:lnTo>
                  <a:pt x="1200150" y="1250156"/>
                </a:lnTo>
                <a:lnTo>
                  <a:pt x="1214438" y="1250156"/>
                </a:lnTo>
                <a:lnTo>
                  <a:pt x="1228725" y="1250156"/>
                </a:lnTo>
                <a:lnTo>
                  <a:pt x="1243013" y="1250156"/>
                </a:lnTo>
                <a:lnTo>
                  <a:pt x="1257300" y="1250156"/>
                </a:lnTo>
                <a:lnTo>
                  <a:pt x="1271588" y="1243013"/>
                </a:lnTo>
                <a:lnTo>
                  <a:pt x="1285875" y="1235869"/>
                </a:lnTo>
                <a:lnTo>
                  <a:pt x="1300163" y="1235869"/>
                </a:lnTo>
                <a:lnTo>
                  <a:pt x="1314450" y="1235869"/>
                </a:lnTo>
                <a:lnTo>
                  <a:pt x="1328738" y="1235869"/>
                </a:lnTo>
                <a:lnTo>
                  <a:pt x="1343025" y="1221581"/>
                </a:lnTo>
                <a:lnTo>
                  <a:pt x="1357313" y="1221581"/>
                </a:lnTo>
                <a:lnTo>
                  <a:pt x="1371600" y="1221581"/>
                </a:lnTo>
                <a:lnTo>
                  <a:pt x="1385888" y="1214438"/>
                </a:lnTo>
                <a:lnTo>
                  <a:pt x="1400175" y="1207294"/>
                </a:lnTo>
                <a:lnTo>
                  <a:pt x="1414463" y="1207294"/>
                </a:lnTo>
                <a:lnTo>
                  <a:pt x="1428750" y="1207294"/>
                </a:lnTo>
                <a:lnTo>
                  <a:pt x="1443038" y="1200150"/>
                </a:lnTo>
                <a:lnTo>
                  <a:pt x="1457325" y="1193006"/>
                </a:lnTo>
                <a:lnTo>
                  <a:pt x="1471613" y="1193006"/>
                </a:lnTo>
                <a:lnTo>
                  <a:pt x="1485900" y="1193006"/>
                </a:lnTo>
                <a:lnTo>
                  <a:pt x="1500188" y="1178719"/>
                </a:lnTo>
                <a:lnTo>
                  <a:pt x="1514475" y="1178719"/>
                </a:lnTo>
                <a:lnTo>
                  <a:pt x="1528763" y="1178719"/>
                </a:lnTo>
                <a:lnTo>
                  <a:pt x="1543050" y="1171575"/>
                </a:lnTo>
                <a:lnTo>
                  <a:pt x="1557338" y="1164431"/>
                </a:lnTo>
                <a:lnTo>
                  <a:pt x="1571625" y="1164431"/>
                </a:lnTo>
                <a:lnTo>
                  <a:pt x="1585913" y="1157288"/>
                </a:lnTo>
                <a:lnTo>
                  <a:pt x="1600200" y="1150144"/>
                </a:lnTo>
                <a:lnTo>
                  <a:pt x="1614488" y="1135856"/>
                </a:lnTo>
                <a:lnTo>
                  <a:pt x="1628775" y="1135856"/>
                </a:lnTo>
                <a:lnTo>
                  <a:pt x="1643063" y="1128713"/>
                </a:lnTo>
                <a:lnTo>
                  <a:pt x="1657350" y="1121569"/>
                </a:lnTo>
                <a:lnTo>
                  <a:pt x="1671638" y="1121569"/>
                </a:lnTo>
                <a:lnTo>
                  <a:pt x="1685925" y="1107281"/>
                </a:lnTo>
                <a:lnTo>
                  <a:pt x="1700213" y="1107281"/>
                </a:lnTo>
                <a:lnTo>
                  <a:pt x="1714500" y="1107281"/>
                </a:lnTo>
                <a:lnTo>
                  <a:pt x="1728788" y="1100138"/>
                </a:lnTo>
                <a:lnTo>
                  <a:pt x="1743075" y="1085850"/>
                </a:lnTo>
                <a:lnTo>
                  <a:pt x="1757363" y="1078706"/>
                </a:lnTo>
                <a:lnTo>
                  <a:pt x="1771650" y="1071563"/>
                </a:lnTo>
                <a:lnTo>
                  <a:pt x="1785938" y="1057275"/>
                </a:lnTo>
                <a:lnTo>
                  <a:pt x="1800225" y="1050131"/>
                </a:lnTo>
                <a:lnTo>
                  <a:pt x="1814513" y="1042988"/>
                </a:lnTo>
                <a:lnTo>
                  <a:pt x="1828800" y="1035844"/>
                </a:lnTo>
                <a:lnTo>
                  <a:pt x="1843088" y="1028700"/>
                </a:lnTo>
                <a:lnTo>
                  <a:pt x="1857375" y="1021556"/>
                </a:lnTo>
                <a:lnTo>
                  <a:pt x="1871663" y="1014413"/>
                </a:lnTo>
                <a:lnTo>
                  <a:pt x="1885950" y="1007269"/>
                </a:lnTo>
                <a:lnTo>
                  <a:pt x="1900238" y="1000125"/>
                </a:lnTo>
                <a:lnTo>
                  <a:pt x="1914525" y="985838"/>
                </a:lnTo>
                <a:lnTo>
                  <a:pt x="1928813" y="978694"/>
                </a:lnTo>
                <a:lnTo>
                  <a:pt x="1943100" y="971550"/>
                </a:lnTo>
                <a:lnTo>
                  <a:pt x="1957388" y="964406"/>
                </a:lnTo>
                <a:lnTo>
                  <a:pt x="1971675" y="964406"/>
                </a:lnTo>
                <a:lnTo>
                  <a:pt x="1985963" y="964406"/>
                </a:lnTo>
                <a:lnTo>
                  <a:pt x="2000250" y="964406"/>
                </a:lnTo>
                <a:lnTo>
                  <a:pt x="2014538" y="964406"/>
                </a:lnTo>
                <a:lnTo>
                  <a:pt x="2028825" y="964406"/>
                </a:lnTo>
                <a:lnTo>
                  <a:pt x="2043113" y="950119"/>
                </a:lnTo>
                <a:lnTo>
                  <a:pt x="2057400" y="950119"/>
                </a:lnTo>
                <a:lnTo>
                  <a:pt x="2071688" y="942975"/>
                </a:lnTo>
                <a:lnTo>
                  <a:pt x="2085975" y="935831"/>
                </a:lnTo>
                <a:lnTo>
                  <a:pt x="2100263" y="935831"/>
                </a:lnTo>
                <a:lnTo>
                  <a:pt x="2114550" y="921544"/>
                </a:lnTo>
                <a:lnTo>
                  <a:pt x="2128838" y="921544"/>
                </a:lnTo>
                <a:lnTo>
                  <a:pt x="2143125" y="921544"/>
                </a:lnTo>
                <a:lnTo>
                  <a:pt x="2157413" y="907256"/>
                </a:lnTo>
                <a:lnTo>
                  <a:pt x="2171700" y="907256"/>
                </a:lnTo>
                <a:lnTo>
                  <a:pt x="2185988" y="907256"/>
                </a:lnTo>
                <a:lnTo>
                  <a:pt x="2200275" y="900113"/>
                </a:lnTo>
                <a:lnTo>
                  <a:pt x="2214563" y="892969"/>
                </a:lnTo>
                <a:lnTo>
                  <a:pt x="2228850" y="892969"/>
                </a:lnTo>
                <a:lnTo>
                  <a:pt x="2243138" y="892969"/>
                </a:lnTo>
                <a:lnTo>
                  <a:pt x="2257425" y="885825"/>
                </a:lnTo>
                <a:lnTo>
                  <a:pt x="2271713" y="871538"/>
                </a:lnTo>
                <a:lnTo>
                  <a:pt x="2286000" y="864394"/>
                </a:lnTo>
                <a:lnTo>
                  <a:pt x="2300288" y="857250"/>
                </a:lnTo>
                <a:lnTo>
                  <a:pt x="2314575" y="842963"/>
                </a:lnTo>
                <a:lnTo>
                  <a:pt x="2328863" y="835819"/>
                </a:lnTo>
                <a:lnTo>
                  <a:pt x="2343150" y="821531"/>
                </a:lnTo>
                <a:lnTo>
                  <a:pt x="2357438" y="807244"/>
                </a:lnTo>
                <a:lnTo>
                  <a:pt x="2371725" y="792956"/>
                </a:lnTo>
                <a:lnTo>
                  <a:pt x="2386013" y="778669"/>
                </a:lnTo>
                <a:lnTo>
                  <a:pt x="2400300" y="771525"/>
                </a:lnTo>
                <a:lnTo>
                  <a:pt x="2414588" y="757238"/>
                </a:lnTo>
                <a:lnTo>
                  <a:pt x="2428875" y="757238"/>
                </a:lnTo>
                <a:lnTo>
                  <a:pt x="2443163" y="742950"/>
                </a:lnTo>
                <a:lnTo>
                  <a:pt x="2457450" y="735806"/>
                </a:lnTo>
                <a:lnTo>
                  <a:pt x="2471738" y="721519"/>
                </a:lnTo>
                <a:lnTo>
                  <a:pt x="2486025" y="714375"/>
                </a:lnTo>
                <a:lnTo>
                  <a:pt x="2500313" y="700088"/>
                </a:lnTo>
                <a:lnTo>
                  <a:pt x="2514600" y="685800"/>
                </a:lnTo>
                <a:lnTo>
                  <a:pt x="2528888" y="678656"/>
                </a:lnTo>
                <a:lnTo>
                  <a:pt x="2543175" y="678656"/>
                </a:lnTo>
                <a:lnTo>
                  <a:pt x="2600325" y="535781"/>
                </a:lnTo>
                <a:lnTo>
                  <a:pt x="2614613" y="550069"/>
                </a:lnTo>
                <a:lnTo>
                  <a:pt x="2628900" y="542925"/>
                </a:lnTo>
                <a:lnTo>
                  <a:pt x="2643188" y="521494"/>
                </a:lnTo>
                <a:lnTo>
                  <a:pt x="2657475" y="507206"/>
                </a:lnTo>
                <a:lnTo>
                  <a:pt x="2671763" y="492919"/>
                </a:lnTo>
                <a:lnTo>
                  <a:pt x="2686050" y="471488"/>
                </a:lnTo>
                <a:lnTo>
                  <a:pt x="2700338" y="464344"/>
                </a:lnTo>
                <a:lnTo>
                  <a:pt x="2714625" y="442913"/>
                </a:lnTo>
                <a:lnTo>
                  <a:pt x="2728913" y="414338"/>
                </a:lnTo>
                <a:lnTo>
                  <a:pt x="2743200" y="385763"/>
                </a:lnTo>
                <a:lnTo>
                  <a:pt x="2757488" y="350044"/>
                </a:lnTo>
                <a:lnTo>
                  <a:pt x="2771775" y="307181"/>
                </a:lnTo>
                <a:lnTo>
                  <a:pt x="2786063" y="271463"/>
                </a:lnTo>
                <a:lnTo>
                  <a:pt x="2800350" y="228600"/>
                </a:lnTo>
                <a:lnTo>
                  <a:pt x="2814638" y="178594"/>
                </a:lnTo>
                <a:lnTo>
                  <a:pt x="2828925" y="142875"/>
                </a:lnTo>
                <a:lnTo>
                  <a:pt x="2843213" y="107156"/>
                </a:lnTo>
                <a:lnTo>
                  <a:pt x="2857500" y="71438"/>
                </a:lnTo>
                <a:lnTo>
                  <a:pt x="2871788" y="42863"/>
                </a:lnTo>
                <a:lnTo>
                  <a:pt x="2886075" y="28575"/>
                </a:lnTo>
                <a:lnTo>
                  <a:pt x="2900363" y="21431"/>
                </a:lnTo>
                <a:lnTo>
                  <a:pt x="2914650" y="14288"/>
                </a:lnTo>
                <a:lnTo>
                  <a:pt x="2928938" y="7144"/>
                </a:lnTo>
                <a:lnTo>
                  <a:pt x="2943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1435">
            <a:solidFill>
              <a:srgbClr val="257CBA"/>
            </a:solidFill>
            <a:prstDash val="solid"/>
          </a:ln>
        </p:spPr>
      </p:sp>
      <p:sp>
        <p:nvSpPr>
          <p:cNvPr id="80" name="AI092-path-80">
            <a:extLst xmlns:a="http://schemas.openxmlformats.org/drawingml/2006/main">
              <a:ext uri="{FF2B5EF4-FFF2-40B4-BE49-F238E27FC236}">
                <a16:creationId xmlns:a16="http://schemas.microsoft.com/office/drawing/2014/main" id="{B2B733AD-0467-459F-91DC-17B05632F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7115175"/>
            <a:ext cx="714375" cy="29"/>
          </a:xfrm>
          <a:custGeom xmlns:a="http://schemas.openxmlformats.org/drawingml/2006/main">
            <a:pathLst>
              <a:path w="714375" h="29">
                <a:moveTo>
                  <a:pt x="0" y="0"/>
                </a:moveTo>
                <a:lnTo>
                  <a:pt x="71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4292">
            <a:solidFill>
              <a:srgbClr val="FF7909"/>
            </a:solidFill>
            <a:prstDash val="solid"/>
          </a:ln>
        </p:spPr>
      </p:sp>
      <p:sp>
        <p:nvSpPr>
          <p:cNvPr id="81" name="AI092-81">
            <a:extLst xmlns:a="http://schemas.openxmlformats.org/drawingml/2006/main">
              <a:ext uri="{FF2B5EF4-FFF2-40B4-BE49-F238E27FC236}">
                <a16:creationId xmlns:a16="http://schemas.microsoft.com/office/drawing/2014/main" id="{B0D187CB-83CA-4B84-86C6-1D3B9265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600" y="6886575"/>
            <a:ext cx="685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</a:t>
            </a:r>
          </a:p>
        </p:txBody>
      </p:sp>
      <p:sp>
        <p:nvSpPr>
          <p:cNvPr id="82" name="AI092-path-82">
            <a:extLst xmlns:a="http://schemas.openxmlformats.org/drawingml/2006/main">
              <a:ext uri="{FF2B5EF4-FFF2-40B4-BE49-F238E27FC236}">
                <a16:creationId xmlns:a16="http://schemas.microsoft.com/office/drawing/2014/main" id="{42A5138F-5903-44D0-A3CE-7E6E39D01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7586663"/>
            <a:ext cx="714375" cy="29"/>
          </a:xfrm>
          <a:custGeom xmlns:a="http://schemas.openxmlformats.org/drawingml/2006/main">
            <a:pathLst>
              <a:path w="714375" h="29">
                <a:moveTo>
                  <a:pt x="0" y="0"/>
                </a:moveTo>
                <a:lnTo>
                  <a:pt x="714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4292">
            <a:solidFill>
              <a:srgbClr val="257CBA"/>
            </a:solidFill>
            <a:prstDash val="solid"/>
          </a:ln>
        </p:spPr>
      </p:sp>
      <p:sp>
        <p:nvSpPr>
          <p:cNvPr id="83" name="AI092-83">
            <a:extLst xmlns:a="http://schemas.openxmlformats.org/drawingml/2006/main">
              <a:ext uri="{FF2B5EF4-FFF2-40B4-BE49-F238E27FC236}">
                <a16:creationId xmlns:a16="http://schemas.microsoft.com/office/drawing/2014/main" id="{D73CE745-DB31-4C71-B772-F11C8535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600" y="7358063"/>
            <a:ext cx="685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zh</a:t>
            </a:r>
          </a:p>
        </p:txBody>
      </p:sp>
      <p:sp>
        <p:nvSpPr>
          <p:cNvPr id="84" name="AI092-84">
            <a:extLst xmlns:a="http://schemas.openxmlformats.org/drawingml/2006/main">
              <a:ext uri="{FF2B5EF4-FFF2-40B4-BE49-F238E27FC236}">
                <a16:creationId xmlns:a16="http://schemas.microsoft.com/office/drawing/2014/main" id="{7DB05CFA-7B49-4F26-94AC-BA4898AD4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4600" y="9544050"/>
            <a:ext cx="2457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Phase 1</a:t>
            </a:r>
          </a:p>
        </p:txBody>
      </p:sp>
      <p:sp>
        <p:nvSpPr>
          <p:cNvPr id="85" name="AI092-85">
            <a:extLst xmlns:a="http://schemas.openxmlformats.org/drawingml/2006/main">
              <a:ext uri="{FF2B5EF4-FFF2-40B4-BE49-F238E27FC236}">
                <a16:creationId xmlns:a16="http://schemas.microsoft.com/office/drawing/2014/main" id="{26D6AF5D-6338-4BD6-B4A3-C244DFD2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7450" y="10115550"/>
            <a:ext cx="400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00E817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E817"/>
                </a:solidFill>
                <a:latin typeface="Arial"/>
                <a:ea typeface="Arial"/>
                <a:cs typeface="Arial"/>
              </a:rPr>
              <a:t>↑</a:t>
            </a:r>
          </a:p>
        </p:txBody>
      </p:sp>
      <p:sp>
        <p:nvSpPr>
          <p:cNvPr id="86" name="AI092-86">
            <a:extLst xmlns:a="http://schemas.openxmlformats.org/drawingml/2006/main">
              <a:ext uri="{FF2B5EF4-FFF2-40B4-BE49-F238E27FC236}">
                <a16:creationId xmlns:a16="http://schemas.microsoft.com/office/drawing/2014/main" id="{289EE30C-010C-478D-A09B-04831A25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3225" y="10115550"/>
            <a:ext cx="2057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7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7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entropy</a:t>
            </a:r>
          </a:p>
        </p:txBody>
      </p:sp>
      <p:sp>
        <p:nvSpPr>
          <p:cNvPr id="87" name="AI092-87">
            <a:extLst xmlns:a="http://schemas.openxmlformats.org/drawingml/2006/main">
              <a:ext uri="{FF2B5EF4-FFF2-40B4-BE49-F238E27FC236}">
                <a16:creationId xmlns:a16="http://schemas.microsoft.com/office/drawing/2014/main" id="{48CDA314-9959-470E-885E-13B9DFE6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7450" y="10658475"/>
            <a:ext cx="400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FF000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88" name="AI092-88">
            <a:extLst xmlns:a="http://schemas.openxmlformats.org/drawingml/2006/main">
              <a:ext uri="{FF2B5EF4-FFF2-40B4-BE49-F238E27FC236}">
                <a16:creationId xmlns:a16="http://schemas.microsoft.com/office/drawing/2014/main" id="{DAB7F176-757C-45FF-9A64-ADE83A98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3225" y="10658475"/>
            <a:ext cx="2000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70" b="0">
                <a:solidFill>
                  <a:srgbClr val="00A16C"/>
                </a:solidFill>
                <a:latin typeface="Arial"/>
                <a:ea typeface="Arial"/>
                <a:cs typeface="Arial"/>
              </a:defRPr>
            </a:pPr>
            <a:r>
              <a:rPr sz="2970" b="0">
                <a:solidFill>
                  <a:srgbClr val="00A16C"/>
                </a:solidFill>
                <a:latin typeface="Arial"/>
                <a:ea typeface="Arial"/>
                <a:cs typeface="Arial"/>
              </a:rPr>
              <a:t>energy</a:t>
            </a:r>
          </a:p>
        </p:txBody>
      </p:sp>
      <p:sp>
        <p:nvSpPr>
          <p:cNvPr id="89" name="AI092-89">
            <a:extLst xmlns:a="http://schemas.openxmlformats.org/drawingml/2006/main">
              <a:ext uri="{FF2B5EF4-FFF2-40B4-BE49-F238E27FC236}">
                <a16:creationId xmlns:a16="http://schemas.microsoft.com/office/drawing/2014/main" id="{E471CE8B-F4C7-4947-96E9-15CEFF166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57450" y="1120140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FF000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90" name="AI092-90">
            <a:extLst xmlns:a="http://schemas.openxmlformats.org/drawingml/2006/main">
              <a:ext uri="{FF2B5EF4-FFF2-40B4-BE49-F238E27FC236}">
                <a16:creationId xmlns:a16="http://schemas.microsoft.com/office/drawing/2014/main" id="{B07471AD-658C-44CC-82B4-4BC96F71E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43225" y="11201400"/>
            <a:ext cx="771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70" b="0">
                <a:solidFill>
                  <a:srgbClr val="FF7909"/>
                </a:solidFill>
                <a:latin typeface="Arial"/>
                <a:ea typeface="Arial"/>
                <a:cs typeface="Arial"/>
              </a:defRPr>
            </a:pPr>
            <a:r>
              <a:rPr sz="2970" b="0">
                <a:solidFill>
                  <a:srgbClr val="FF7909"/>
                </a:solidFill>
                <a:latin typeface="Arial"/>
                <a:ea typeface="Arial"/>
                <a:cs typeface="Arial"/>
              </a:rPr>
              <a:t>en</a:t>
            </a:r>
          </a:p>
        </p:txBody>
      </p:sp>
      <p:sp>
        <p:nvSpPr>
          <p:cNvPr id="91" name="AI092-91">
            <a:extLst xmlns:a="http://schemas.openxmlformats.org/drawingml/2006/main">
              <a:ext uri="{FF2B5EF4-FFF2-40B4-BE49-F238E27FC236}">
                <a16:creationId xmlns:a16="http://schemas.microsoft.com/office/drawing/2014/main" id="{30C35813-0777-4EE8-B19B-C78204F3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7600" y="1120140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FF000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92" name="AI092-92">
            <a:extLst xmlns:a="http://schemas.openxmlformats.org/drawingml/2006/main">
              <a:ext uri="{FF2B5EF4-FFF2-40B4-BE49-F238E27FC236}">
                <a16:creationId xmlns:a16="http://schemas.microsoft.com/office/drawing/2014/main" id="{0891BC22-67FF-4AC2-A1DD-26020868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14800" y="1120140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70" b="0">
                <a:solidFill>
                  <a:srgbClr val="257CBA"/>
                </a:solidFill>
                <a:latin typeface="Arial"/>
                <a:ea typeface="Arial"/>
                <a:cs typeface="Arial"/>
              </a:defRPr>
            </a:pPr>
            <a:r>
              <a:rPr sz="2970" b="0">
                <a:solidFill>
                  <a:srgbClr val="257CBA"/>
                </a:solidFill>
                <a:latin typeface="Arial"/>
                <a:ea typeface="Arial"/>
                <a:cs typeface="Arial"/>
              </a:rPr>
              <a:t>zh</a:t>
            </a:r>
          </a:p>
        </p:txBody>
      </p:sp>
      <p:sp>
        <p:nvSpPr>
          <p:cNvPr id="93" name="AI092-93">
            <a:extLst xmlns:a="http://schemas.openxmlformats.org/drawingml/2006/main">
              <a:ext uri="{FF2B5EF4-FFF2-40B4-BE49-F238E27FC236}">
                <a16:creationId xmlns:a16="http://schemas.microsoft.com/office/drawing/2014/main" id="{6672C4F5-BFE8-4575-8A7A-906FAA1CF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57775" y="9544050"/>
            <a:ext cx="2457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9600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9600FF"/>
                </a:solidFill>
                <a:latin typeface="Arial"/>
                <a:ea typeface="Arial"/>
                <a:cs typeface="Arial"/>
              </a:rPr>
              <a:t>Phase 2</a:t>
            </a:r>
          </a:p>
        </p:txBody>
      </p:sp>
      <p:sp>
        <p:nvSpPr>
          <p:cNvPr id="94" name="AI092-94">
            <a:extLst xmlns:a="http://schemas.openxmlformats.org/drawingml/2006/main">
              <a:ext uri="{FF2B5EF4-FFF2-40B4-BE49-F238E27FC236}">
                <a16:creationId xmlns:a16="http://schemas.microsoft.com/office/drawing/2014/main" id="{F106B553-4A87-4EE1-8B14-F4870CFF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625" y="10115550"/>
            <a:ext cx="400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FF000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95" name="AI092-95">
            <a:extLst xmlns:a="http://schemas.openxmlformats.org/drawingml/2006/main">
              <a:ext uri="{FF2B5EF4-FFF2-40B4-BE49-F238E27FC236}">
                <a16:creationId xmlns:a16="http://schemas.microsoft.com/office/drawing/2014/main" id="{533EDEBB-34BD-4CC1-9E6A-E9A562036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10115550"/>
            <a:ext cx="2057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7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7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entropy</a:t>
            </a:r>
          </a:p>
        </p:txBody>
      </p:sp>
      <p:sp>
        <p:nvSpPr>
          <p:cNvPr id="96" name="AI092-96">
            <a:extLst xmlns:a="http://schemas.openxmlformats.org/drawingml/2006/main">
              <a:ext uri="{FF2B5EF4-FFF2-40B4-BE49-F238E27FC236}">
                <a16:creationId xmlns:a16="http://schemas.microsoft.com/office/drawing/2014/main" id="{328A3DD5-F31F-4C50-A2FD-59429FBD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625" y="10658475"/>
            <a:ext cx="400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FF000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97" name="AI092-97">
            <a:extLst xmlns:a="http://schemas.openxmlformats.org/drawingml/2006/main">
              <a:ext uri="{FF2B5EF4-FFF2-40B4-BE49-F238E27FC236}">
                <a16:creationId xmlns:a16="http://schemas.microsoft.com/office/drawing/2014/main" id="{DC56FBC6-F6DB-493C-85A2-D641075A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10658475"/>
            <a:ext cx="2000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70" b="0">
                <a:solidFill>
                  <a:srgbClr val="00A16C"/>
                </a:solidFill>
                <a:latin typeface="Arial"/>
                <a:ea typeface="Arial"/>
                <a:cs typeface="Arial"/>
              </a:defRPr>
            </a:pPr>
            <a:r>
              <a:rPr sz="2970" b="0">
                <a:solidFill>
                  <a:srgbClr val="00A16C"/>
                </a:solidFill>
                <a:latin typeface="Arial"/>
                <a:ea typeface="Arial"/>
                <a:cs typeface="Arial"/>
              </a:rPr>
              <a:t>energy</a:t>
            </a:r>
          </a:p>
        </p:txBody>
      </p:sp>
      <p:sp>
        <p:nvSpPr>
          <p:cNvPr id="98" name="AI092-98">
            <a:extLst xmlns:a="http://schemas.openxmlformats.org/drawingml/2006/main">
              <a:ext uri="{FF2B5EF4-FFF2-40B4-BE49-F238E27FC236}">
                <a16:creationId xmlns:a16="http://schemas.microsoft.com/office/drawing/2014/main" id="{AB8997A1-45CA-49FF-86EF-2CDD24B9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00625" y="1120140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00E817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E817"/>
                </a:solidFill>
                <a:latin typeface="Arial"/>
                <a:ea typeface="Arial"/>
                <a:cs typeface="Arial"/>
              </a:rPr>
              <a:t>↑</a:t>
            </a:r>
          </a:p>
        </p:txBody>
      </p:sp>
      <p:sp>
        <p:nvSpPr>
          <p:cNvPr id="99" name="AI092-99">
            <a:extLst xmlns:a="http://schemas.openxmlformats.org/drawingml/2006/main">
              <a:ext uri="{FF2B5EF4-FFF2-40B4-BE49-F238E27FC236}">
                <a16:creationId xmlns:a16="http://schemas.microsoft.com/office/drawing/2014/main" id="{AC46936F-968B-4EDF-BD49-56ADAD73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86400" y="11201400"/>
            <a:ext cx="771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70" b="0">
                <a:solidFill>
                  <a:srgbClr val="FF7909"/>
                </a:solidFill>
                <a:latin typeface="Arial"/>
                <a:ea typeface="Arial"/>
                <a:cs typeface="Arial"/>
              </a:defRPr>
            </a:pPr>
            <a:r>
              <a:rPr sz="2970" b="0">
                <a:solidFill>
                  <a:srgbClr val="FF7909"/>
                </a:solidFill>
                <a:latin typeface="Arial"/>
                <a:ea typeface="Arial"/>
                <a:cs typeface="Arial"/>
              </a:rPr>
              <a:t>en</a:t>
            </a:r>
          </a:p>
        </p:txBody>
      </p:sp>
      <p:sp>
        <p:nvSpPr>
          <p:cNvPr id="100" name="AI092-100">
            <a:extLst xmlns:a="http://schemas.openxmlformats.org/drawingml/2006/main">
              <a:ext uri="{FF2B5EF4-FFF2-40B4-BE49-F238E27FC236}">
                <a16:creationId xmlns:a16="http://schemas.microsoft.com/office/drawing/2014/main" id="{4CA96826-D03A-4C0A-B27F-AC408D1BA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00775" y="1120140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FF000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01" name="AI092-101">
            <a:extLst xmlns:a="http://schemas.openxmlformats.org/drawingml/2006/main">
              <a:ext uri="{FF2B5EF4-FFF2-40B4-BE49-F238E27FC236}">
                <a16:creationId xmlns:a16="http://schemas.microsoft.com/office/drawing/2014/main" id="{67127C4E-0B58-4BC0-BA93-D7B4D8F17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57975" y="1120140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70" b="0">
                <a:solidFill>
                  <a:srgbClr val="257CBA"/>
                </a:solidFill>
                <a:latin typeface="Arial"/>
                <a:ea typeface="Arial"/>
                <a:cs typeface="Arial"/>
              </a:defRPr>
            </a:pPr>
            <a:r>
              <a:rPr sz="2970" b="0">
                <a:solidFill>
                  <a:srgbClr val="257CBA"/>
                </a:solidFill>
                <a:latin typeface="Arial"/>
                <a:ea typeface="Arial"/>
                <a:cs typeface="Arial"/>
              </a:rPr>
              <a:t>zh</a:t>
            </a:r>
          </a:p>
        </p:txBody>
      </p:sp>
      <p:sp>
        <p:nvSpPr>
          <p:cNvPr id="102" name="AI092-102">
            <a:extLst xmlns:a="http://schemas.openxmlformats.org/drawingml/2006/main">
              <a:ext uri="{FF2B5EF4-FFF2-40B4-BE49-F238E27FC236}">
                <a16:creationId xmlns:a16="http://schemas.microsoft.com/office/drawing/2014/main" id="{552CFF5C-73F2-47EF-A3DB-2E1F3340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9544050"/>
            <a:ext cx="24574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1">
                <a:solidFill>
                  <a:srgbClr val="F4C329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4C329"/>
                </a:solidFill>
                <a:latin typeface="Arial"/>
                <a:ea typeface="Arial"/>
                <a:cs typeface="Arial"/>
              </a:rPr>
              <a:t>Phase 3</a:t>
            </a:r>
          </a:p>
        </p:txBody>
      </p:sp>
      <p:sp>
        <p:nvSpPr>
          <p:cNvPr id="103" name="AI092-103">
            <a:extLst xmlns:a="http://schemas.openxmlformats.org/drawingml/2006/main">
              <a:ext uri="{FF2B5EF4-FFF2-40B4-BE49-F238E27FC236}">
                <a16:creationId xmlns:a16="http://schemas.microsoft.com/office/drawing/2014/main" id="{9677C21E-51B7-40B8-867A-BD88032C0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10115550"/>
            <a:ext cx="400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FF000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04" name="AI092-104">
            <a:extLst xmlns:a="http://schemas.openxmlformats.org/drawingml/2006/main">
              <a:ext uri="{FF2B5EF4-FFF2-40B4-BE49-F238E27FC236}">
                <a16:creationId xmlns:a16="http://schemas.microsoft.com/office/drawing/2014/main" id="{21FABE04-FDF6-4906-9B60-2DA8C6E0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10115550"/>
            <a:ext cx="2057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7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97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entropy</a:t>
            </a:r>
          </a:p>
        </p:txBody>
      </p:sp>
      <p:sp>
        <p:nvSpPr>
          <p:cNvPr id="105" name="AI092-105">
            <a:extLst xmlns:a="http://schemas.openxmlformats.org/drawingml/2006/main">
              <a:ext uri="{FF2B5EF4-FFF2-40B4-BE49-F238E27FC236}">
                <a16:creationId xmlns:a16="http://schemas.microsoft.com/office/drawing/2014/main" id="{0AFE641C-89CF-489A-8FB1-25635885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10658475"/>
            <a:ext cx="4000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00E817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E817"/>
                </a:solidFill>
                <a:latin typeface="Arial"/>
                <a:ea typeface="Arial"/>
                <a:cs typeface="Arial"/>
              </a:rPr>
              <a:t>↑</a:t>
            </a:r>
          </a:p>
        </p:txBody>
      </p:sp>
      <p:sp>
        <p:nvSpPr>
          <p:cNvPr id="106" name="AI092-106">
            <a:extLst xmlns:a="http://schemas.openxmlformats.org/drawingml/2006/main">
              <a:ext uri="{FF2B5EF4-FFF2-40B4-BE49-F238E27FC236}">
                <a16:creationId xmlns:a16="http://schemas.microsoft.com/office/drawing/2014/main" id="{27DBC08C-B5EB-45E3-92E9-F41C2C0F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10658475"/>
            <a:ext cx="2000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70" b="0">
                <a:solidFill>
                  <a:srgbClr val="00A16C"/>
                </a:solidFill>
                <a:latin typeface="Arial"/>
                <a:ea typeface="Arial"/>
                <a:cs typeface="Arial"/>
              </a:defRPr>
            </a:pPr>
            <a:r>
              <a:rPr sz="2970" b="0">
                <a:solidFill>
                  <a:srgbClr val="00A16C"/>
                </a:solidFill>
                <a:latin typeface="Arial"/>
                <a:ea typeface="Arial"/>
                <a:cs typeface="Arial"/>
              </a:rPr>
              <a:t>energy</a:t>
            </a:r>
          </a:p>
        </p:txBody>
      </p:sp>
      <p:sp>
        <p:nvSpPr>
          <p:cNvPr id="107" name="AI092-107">
            <a:extLst xmlns:a="http://schemas.openxmlformats.org/drawingml/2006/main">
              <a:ext uri="{FF2B5EF4-FFF2-40B4-BE49-F238E27FC236}">
                <a16:creationId xmlns:a16="http://schemas.microsoft.com/office/drawing/2014/main" id="{3B1D27C9-788B-4E33-B8CE-8D08FA9D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43800" y="1120140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FF0000"/>
                </a:solidFill>
                <a:latin typeface="Arial"/>
                <a:ea typeface="Arial"/>
                <a:cs typeface="Arial"/>
              </a:rPr>
              <a:t>↓</a:t>
            </a:r>
          </a:p>
        </p:txBody>
      </p:sp>
      <p:sp>
        <p:nvSpPr>
          <p:cNvPr id="108" name="AI092-108">
            <a:extLst xmlns:a="http://schemas.openxmlformats.org/drawingml/2006/main">
              <a:ext uri="{FF2B5EF4-FFF2-40B4-BE49-F238E27FC236}">
                <a16:creationId xmlns:a16="http://schemas.microsoft.com/office/drawing/2014/main" id="{23070DFC-55A5-4B96-BFCF-45F312B1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11201400"/>
            <a:ext cx="771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70" b="0">
                <a:solidFill>
                  <a:srgbClr val="FF7909"/>
                </a:solidFill>
                <a:latin typeface="Arial"/>
                <a:ea typeface="Arial"/>
                <a:cs typeface="Arial"/>
              </a:defRPr>
            </a:pPr>
            <a:r>
              <a:rPr sz="2970" b="0">
                <a:solidFill>
                  <a:srgbClr val="FF7909"/>
                </a:solidFill>
                <a:latin typeface="Arial"/>
                <a:ea typeface="Arial"/>
                <a:cs typeface="Arial"/>
              </a:rPr>
              <a:t>en</a:t>
            </a:r>
          </a:p>
        </p:txBody>
      </p:sp>
      <p:sp>
        <p:nvSpPr>
          <p:cNvPr id="109" name="AI092-109">
            <a:extLst xmlns:a="http://schemas.openxmlformats.org/drawingml/2006/main">
              <a:ext uri="{FF2B5EF4-FFF2-40B4-BE49-F238E27FC236}">
                <a16:creationId xmlns:a16="http://schemas.microsoft.com/office/drawing/2014/main" id="{3B958668-568D-49FF-AAD8-EC24071AA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11201400"/>
            <a:ext cx="400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00E817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00E817"/>
                </a:solidFill>
                <a:latin typeface="Arial"/>
                <a:ea typeface="Arial"/>
                <a:cs typeface="Arial"/>
              </a:rPr>
              <a:t>↑</a:t>
            </a:r>
          </a:p>
        </p:txBody>
      </p:sp>
      <p:sp>
        <p:nvSpPr>
          <p:cNvPr id="110" name="AI092-110">
            <a:extLst xmlns:a="http://schemas.openxmlformats.org/drawingml/2006/main">
              <a:ext uri="{FF2B5EF4-FFF2-40B4-BE49-F238E27FC236}">
                <a16:creationId xmlns:a16="http://schemas.microsoft.com/office/drawing/2014/main" id="{F5303208-7DEA-486F-9C1C-548C4640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0" y="1120140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970" b="0">
                <a:solidFill>
                  <a:srgbClr val="257CBA"/>
                </a:solidFill>
                <a:latin typeface="Arial"/>
                <a:ea typeface="Arial"/>
                <a:cs typeface="Arial"/>
              </a:defRPr>
            </a:pPr>
            <a:r>
              <a:rPr sz="2970" b="0">
                <a:solidFill>
                  <a:srgbClr val="257CBA"/>
                </a:solidFill>
                <a:latin typeface="Arial"/>
                <a:ea typeface="Arial"/>
                <a:cs typeface="Arial"/>
              </a:rPr>
              <a:t>zh</a:t>
            </a:r>
          </a:p>
        </p:txBody>
      </p:sp>
      <p:sp>
        <p:nvSpPr>
          <p:cNvPr id="111" name="AI092-path-111">
            <a:extLst xmlns:a="http://schemas.openxmlformats.org/drawingml/2006/main">
              <a:ext uri="{FF2B5EF4-FFF2-40B4-BE49-F238E27FC236}">
                <a16:creationId xmlns:a16="http://schemas.microsoft.com/office/drawing/2014/main" id="{6C48C118-2B4E-42F0-8901-5CB51997B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6615113"/>
            <a:ext cx="9872663" cy="29"/>
          </a:xfrm>
          <a:custGeom xmlns:a="http://schemas.openxmlformats.org/drawingml/2006/main">
            <a:pathLst>
              <a:path w="9872663" h="29">
                <a:moveTo>
                  <a:pt x="0" y="0"/>
                </a:moveTo>
                <a:lnTo>
                  <a:pt x="987266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291">
            <a:solidFill>
              <a:srgbClr val="B8B8B8"/>
            </a:solidFill>
            <a:prstDash val="solid"/>
          </a:ln>
        </p:spPr>
      </p:sp>
      <p:sp>
        <p:nvSpPr>
          <p:cNvPr id="112" name="AI092-path-112">
            <a:extLst xmlns:a="http://schemas.openxmlformats.org/drawingml/2006/main">
              <a:ext uri="{FF2B5EF4-FFF2-40B4-BE49-F238E27FC236}">
                <a16:creationId xmlns:a16="http://schemas.microsoft.com/office/drawing/2014/main" id="{33D88030-D4AF-4508-9310-BCF85C1A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36984" y="6509122"/>
            <a:ext cx="265366" cy="211981"/>
          </a:xfrm>
          <a:custGeom xmlns:a="http://schemas.openxmlformats.org/drawingml/2006/main">
            <a:pathLst>
              <a:path w="265366" h="211981">
                <a:moveTo>
                  <a:pt x="265366" y="105991"/>
                </a:moveTo>
                <a:lnTo>
                  <a:pt x="0" y="2119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B8B8B8"/>
          </a:solidFill>
          <a:ln xmlns:a="http://schemas.openxmlformats.org/drawingml/2006/main" w="0">
            <a:solidFill>
              <a:srgbClr val="B8B8B8"/>
            </a:solidFill>
            <a:prstDash val="solid"/>
          </a:ln>
        </p:spPr>
      </p:sp>
      <p:sp>
        <p:nvSpPr>
          <p:cNvPr id="113" name="AI092-path-113">
            <a:extLst xmlns:a="http://schemas.openxmlformats.org/drawingml/2006/main">
              <a:ext uri="{FF2B5EF4-FFF2-40B4-BE49-F238E27FC236}">
                <a16:creationId xmlns:a16="http://schemas.microsoft.com/office/drawing/2014/main" id="{39F74714-1A6F-4273-AD6A-31BD317E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8848" y="1271588"/>
            <a:ext cx="29" cy="9986963"/>
          </a:xfrm>
          <a:custGeom xmlns:a="http://schemas.openxmlformats.org/drawingml/2006/main">
            <a:pathLst>
              <a:path w="29" h="9986963">
                <a:moveTo>
                  <a:pt x="0" y="9986963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4291">
            <a:solidFill>
              <a:srgbClr val="B8B8B8"/>
            </a:solidFill>
            <a:prstDash val="solid"/>
          </a:ln>
        </p:spPr>
      </p:sp>
      <p:sp>
        <p:nvSpPr>
          <p:cNvPr id="114" name="AI092-path-114">
            <a:extLst xmlns:a="http://schemas.openxmlformats.org/drawingml/2006/main">
              <a:ext uri="{FF2B5EF4-FFF2-40B4-BE49-F238E27FC236}">
                <a16:creationId xmlns:a16="http://schemas.microsoft.com/office/drawing/2014/main" id="{9F2C8015-47BC-412A-A57B-21A45192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2258" y="1271588"/>
            <a:ext cx="233179" cy="291903"/>
          </a:xfrm>
          <a:custGeom xmlns:a="http://schemas.openxmlformats.org/drawingml/2006/main">
            <a:pathLst>
              <a:path w="233179" h="291903">
                <a:moveTo>
                  <a:pt x="116590" y="0"/>
                </a:moveTo>
                <a:lnTo>
                  <a:pt x="233179" y="291903"/>
                </a:lnTo>
                <a:lnTo>
                  <a:pt x="0" y="291903"/>
                </a:lnTo>
                <a:close/>
              </a:path>
            </a:pathLst>
          </a:custGeom>
          <a:solidFill xmlns:a="http://schemas.openxmlformats.org/drawingml/2006/main">
            <a:srgbClr val="B8B8B8"/>
          </a:solidFill>
          <a:ln xmlns:a="http://schemas.openxmlformats.org/drawingml/2006/main" w="0">
            <a:solidFill>
              <a:srgbClr val="B8B8B8"/>
            </a:solidFill>
            <a:prstDash val="solid"/>
          </a:ln>
        </p:spPr>
      </p:sp>
      <p:sp>
        <p:nvSpPr>
          <p:cNvPr id="115" name="AI092-path-115">
            <a:extLst xmlns:a="http://schemas.openxmlformats.org/drawingml/2006/main">
              <a:ext uri="{FF2B5EF4-FFF2-40B4-BE49-F238E27FC236}">
                <a16:creationId xmlns:a16="http://schemas.microsoft.com/office/drawing/2014/main" id="{139F9619-DE71-4048-92C9-3BAF0737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628900"/>
            <a:ext cx="7515225" cy="7515225"/>
          </a:xfrm>
          <a:custGeom xmlns:a="http://schemas.openxmlformats.org/drawingml/2006/main">
            <a:pathLst>
              <a:path w="7515225" h="7515225">
                <a:moveTo>
                  <a:pt x="0" y="7515225"/>
                </a:moveTo>
                <a:lnTo>
                  <a:pt x="75152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863">
            <a:solidFill>
              <a:srgbClr val="B8B8B8"/>
            </a:solidFill>
            <a:prstDash val="solid"/>
          </a:ln>
        </p:spPr>
      </p:sp>
      <p:sp>
        <p:nvSpPr>
          <p:cNvPr id="116" name="AI092-path-116">
            <a:extLst xmlns:a="http://schemas.openxmlformats.org/drawingml/2006/main">
              <a:ext uri="{FF2B5EF4-FFF2-40B4-BE49-F238E27FC236}">
                <a16:creationId xmlns:a16="http://schemas.microsoft.com/office/drawing/2014/main" id="{5BD84D9F-EFCA-4ABB-80A0-3660D978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41927" y="2628900"/>
            <a:ext cx="288848" cy="288848"/>
          </a:xfrm>
          <a:custGeom xmlns:a="http://schemas.openxmlformats.org/drawingml/2006/main">
            <a:pathLst>
              <a:path w="288848" h="288848">
                <a:moveTo>
                  <a:pt x="288848" y="0"/>
                </a:moveTo>
                <a:lnTo>
                  <a:pt x="164883" y="288848"/>
                </a:lnTo>
                <a:lnTo>
                  <a:pt x="0" y="123965"/>
                </a:lnTo>
                <a:close/>
              </a:path>
            </a:pathLst>
          </a:custGeom>
          <a:solidFill xmlns:a="http://schemas.openxmlformats.org/drawingml/2006/main">
            <a:srgbClr val="B8B8B8"/>
          </a:solidFill>
          <a:ln xmlns:a="http://schemas.openxmlformats.org/drawingml/2006/main" w="0">
            <a:solidFill>
              <a:srgbClr val="B8B8B8"/>
            </a:solidFill>
            <a:prstDash val="solid"/>
          </a:ln>
        </p:spPr>
      </p:sp>
      <p:sp>
        <p:nvSpPr>
          <p:cNvPr id="117" name="AI092-117">
            <a:extLst xmlns:a="http://schemas.openxmlformats.org/drawingml/2006/main">
              <a:ext uri="{FF2B5EF4-FFF2-40B4-BE49-F238E27FC236}">
                <a16:creationId xmlns:a16="http://schemas.microsoft.com/office/drawing/2014/main" id="{BA3F1E1B-A8F7-4855-AE53-16F4E401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30200" y="114300"/>
            <a:ext cx="3286125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925" b="0">
                <a:solidFill>
                  <a:srgbClr val="B8B8B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B8B8B8"/>
                </a:solidFill>
                <a:latin typeface="Arial"/>
                <a:ea typeface="Arial"/>
                <a:cs typeface="Arial"/>
              </a:rPr>
              <a:t>Extra degree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925" b="0">
                <a:solidFill>
                  <a:srgbClr val="B8B8B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B8B8B8"/>
                </a:solidFill>
                <a:latin typeface="Arial"/>
                <a:ea typeface="Arial"/>
                <a:cs typeface="Arial"/>
              </a:rPr>
              <a:t>of freedom</a:t>
            </a:r>
          </a:p>
        </p:txBody>
      </p:sp>
      <p:sp>
        <p:nvSpPr>
          <p:cNvPr id="118" name="AI092-118">
            <a:extLst xmlns:a="http://schemas.openxmlformats.org/drawingml/2006/main">
              <a:ext uri="{FF2B5EF4-FFF2-40B4-BE49-F238E27FC236}">
                <a16:creationId xmlns:a16="http://schemas.microsoft.com/office/drawing/2014/main" id="{72FA3F40-3A1C-4992-9507-77CF6D908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02050" y="1428750"/>
            <a:ext cx="24574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925" b="0">
                <a:solidFill>
                  <a:srgbClr val="B8B8B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B8B8B8"/>
                </a:solidFill>
                <a:latin typeface="Arial"/>
                <a:ea typeface="Arial"/>
                <a:cs typeface="Arial"/>
              </a:rPr>
              <a:t>Concept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925" b="0">
                <a:solidFill>
                  <a:srgbClr val="B8B8B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B8B8B8"/>
                </a:solidFill>
                <a:latin typeface="Arial"/>
                <a:ea typeface="Arial"/>
                <a:cs typeface="Arial"/>
              </a:rPr>
              <a:t>(sweetness)</a:t>
            </a:r>
          </a:p>
        </p:txBody>
      </p:sp>
      <p:sp>
        <p:nvSpPr>
          <p:cNvPr id="119" name="AI092-119">
            <a:extLst xmlns:a="http://schemas.openxmlformats.org/drawingml/2006/main">
              <a:ext uri="{FF2B5EF4-FFF2-40B4-BE49-F238E27FC236}">
                <a16:creationId xmlns:a16="http://schemas.microsoft.com/office/drawing/2014/main" id="{62AED105-98FB-4F13-9E39-96A0E484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6887825" y="8543925"/>
            <a:ext cx="3371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925" b="0">
                <a:solidFill>
                  <a:srgbClr val="B8B8B8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B8B8B8"/>
                </a:solidFill>
                <a:latin typeface="Arial"/>
                <a:ea typeface="Arial"/>
                <a:cs typeface="Arial"/>
              </a:rPr>
              <a:t>Language (</a:t>
            </a:r>
            <a:r>
              <a:rPr sz="2925" b="0">
                <a:solidFill>
                  <a:srgbClr val="FF7909"/>
                </a:solidFill>
                <a:latin typeface="Arial"/>
                <a:ea typeface="Arial"/>
                <a:cs typeface="Arial"/>
              </a:rPr>
              <a:t>en</a:t>
            </a:r>
            <a:r>
              <a:rPr sz="2925" b="0">
                <a:solidFill>
                  <a:srgbClr val="B8B8B8"/>
                </a:solidFill>
                <a:latin typeface="Arial"/>
                <a:ea typeface="Arial"/>
                <a:cs typeface="Arial"/>
              </a:rPr>
              <a:t>/</a:t>
            </a:r>
            <a:r>
              <a:rPr sz="2925" b="0">
                <a:solidFill>
                  <a:srgbClr val="257CBA"/>
                </a:solidFill>
                <a:latin typeface="Arial"/>
                <a:ea typeface="Arial"/>
                <a:cs typeface="Arial"/>
              </a:rPr>
              <a:t>zh</a:t>
            </a:r>
            <a:r>
              <a:rPr sz="2925" b="0">
                <a:solidFill>
                  <a:srgbClr val="B8B8B8"/>
                </a:solidFill>
                <a:latin typeface="Arial"/>
                <a:ea typeface="Arial"/>
                <a:cs typeface="Arial"/>
              </a:rPr>
              <a:t>)</a:t>
            </a:r>
          </a:p>
        </p:txBody>
      </p:sp>
      <p:sp>
        <p:nvSpPr>
          <p:cNvPr id="120" name="AI092-path-120">
            <a:extLst xmlns:a="http://schemas.openxmlformats.org/drawingml/2006/main">
              <a:ext uri="{FF2B5EF4-FFF2-40B4-BE49-F238E27FC236}">
                <a16:creationId xmlns:a16="http://schemas.microsoft.com/office/drawing/2014/main" id="{5F3FAD50-DB4E-41E9-9B69-E829DEE7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88" y="2443163"/>
            <a:ext cx="8315325" cy="8315325"/>
          </a:xfrm>
          <a:custGeom xmlns:a="http://schemas.openxmlformats.org/drawingml/2006/main">
            <a:pathLst>
              <a:path w="8315325" h="8315325">
                <a:moveTo>
                  <a:pt x="8315325" y="4157663"/>
                </a:moveTo>
                <a:lnTo>
                  <a:pt x="8313900" y="4266497"/>
                </a:lnTo>
                <a:lnTo>
                  <a:pt x="8309627" y="4375258"/>
                </a:lnTo>
                <a:lnTo>
                  <a:pt x="8302508" y="4483869"/>
                </a:lnTo>
                <a:lnTo>
                  <a:pt x="8292549" y="4592257"/>
                </a:lnTo>
                <a:lnTo>
                  <a:pt x="8279756" y="4700346"/>
                </a:lnTo>
                <a:lnTo>
                  <a:pt x="8264137" y="4808064"/>
                </a:lnTo>
                <a:lnTo>
                  <a:pt x="8245705" y="4915336"/>
                </a:lnTo>
                <a:lnTo>
                  <a:pt x="8224470" y="5022089"/>
                </a:lnTo>
                <a:lnTo>
                  <a:pt x="8200448" y="5128250"/>
                </a:lnTo>
                <a:lnTo>
                  <a:pt x="8173656" y="5233745"/>
                </a:lnTo>
                <a:lnTo>
                  <a:pt x="8144111" y="5338502"/>
                </a:lnTo>
                <a:lnTo>
                  <a:pt x="8111835" y="5442451"/>
                </a:lnTo>
                <a:lnTo>
                  <a:pt x="8076848" y="5545519"/>
                </a:lnTo>
                <a:lnTo>
                  <a:pt x="8039175" y="5647635"/>
                </a:lnTo>
                <a:lnTo>
                  <a:pt x="7998842" y="5748731"/>
                </a:lnTo>
                <a:lnTo>
                  <a:pt x="7955876" y="5848736"/>
                </a:lnTo>
                <a:lnTo>
                  <a:pt x="7910307" y="5947582"/>
                </a:lnTo>
                <a:lnTo>
                  <a:pt x="7862167" y="6045202"/>
                </a:lnTo>
                <a:lnTo>
                  <a:pt x="7811487" y="6141528"/>
                </a:lnTo>
                <a:lnTo>
                  <a:pt x="7758304" y="6236494"/>
                </a:lnTo>
                <a:lnTo>
                  <a:pt x="7702653" y="6330035"/>
                </a:lnTo>
                <a:lnTo>
                  <a:pt x="7644572" y="6422088"/>
                </a:lnTo>
                <a:lnTo>
                  <a:pt x="7584101" y="6512588"/>
                </a:lnTo>
                <a:lnTo>
                  <a:pt x="7521282" y="6601475"/>
                </a:lnTo>
                <a:lnTo>
                  <a:pt x="7456158" y="6688687"/>
                </a:lnTo>
                <a:lnTo>
                  <a:pt x="7388773" y="6774164"/>
                </a:lnTo>
                <a:lnTo>
                  <a:pt x="7319174" y="6857848"/>
                </a:lnTo>
                <a:lnTo>
                  <a:pt x="7247408" y="6939682"/>
                </a:lnTo>
                <a:lnTo>
                  <a:pt x="7173524" y="7019609"/>
                </a:lnTo>
                <a:lnTo>
                  <a:pt x="7097574" y="7097574"/>
                </a:lnTo>
                <a:lnTo>
                  <a:pt x="7019609" y="7173524"/>
                </a:lnTo>
                <a:lnTo>
                  <a:pt x="6939682" y="7247408"/>
                </a:lnTo>
                <a:lnTo>
                  <a:pt x="6857848" y="7319174"/>
                </a:lnTo>
                <a:lnTo>
                  <a:pt x="6774164" y="7388773"/>
                </a:lnTo>
                <a:lnTo>
                  <a:pt x="6688687" y="7456158"/>
                </a:lnTo>
                <a:lnTo>
                  <a:pt x="6601475" y="7521282"/>
                </a:lnTo>
                <a:lnTo>
                  <a:pt x="6512588" y="7584101"/>
                </a:lnTo>
                <a:lnTo>
                  <a:pt x="6422088" y="7644572"/>
                </a:lnTo>
                <a:lnTo>
                  <a:pt x="6330035" y="7702653"/>
                </a:lnTo>
                <a:lnTo>
                  <a:pt x="6236494" y="7758304"/>
                </a:lnTo>
                <a:lnTo>
                  <a:pt x="6141528" y="7811487"/>
                </a:lnTo>
                <a:lnTo>
                  <a:pt x="6045202" y="7862167"/>
                </a:lnTo>
                <a:lnTo>
                  <a:pt x="5947582" y="7910307"/>
                </a:lnTo>
                <a:lnTo>
                  <a:pt x="5848736" y="7955876"/>
                </a:lnTo>
                <a:lnTo>
                  <a:pt x="5748731" y="7998842"/>
                </a:lnTo>
                <a:lnTo>
                  <a:pt x="5647635" y="8039175"/>
                </a:lnTo>
                <a:lnTo>
                  <a:pt x="5545519" y="8076848"/>
                </a:lnTo>
                <a:lnTo>
                  <a:pt x="5442451" y="8111835"/>
                </a:lnTo>
                <a:lnTo>
                  <a:pt x="5338502" y="8144111"/>
                </a:lnTo>
                <a:lnTo>
                  <a:pt x="5233745" y="8173656"/>
                </a:lnTo>
                <a:lnTo>
                  <a:pt x="5128250" y="8200448"/>
                </a:lnTo>
                <a:lnTo>
                  <a:pt x="5022089" y="8224470"/>
                </a:lnTo>
                <a:lnTo>
                  <a:pt x="4915336" y="8245705"/>
                </a:lnTo>
                <a:lnTo>
                  <a:pt x="4808064" y="8264137"/>
                </a:lnTo>
                <a:lnTo>
                  <a:pt x="4700346" y="8279756"/>
                </a:lnTo>
                <a:lnTo>
                  <a:pt x="4592257" y="8292549"/>
                </a:lnTo>
                <a:lnTo>
                  <a:pt x="4483869" y="8302508"/>
                </a:lnTo>
                <a:lnTo>
                  <a:pt x="4375258" y="8309627"/>
                </a:lnTo>
                <a:lnTo>
                  <a:pt x="4266497" y="8313900"/>
                </a:lnTo>
                <a:lnTo>
                  <a:pt x="4157663" y="8315325"/>
                </a:lnTo>
                <a:lnTo>
                  <a:pt x="4048828" y="8313900"/>
                </a:lnTo>
                <a:lnTo>
                  <a:pt x="3940067" y="8309627"/>
                </a:lnTo>
                <a:lnTo>
                  <a:pt x="3831456" y="8302508"/>
                </a:lnTo>
                <a:lnTo>
                  <a:pt x="3723068" y="8292549"/>
                </a:lnTo>
                <a:lnTo>
                  <a:pt x="3614979" y="8279756"/>
                </a:lnTo>
                <a:lnTo>
                  <a:pt x="3507261" y="8264137"/>
                </a:lnTo>
                <a:lnTo>
                  <a:pt x="3399989" y="8245705"/>
                </a:lnTo>
                <a:lnTo>
                  <a:pt x="3293236" y="8224470"/>
                </a:lnTo>
                <a:lnTo>
                  <a:pt x="3187075" y="8200448"/>
                </a:lnTo>
                <a:lnTo>
                  <a:pt x="3081580" y="8173656"/>
                </a:lnTo>
                <a:lnTo>
                  <a:pt x="2976823" y="8144111"/>
                </a:lnTo>
                <a:lnTo>
                  <a:pt x="2872874" y="8111835"/>
                </a:lnTo>
                <a:lnTo>
                  <a:pt x="2769806" y="8076848"/>
                </a:lnTo>
                <a:lnTo>
                  <a:pt x="2667690" y="8039175"/>
                </a:lnTo>
                <a:lnTo>
                  <a:pt x="2566594" y="7998842"/>
                </a:lnTo>
                <a:lnTo>
                  <a:pt x="2466589" y="7955876"/>
                </a:lnTo>
                <a:lnTo>
                  <a:pt x="2367743" y="7910307"/>
                </a:lnTo>
                <a:lnTo>
                  <a:pt x="2270123" y="7862167"/>
                </a:lnTo>
                <a:lnTo>
                  <a:pt x="2173797" y="7811487"/>
                </a:lnTo>
                <a:lnTo>
                  <a:pt x="2078831" y="7758304"/>
                </a:lnTo>
                <a:lnTo>
                  <a:pt x="1985290" y="7702653"/>
                </a:lnTo>
                <a:lnTo>
                  <a:pt x="1893237" y="7644572"/>
                </a:lnTo>
                <a:lnTo>
                  <a:pt x="1802737" y="7584101"/>
                </a:lnTo>
                <a:lnTo>
                  <a:pt x="1713850" y="7521282"/>
                </a:lnTo>
                <a:lnTo>
                  <a:pt x="1626638" y="7456158"/>
                </a:lnTo>
                <a:lnTo>
                  <a:pt x="1541161" y="7388773"/>
                </a:lnTo>
                <a:lnTo>
                  <a:pt x="1457477" y="7319174"/>
                </a:lnTo>
                <a:lnTo>
                  <a:pt x="1375643" y="7247408"/>
                </a:lnTo>
                <a:lnTo>
                  <a:pt x="1295716" y="7173524"/>
                </a:lnTo>
                <a:lnTo>
                  <a:pt x="1217751" y="7097574"/>
                </a:lnTo>
                <a:lnTo>
                  <a:pt x="1141801" y="7019609"/>
                </a:lnTo>
                <a:lnTo>
                  <a:pt x="1067917" y="6939682"/>
                </a:lnTo>
                <a:lnTo>
                  <a:pt x="996151" y="6857848"/>
                </a:lnTo>
                <a:lnTo>
                  <a:pt x="926552" y="6774164"/>
                </a:lnTo>
                <a:lnTo>
                  <a:pt x="859167" y="6688687"/>
                </a:lnTo>
                <a:lnTo>
                  <a:pt x="794043" y="6601475"/>
                </a:lnTo>
                <a:lnTo>
                  <a:pt x="731224" y="6512588"/>
                </a:lnTo>
                <a:lnTo>
                  <a:pt x="670753" y="6422088"/>
                </a:lnTo>
                <a:lnTo>
                  <a:pt x="612672" y="6330035"/>
                </a:lnTo>
                <a:lnTo>
                  <a:pt x="557021" y="6236494"/>
                </a:lnTo>
                <a:lnTo>
                  <a:pt x="503838" y="6141528"/>
                </a:lnTo>
                <a:lnTo>
                  <a:pt x="453158" y="6045202"/>
                </a:lnTo>
                <a:lnTo>
                  <a:pt x="405018" y="5947582"/>
                </a:lnTo>
                <a:lnTo>
                  <a:pt x="359449" y="5848736"/>
                </a:lnTo>
                <a:lnTo>
                  <a:pt x="316483" y="5748731"/>
                </a:lnTo>
                <a:lnTo>
                  <a:pt x="276150" y="5647635"/>
                </a:lnTo>
                <a:lnTo>
                  <a:pt x="238477" y="5545519"/>
                </a:lnTo>
                <a:lnTo>
                  <a:pt x="203490" y="5442451"/>
                </a:lnTo>
                <a:lnTo>
                  <a:pt x="171214" y="5338502"/>
                </a:lnTo>
                <a:lnTo>
                  <a:pt x="141669" y="5233745"/>
                </a:lnTo>
                <a:lnTo>
                  <a:pt x="114877" y="5128250"/>
                </a:lnTo>
                <a:lnTo>
                  <a:pt x="90855" y="5022089"/>
                </a:lnTo>
                <a:lnTo>
                  <a:pt x="69620" y="4915336"/>
                </a:lnTo>
                <a:lnTo>
                  <a:pt x="51188" y="4808064"/>
                </a:lnTo>
                <a:lnTo>
                  <a:pt x="35569" y="4700346"/>
                </a:lnTo>
                <a:lnTo>
                  <a:pt x="22776" y="4592257"/>
                </a:lnTo>
                <a:lnTo>
                  <a:pt x="12817" y="4483869"/>
                </a:lnTo>
                <a:lnTo>
                  <a:pt x="5698" y="4375258"/>
                </a:lnTo>
                <a:lnTo>
                  <a:pt x="1425" y="4266497"/>
                </a:lnTo>
                <a:lnTo>
                  <a:pt x="0" y="4157663"/>
                </a:lnTo>
                <a:lnTo>
                  <a:pt x="1425" y="4048828"/>
                </a:lnTo>
                <a:lnTo>
                  <a:pt x="5698" y="3940067"/>
                </a:lnTo>
                <a:lnTo>
                  <a:pt x="12817" y="3831456"/>
                </a:lnTo>
                <a:lnTo>
                  <a:pt x="22776" y="3723068"/>
                </a:lnTo>
                <a:lnTo>
                  <a:pt x="35569" y="3614979"/>
                </a:lnTo>
                <a:lnTo>
                  <a:pt x="51188" y="3507261"/>
                </a:lnTo>
                <a:lnTo>
                  <a:pt x="69620" y="3399989"/>
                </a:lnTo>
                <a:lnTo>
                  <a:pt x="90855" y="3293236"/>
                </a:lnTo>
                <a:lnTo>
                  <a:pt x="114877" y="3187075"/>
                </a:lnTo>
                <a:lnTo>
                  <a:pt x="141669" y="3081580"/>
                </a:lnTo>
                <a:lnTo>
                  <a:pt x="171214" y="2976823"/>
                </a:lnTo>
                <a:lnTo>
                  <a:pt x="203490" y="2872874"/>
                </a:lnTo>
                <a:lnTo>
                  <a:pt x="238477" y="2769806"/>
                </a:lnTo>
                <a:lnTo>
                  <a:pt x="276150" y="2667690"/>
                </a:lnTo>
                <a:lnTo>
                  <a:pt x="316483" y="2566594"/>
                </a:lnTo>
                <a:lnTo>
                  <a:pt x="359449" y="2466589"/>
                </a:lnTo>
                <a:lnTo>
                  <a:pt x="405018" y="2367743"/>
                </a:lnTo>
                <a:lnTo>
                  <a:pt x="453158" y="2270123"/>
                </a:lnTo>
                <a:lnTo>
                  <a:pt x="503838" y="2173797"/>
                </a:lnTo>
                <a:lnTo>
                  <a:pt x="557021" y="2078831"/>
                </a:lnTo>
                <a:lnTo>
                  <a:pt x="612672" y="1985290"/>
                </a:lnTo>
                <a:lnTo>
                  <a:pt x="670753" y="1893237"/>
                </a:lnTo>
                <a:lnTo>
                  <a:pt x="731224" y="1802737"/>
                </a:lnTo>
                <a:lnTo>
                  <a:pt x="794043" y="1713850"/>
                </a:lnTo>
                <a:lnTo>
                  <a:pt x="859167" y="1626638"/>
                </a:lnTo>
                <a:lnTo>
                  <a:pt x="926552" y="1541161"/>
                </a:lnTo>
                <a:lnTo>
                  <a:pt x="996151" y="1457477"/>
                </a:lnTo>
                <a:lnTo>
                  <a:pt x="1067917" y="1375643"/>
                </a:lnTo>
                <a:lnTo>
                  <a:pt x="1141801" y="1295716"/>
                </a:lnTo>
                <a:lnTo>
                  <a:pt x="1217751" y="1217751"/>
                </a:lnTo>
                <a:lnTo>
                  <a:pt x="1295716" y="1141801"/>
                </a:lnTo>
                <a:lnTo>
                  <a:pt x="1375643" y="1067917"/>
                </a:lnTo>
                <a:lnTo>
                  <a:pt x="1457477" y="996151"/>
                </a:lnTo>
                <a:lnTo>
                  <a:pt x="1541161" y="926552"/>
                </a:lnTo>
                <a:lnTo>
                  <a:pt x="1626638" y="859167"/>
                </a:lnTo>
                <a:lnTo>
                  <a:pt x="1713850" y="794043"/>
                </a:lnTo>
                <a:lnTo>
                  <a:pt x="1802737" y="731224"/>
                </a:lnTo>
                <a:lnTo>
                  <a:pt x="1893237" y="670753"/>
                </a:lnTo>
                <a:lnTo>
                  <a:pt x="1985290" y="612672"/>
                </a:lnTo>
                <a:lnTo>
                  <a:pt x="2078831" y="557021"/>
                </a:lnTo>
                <a:lnTo>
                  <a:pt x="2173797" y="503838"/>
                </a:lnTo>
                <a:lnTo>
                  <a:pt x="2270123" y="453158"/>
                </a:lnTo>
                <a:lnTo>
                  <a:pt x="2367743" y="405018"/>
                </a:lnTo>
                <a:lnTo>
                  <a:pt x="2466589" y="359449"/>
                </a:lnTo>
                <a:lnTo>
                  <a:pt x="2566594" y="316483"/>
                </a:lnTo>
                <a:lnTo>
                  <a:pt x="2667690" y="276150"/>
                </a:lnTo>
                <a:lnTo>
                  <a:pt x="2769806" y="238477"/>
                </a:lnTo>
                <a:lnTo>
                  <a:pt x="2872874" y="203490"/>
                </a:lnTo>
                <a:lnTo>
                  <a:pt x="2976823" y="171214"/>
                </a:lnTo>
                <a:lnTo>
                  <a:pt x="3081580" y="141669"/>
                </a:lnTo>
                <a:lnTo>
                  <a:pt x="3187075" y="114877"/>
                </a:lnTo>
                <a:lnTo>
                  <a:pt x="3293236" y="90855"/>
                </a:lnTo>
                <a:lnTo>
                  <a:pt x="3399989" y="69620"/>
                </a:lnTo>
                <a:lnTo>
                  <a:pt x="3507261" y="51188"/>
                </a:lnTo>
                <a:lnTo>
                  <a:pt x="3614979" y="35569"/>
                </a:lnTo>
                <a:lnTo>
                  <a:pt x="3723068" y="22776"/>
                </a:lnTo>
                <a:lnTo>
                  <a:pt x="3831456" y="12817"/>
                </a:lnTo>
                <a:lnTo>
                  <a:pt x="3940067" y="5698"/>
                </a:lnTo>
                <a:lnTo>
                  <a:pt x="4048828" y="1425"/>
                </a:lnTo>
                <a:lnTo>
                  <a:pt x="4157663" y="0"/>
                </a:lnTo>
                <a:lnTo>
                  <a:pt x="4266497" y="1425"/>
                </a:lnTo>
                <a:lnTo>
                  <a:pt x="4375258" y="5698"/>
                </a:lnTo>
                <a:lnTo>
                  <a:pt x="4483869" y="12817"/>
                </a:lnTo>
                <a:lnTo>
                  <a:pt x="4592257" y="22776"/>
                </a:lnTo>
                <a:lnTo>
                  <a:pt x="4700346" y="35569"/>
                </a:lnTo>
                <a:lnTo>
                  <a:pt x="4808064" y="51188"/>
                </a:lnTo>
                <a:lnTo>
                  <a:pt x="4915336" y="69620"/>
                </a:lnTo>
                <a:lnTo>
                  <a:pt x="5022089" y="90855"/>
                </a:lnTo>
                <a:lnTo>
                  <a:pt x="5128250" y="114877"/>
                </a:lnTo>
                <a:lnTo>
                  <a:pt x="5233745" y="141669"/>
                </a:lnTo>
                <a:lnTo>
                  <a:pt x="5338502" y="171214"/>
                </a:lnTo>
                <a:lnTo>
                  <a:pt x="5442451" y="203490"/>
                </a:lnTo>
                <a:lnTo>
                  <a:pt x="5545519" y="238477"/>
                </a:lnTo>
                <a:lnTo>
                  <a:pt x="5647635" y="276150"/>
                </a:lnTo>
                <a:lnTo>
                  <a:pt x="5748731" y="316483"/>
                </a:lnTo>
                <a:lnTo>
                  <a:pt x="5848736" y="359449"/>
                </a:lnTo>
                <a:lnTo>
                  <a:pt x="5947582" y="405018"/>
                </a:lnTo>
                <a:lnTo>
                  <a:pt x="6045202" y="453158"/>
                </a:lnTo>
                <a:lnTo>
                  <a:pt x="6141528" y="503838"/>
                </a:lnTo>
                <a:lnTo>
                  <a:pt x="6236494" y="557021"/>
                </a:lnTo>
                <a:lnTo>
                  <a:pt x="6330035" y="612672"/>
                </a:lnTo>
                <a:lnTo>
                  <a:pt x="6422088" y="670753"/>
                </a:lnTo>
                <a:lnTo>
                  <a:pt x="6512588" y="731224"/>
                </a:lnTo>
                <a:lnTo>
                  <a:pt x="6601475" y="794043"/>
                </a:lnTo>
                <a:lnTo>
                  <a:pt x="6688687" y="859167"/>
                </a:lnTo>
                <a:lnTo>
                  <a:pt x="6774164" y="926552"/>
                </a:lnTo>
                <a:lnTo>
                  <a:pt x="6857848" y="996151"/>
                </a:lnTo>
                <a:lnTo>
                  <a:pt x="6939682" y="1067917"/>
                </a:lnTo>
                <a:lnTo>
                  <a:pt x="7019609" y="1141801"/>
                </a:lnTo>
                <a:lnTo>
                  <a:pt x="7097574" y="1217751"/>
                </a:lnTo>
                <a:lnTo>
                  <a:pt x="7173524" y="1295716"/>
                </a:lnTo>
                <a:lnTo>
                  <a:pt x="7247408" y="1375643"/>
                </a:lnTo>
                <a:lnTo>
                  <a:pt x="7319174" y="1457477"/>
                </a:lnTo>
                <a:lnTo>
                  <a:pt x="7388773" y="1541161"/>
                </a:lnTo>
                <a:lnTo>
                  <a:pt x="7456158" y="1626638"/>
                </a:lnTo>
                <a:lnTo>
                  <a:pt x="7521282" y="1713850"/>
                </a:lnTo>
                <a:lnTo>
                  <a:pt x="7584101" y="1802737"/>
                </a:lnTo>
                <a:lnTo>
                  <a:pt x="7644572" y="1893237"/>
                </a:lnTo>
                <a:lnTo>
                  <a:pt x="7702653" y="1985290"/>
                </a:lnTo>
                <a:lnTo>
                  <a:pt x="7758304" y="2078831"/>
                </a:lnTo>
                <a:lnTo>
                  <a:pt x="7811487" y="2173797"/>
                </a:lnTo>
                <a:lnTo>
                  <a:pt x="7862167" y="2270123"/>
                </a:lnTo>
                <a:lnTo>
                  <a:pt x="7910307" y="2367743"/>
                </a:lnTo>
                <a:lnTo>
                  <a:pt x="7955876" y="2466589"/>
                </a:lnTo>
                <a:lnTo>
                  <a:pt x="7998842" y="2566594"/>
                </a:lnTo>
                <a:lnTo>
                  <a:pt x="8039175" y="2667690"/>
                </a:lnTo>
                <a:lnTo>
                  <a:pt x="8076848" y="2769806"/>
                </a:lnTo>
                <a:lnTo>
                  <a:pt x="8111835" y="2872874"/>
                </a:lnTo>
                <a:lnTo>
                  <a:pt x="8144111" y="2976823"/>
                </a:lnTo>
                <a:lnTo>
                  <a:pt x="8173656" y="3081580"/>
                </a:lnTo>
                <a:lnTo>
                  <a:pt x="8200448" y="3187075"/>
                </a:lnTo>
                <a:lnTo>
                  <a:pt x="8224470" y="3293236"/>
                </a:lnTo>
                <a:lnTo>
                  <a:pt x="8245705" y="3399989"/>
                </a:lnTo>
                <a:lnTo>
                  <a:pt x="8264137" y="3507261"/>
                </a:lnTo>
                <a:lnTo>
                  <a:pt x="8279756" y="3614979"/>
                </a:lnTo>
                <a:lnTo>
                  <a:pt x="8292549" y="3723068"/>
                </a:lnTo>
                <a:lnTo>
                  <a:pt x="8302508" y="3831456"/>
                </a:lnTo>
                <a:lnTo>
                  <a:pt x="8309627" y="3940067"/>
                </a:lnTo>
                <a:lnTo>
                  <a:pt x="8313900" y="4048828"/>
                </a:lnTo>
                <a:lnTo>
                  <a:pt x="8315325" y="4157662"/>
                </a:lnTo>
              </a:path>
            </a:pathLst>
          </a:custGeom>
          <a:noFill xmlns:a="http://schemas.openxmlformats.org/drawingml/2006/main"/>
          <a:ln xmlns:a="http://schemas.openxmlformats.org/drawingml/2006/main" w="91440">
            <a:solidFill>
              <a:srgbClr val="000000"/>
            </a:solidFill>
            <a:prstDash val="solid"/>
          </a:ln>
        </p:spPr>
      </p:sp>
      <p:sp>
        <p:nvSpPr>
          <p:cNvPr id="121" name="AI092-path-121">
            <a:extLst xmlns:a="http://schemas.openxmlformats.org/drawingml/2006/main">
              <a:ext uri="{FF2B5EF4-FFF2-40B4-BE49-F238E27FC236}">
                <a16:creationId xmlns:a16="http://schemas.microsoft.com/office/drawing/2014/main" id="{926F2448-D35C-4703-B1A3-5099C8BA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2457450"/>
            <a:ext cx="1228725" cy="8315325"/>
          </a:xfrm>
          <a:custGeom xmlns:a="http://schemas.openxmlformats.org/drawingml/2006/main">
            <a:pathLst>
              <a:path w="1228725" h="8315325">
                <a:moveTo>
                  <a:pt x="1228725" y="8315325"/>
                </a:moveTo>
                <a:lnTo>
                  <a:pt x="1196561" y="8313900"/>
                </a:lnTo>
                <a:lnTo>
                  <a:pt x="1164419" y="8309627"/>
                </a:lnTo>
                <a:lnTo>
                  <a:pt x="1132320" y="8302508"/>
                </a:lnTo>
                <a:lnTo>
                  <a:pt x="1100288" y="8292549"/>
                </a:lnTo>
                <a:lnTo>
                  <a:pt x="1068344" y="8279756"/>
                </a:lnTo>
                <a:lnTo>
                  <a:pt x="1036510" y="8264137"/>
                </a:lnTo>
                <a:lnTo>
                  <a:pt x="1004808" y="8245705"/>
                </a:lnTo>
                <a:lnTo>
                  <a:pt x="973259" y="8224470"/>
                </a:lnTo>
                <a:lnTo>
                  <a:pt x="941885" y="8200448"/>
                </a:lnTo>
                <a:lnTo>
                  <a:pt x="910708" y="8173656"/>
                </a:lnTo>
                <a:lnTo>
                  <a:pt x="879748" y="8144111"/>
                </a:lnTo>
                <a:lnTo>
                  <a:pt x="849028" y="8111835"/>
                </a:lnTo>
                <a:lnTo>
                  <a:pt x="818568" y="8076848"/>
                </a:lnTo>
                <a:lnTo>
                  <a:pt x="788389" y="8039175"/>
                </a:lnTo>
                <a:lnTo>
                  <a:pt x="758512" y="7998842"/>
                </a:lnTo>
                <a:lnTo>
                  <a:pt x="728958" y="7955876"/>
                </a:lnTo>
                <a:lnTo>
                  <a:pt x="699745" y="7910307"/>
                </a:lnTo>
                <a:lnTo>
                  <a:pt x="670896" y="7862167"/>
                </a:lnTo>
                <a:lnTo>
                  <a:pt x="642428" y="7811487"/>
                </a:lnTo>
                <a:lnTo>
                  <a:pt x="614363" y="7758304"/>
                </a:lnTo>
                <a:lnTo>
                  <a:pt x="586718" y="7702653"/>
                </a:lnTo>
                <a:lnTo>
                  <a:pt x="559513" y="7644572"/>
                </a:lnTo>
                <a:lnTo>
                  <a:pt x="532767" y="7584101"/>
                </a:lnTo>
                <a:lnTo>
                  <a:pt x="506499" y="7521282"/>
                </a:lnTo>
                <a:lnTo>
                  <a:pt x="480725" y="7456158"/>
                </a:lnTo>
                <a:lnTo>
                  <a:pt x="455463" y="7388773"/>
                </a:lnTo>
                <a:lnTo>
                  <a:pt x="430732" y="7319174"/>
                </a:lnTo>
                <a:lnTo>
                  <a:pt x="406547" y="7247408"/>
                </a:lnTo>
                <a:lnTo>
                  <a:pt x="382927" y="7173524"/>
                </a:lnTo>
                <a:lnTo>
                  <a:pt x="359885" y="7097574"/>
                </a:lnTo>
                <a:lnTo>
                  <a:pt x="337439" y="7019609"/>
                </a:lnTo>
                <a:lnTo>
                  <a:pt x="315604" y="6939682"/>
                </a:lnTo>
                <a:lnTo>
                  <a:pt x="294395" y="6857848"/>
                </a:lnTo>
                <a:lnTo>
                  <a:pt x="273826" y="6774164"/>
                </a:lnTo>
                <a:lnTo>
                  <a:pt x="253912" y="6688687"/>
                </a:lnTo>
                <a:lnTo>
                  <a:pt x="234666" y="6601475"/>
                </a:lnTo>
                <a:lnTo>
                  <a:pt x="216101" y="6512588"/>
                </a:lnTo>
                <a:lnTo>
                  <a:pt x="198230" y="6422088"/>
                </a:lnTo>
                <a:lnTo>
                  <a:pt x="181065" y="6330035"/>
                </a:lnTo>
                <a:lnTo>
                  <a:pt x="164618" y="6236494"/>
                </a:lnTo>
                <a:lnTo>
                  <a:pt x="148900" y="6141528"/>
                </a:lnTo>
                <a:lnTo>
                  <a:pt x="133923" y="6045202"/>
                </a:lnTo>
                <a:lnTo>
                  <a:pt x="119696" y="5947582"/>
                </a:lnTo>
                <a:lnTo>
                  <a:pt x="106229" y="5848736"/>
                </a:lnTo>
                <a:lnTo>
                  <a:pt x="93531" y="5748731"/>
                </a:lnTo>
                <a:lnTo>
                  <a:pt x="81611" y="5647635"/>
                </a:lnTo>
                <a:lnTo>
                  <a:pt x="70478" y="5545519"/>
                </a:lnTo>
                <a:lnTo>
                  <a:pt x="60138" y="5442451"/>
                </a:lnTo>
                <a:lnTo>
                  <a:pt x="50599" y="5338502"/>
                </a:lnTo>
                <a:lnTo>
                  <a:pt x="41868" y="5233745"/>
                </a:lnTo>
                <a:lnTo>
                  <a:pt x="33950" y="5128250"/>
                </a:lnTo>
                <a:lnTo>
                  <a:pt x="26851" y="5022089"/>
                </a:lnTo>
                <a:lnTo>
                  <a:pt x="20575" y="4915336"/>
                </a:lnTo>
                <a:lnTo>
                  <a:pt x="15128" y="4808064"/>
                </a:lnTo>
                <a:lnTo>
                  <a:pt x="10512" y="4700346"/>
                </a:lnTo>
                <a:lnTo>
                  <a:pt x="6731" y="4592257"/>
                </a:lnTo>
                <a:lnTo>
                  <a:pt x="3788" y="4483869"/>
                </a:lnTo>
                <a:lnTo>
                  <a:pt x="1684" y="4375258"/>
                </a:lnTo>
                <a:lnTo>
                  <a:pt x="421" y="4266497"/>
                </a:lnTo>
                <a:lnTo>
                  <a:pt x="0" y="4157663"/>
                </a:lnTo>
                <a:lnTo>
                  <a:pt x="421" y="4048828"/>
                </a:lnTo>
                <a:lnTo>
                  <a:pt x="1684" y="3940067"/>
                </a:lnTo>
                <a:lnTo>
                  <a:pt x="3788" y="3831456"/>
                </a:lnTo>
                <a:lnTo>
                  <a:pt x="6731" y="3723068"/>
                </a:lnTo>
                <a:lnTo>
                  <a:pt x="10512" y="3614979"/>
                </a:lnTo>
                <a:lnTo>
                  <a:pt x="15128" y="3507261"/>
                </a:lnTo>
                <a:lnTo>
                  <a:pt x="20575" y="3399989"/>
                </a:lnTo>
                <a:lnTo>
                  <a:pt x="26851" y="3293236"/>
                </a:lnTo>
                <a:lnTo>
                  <a:pt x="33950" y="3187075"/>
                </a:lnTo>
                <a:lnTo>
                  <a:pt x="41868" y="3081580"/>
                </a:lnTo>
                <a:lnTo>
                  <a:pt x="50599" y="2976823"/>
                </a:lnTo>
                <a:lnTo>
                  <a:pt x="60138" y="2872874"/>
                </a:lnTo>
                <a:lnTo>
                  <a:pt x="70478" y="2769806"/>
                </a:lnTo>
                <a:lnTo>
                  <a:pt x="81611" y="2667690"/>
                </a:lnTo>
                <a:lnTo>
                  <a:pt x="93531" y="2566594"/>
                </a:lnTo>
                <a:lnTo>
                  <a:pt x="106229" y="2466589"/>
                </a:lnTo>
                <a:lnTo>
                  <a:pt x="119696" y="2367743"/>
                </a:lnTo>
                <a:lnTo>
                  <a:pt x="133923" y="2270123"/>
                </a:lnTo>
                <a:lnTo>
                  <a:pt x="148900" y="2173797"/>
                </a:lnTo>
                <a:lnTo>
                  <a:pt x="164618" y="2078831"/>
                </a:lnTo>
                <a:lnTo>
                  <a:pt x="181065" y="1985290"/>
                </a:lnTo>
                <a:lnTo>
                  <a:pt x="198230" y="1893237"/>
                </a:lnTo>
                <a:lnTo>
                  <a:pt x="216101" y="1802737"/>
                </a:lnTo>
                <a:lnTo>
                  <a:pt x="234666" y="1713850"/>
                </a:lnTo>
                <a:lnTo>
                  <a:pt x="253912" y="1626638"/>
                </a:lnTo>
                <a:lnTo>
                  <a:pt x="273826" y="1541161"/>
                </a:lnTo>
                <a:lnTo>
                  <a:pt x="294395" y="1457477"/>
                </a:lnTo>
                <a:lnTo>
                  <a:pt x="315604" y="1375643"/>
                </a:lnTo>
                <a:lnTo>
                  <a:pt x="337439" y="1295716"/>
                </a:lnTo>
                <a:lnTo>
                  <a:pt x="359885" y="1217751"/>
                </a:lnTo>
                <a:lnTo>
                  <a:pt x="382927" y="1141801"/>
                </a:lnTo>
                <a:lnTo>
                  <a:pt x="406547" y="1067917"/>
                </a:lnTo>
                <a:lnTo>
                  <a:pt x="430732" y="996151"/>
                </a:lnTo>
                <a:lnTo>
                  <a:pt x="455463" y="926552"/>
                </a:lnTo>
                <a:lnTo>
                  <a:pt x="480725" y="859167"/>
                </a:lnTo>
                <a:lnTo>
                  <a:pt x="506499" y="794043"/>
                </a:lnTo>
                <a:lnTo>
                  <a:pt x="532767" y="731224"/>
                </a:lnTo>
                <a:lnTo>
                  <a:pt x="559513" y="670753"/>
                </a:lnTo>
                <a:lnTo>
                  <a:pt x="586718" y="612672"/>
                </a:lnTo>
                <a:lnTo>
                  <a:pt x="614363" y="557021"/>
                </a:lnTo>
                <a:lnTo>
                  <a:pt x="642428" y="503838"/>
                </a:lnTo>
                <a:lnTo>
                  <a:pt x="670896" y="453158"/>
                </a:lnTo>
                <a:lnTo>
                  <a:pt x="699745" y="405018"/>
                </a:lnTo>
                <a:lnTo>
                  <a:pt x="728958" y="359449"/>
                </a:lnTo>
                <a:lnTo>
                  <a:pt x="758512" y="316483"/>
                </a:lnTo>
                <a:lnTo>
                  <a:pt x="788389" y="276150"/>
                </a:lnTo>
                <a:lnTo>
                  <a:pt x="818568" y="238477"/>
                </a:lnTo>
                <a:lnTo>
                  <a:pt x="849028" y="203490"/>
                </a:lnTo>
                <a:lnTo>
                  <a:pt x="879748" y="171214"/>
                </a:lnTo>
                <a:lnTo>
                  <a:pt x="910708" y="141669"/>
                </a:lnTo>
                <a:lnTo>
                  <a:pt x="941885" y="114877"/>
                </a:lnTo>
                <a:lnTo>
                  <a:pt x="973259" y="90855"/>
                </a:lnTo>
                <a:lnTo>
                  <a:pt x="1004808" y="69620"/>
                </a:lnTo>
                <a:lnTo>
                  <a:pt x="1036510" y="51188"/>
                </a:lnTo>
                <a:lnTo>
                  <a:pt x="1068344" y="35569"/>
                </a:lnTo>
                <a:lnTo>
                  <a:pt x="1100288" y="22776"/>
                </a:lnTo>
                <a:lnTo>
                  <a:pt x="1132320" y="12817"/>
                </a:lnTo>
                <a:lnTo>
                  <a:pt x="1164419" y="5698"/>
                </a:lnTo>
                <a:lnTo>
                  <a:pt x="1196561" y="1425"/>
                </a:lnTo>
                <a:lnTo>
                  <a:pt x="12287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71438">
            <a:solidFill>
              <a:srgbClr val="000000"/>
            </a:solidFill>
            <a:prstDash val="solid"/>
          </a:ln>
        </p:spPr>
      </p:sp>
      <p:sp>
        <p:nvSpPr>
          <p:cNvPr id="122" name="AI092-path-122">
            <a:extLst xmlns:a="http://schemas.openxmlformats.org/drawingml/2006/main">
              <a:ext uri="{FF2B5EF4-FFF2-40B4-BE49-F238E27FC236}">
                <a16:creationId xmlns:a16="http://schemas.microsoft.com/office/drawing/2014/main" id="{FC3B06DD-CC1D-4902-AF6B-BC83E7030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5330324"/>
            <a:ext cx="1228725" cy="5442451"/>
          </a:xfrm>
          <a:custGeom xmlns:a="http://schemas.openxmlformats.org/drawingml/2006/main">
            <a:pathLst>
              <a:path w="1228725" h="5442451">
                <a:moveTo>
                  <a:pt x="1168587" y="0"/>
                </a:moveTo>
                <a:lnTo>
                  <a:pt x="1178126" y="103948"/>
                </a:lnTo>
                <a:lnTo>
                  <a:pt x="1186857" y="208706"/>
                </a:lnTo>
                <a:lnTo>
                  <a:pt x="1194775" y="314201"/>
                </a:lnTo>
                <a:lnTo>
                  <a:pt x="1201874" y="420362"/>
                </a:lnTo>
                <a:lnTo>
                  <a:pt x="1208150" y="527115"/>
                </a:lnTo>
                <a:lnTo>
                  <a:pt x="1213597" y="634387"/>
                </a:lnTo>
                <a:lnTo>
                  <a:pt x="1218213" y="742105"/>
                </a:lnTo>
                <a:lnTo>
                  <a:pt x="1221994" y="850194"/>
                </a:lnTo>
                <a:lnTo>
                  <a:pt x="1224937" y="958582"/>
                </a:lnTo>
                <a:lnTo>
                  <a:pt x="1227041" y="1067193"/>
                </a:lnTo>
                <a:lnTo>
                  <a:pt x="1228304" y="1175953"/>
                </a:lnTo>
                <a:lnTo>
                  <a:pt x="1228725" y="1284788"/>
                </a:lnTo>
                <a:lnTo>
                  <a:pt x="1228304" y="1393623"/>
                </a:lnTo>
                <a:lnTo>
                  <a:pt x="1227041" y="1502384"/>
                </a:lnTo>
                <a:lnTo>
                  <a:pt x="1224937" y="1610995"/>
                </a:lnTo>
                <a:lnTo>
                  <a:pt x="1221994" y="1719382"/>
                </a:lnTo>
                <a:lnTo>
                  <a:pt x="1218213" y="1827472"/>
                </a:lnTo>
                <a:lnTo>
                  <a:pt x="1213597" y="1935190"/>
                </a:lnTo>
                <a:lnTo>
                  <a:pt x="1208150" y="2042462"/>
                </a:lnTo>
                <a:lnTo>
                  <a:pt x="1201874" y="2149215"/>
                </a:lnTo>
                <a:lnTo>
                  <a:pt x="1194775" y="2255375"/>
                </a:lnTo>
                <a:lnTo>
                  <a:pt x="1186857" y="2360871"/>
                </a:lnTo>
                <a:lnTo>
                  <a:pt x="1178126" y="2465628"/>
                </a:lnTo>
                <a:lnTo>
                  <a:pt x="1168587" y="2569577"/>
                </a:lnTo>
                <a:lnTo>
                  <a:pt x="1158247" y="2672645"/>
                </a:lnTo>
                <a:lnTo>
                  <a:pt x="1147114" y="2774761"/>
                </a:lnTo>
                <a:lnTo>
                  <a:pt x="1135194" y="2875857"/>
                </a:lnTo>
                <a:lnTo>
                  <a:pt x="1122496" y="2975862"/>
                </a:lnTo>
                <a:lnTo>
                  <a:pt x="1109029" y="3074708"/>
                </a:lnTo>
                <a:lnTo>
                  <a:pt x="1094802" y="3172328"/>
                </a:lnTo>
                <a:lnTo>
                  <a:pt x="1079825" y="3268653"/>
                </a:lnTo>
                <a:lnTo>
                  <a:pt x="1064107" y="3363620"/>
                </a:lnTo>
                <a:lnTo>
                  <a:pt x="1047660" y="3457161"/>
                </a:lnTo>
                <a:lnTo>
                  <a:pt x="1030495" y="3549214"/>
                </a:lnTo>
                <a:lnTo>
                  <a:pt x="1012624" y="3639714"/>
                </a:lnTo>
                <a:lnTo>
                  <a:pt x="994059" y="3728601"/>
                </a:lnTo>
                <a:lnTo>
                  <a:pt x="974813" y="3815813"/>
                </a:lnTo>
                <a:lnTo>
                  <a:pt x="954899" y="3901290"/>
                </a:lnTo>
                <a:lnTo>
                  <a:pt x="934330" y="3984974"/>
                </a:lnTo>
                <a:lnTo>
                  <a:pt x="913121" y="4066808"/>
                </a:lnTo>
                <a:lnTo>
                  <a:pt x="891286" y="4146734"/>
                </a:lnTo>
                <a:lnTo>
                  <a:pt x="868840" y="4224700"/>
                </a:lnTo>
                <a:lnTo>
                  <a:pt x="845798" y="4300650"/>
                </a:lnTo>
                <a:lnTo>
                  <a:pt x="822178" y="4374534"/>
                </a:lnTo>
                <a:lnTo>
                  <a:pt x="797993" y="4446300"/>
                </a:lnTo>
                <a:lnTo>
                  <a:pt x="773262" y="4515899"/>
                </a:lnTo>
                <a:lnTo>
                  <a:pt x="748000" y="4583284"/>
                </a:lnTo>
                <a:lnTo>
                  <a:pt x="722226" y="4648408"/>
                </a:lnTo>
                <a:lnTo>
                  <a:pt x="695958" y="4711227"/>
                </a:lnTo>
                <a:lnTo>
                  <a:pt x="669212" y="4771698"/>
                </a:lnTo>
                <a:lnTo>
                  <a:pt x="642007" y="4829778"/>
                </a:lnTo>
                <a:lnTo>
                  <a:pt x="614363" y="4885430"/>
                </a:lnTo>
                <a:lnTo>
                  <a:pt x="586297" y="4938613"/>
                </a:lnTo>
                <a:lnTo>
                  <a:pt x="557829" y="4989293"/>
                </a:lnTo>
                <a:lnTo>
                  <a:pt x="528980" y="5037433"/>
                </a:lnTo>
                <a:lnTo>
                  <a:pt x="499767" y="5083002"/>
                </a:lnTo>
                <a:lnTo>
                  <a:pt x="470213" y="5125968"/>
                </a:lnTo>
                <a:lnTo>
                  <a:pt x="440336" y="5166301"/>
                </a:lnTo>
                <a:lnTo>
                  <a:pt x="410157" y="5203974"/>
                </a:lnTo>
                <a:lnTo>
                  <a:pt x="379697" y="5238960"/>
                </a:lnTo>
                <a:lnTo>
                  <a:pt x="348977" y="5271237"/>
                </a:lnTo>
                <a:lnTo>
                  <a:pt x="318017" y="5300782"/>
                </a:lnTo>
                <a:lnTo>
                  <a:pt x="286840" y="5327574"/>
                </a:lnTo>
                <a:lnTo>
                  <a:pt x="255466" y="5351596"/>
                </a:lnTo>
                <a:lnTo>
                  <a:pt x="223917" y="5372830"/>
                </a:lnTo>
                <a:lnTo>
                  <a:pt x="192215" y="5391263"/>
                </a:lnTo>
                <a:lnTo>
                  <a:pt x="160381" y="5406881"/>
                </a:lnTo>
                <a:lnTo>
                  <a:pt x="128437" y="5419675"/>
                </a:lnTo>
                <a:lnTo>
                  <a:pt x="96405" y="5429634"/>
                </a:lnTo>
                <a:lnTo>
                  <a:pt x="64306" y="5436753"/>
                </a:lnTo>
                <a:lnTo>
                  <a:pt x="32164" y="5441026"/>
                </a:lnTo>
                <a:lnTo>
                  <a:pt x="0" y="5442451"/>
                </a:lnTo>
              </a:path>
            </a:pathLst>
          </a:custGeom>
          <a:noFill xmlns:a="http://schemas.openxmlformats.org/drawingml/2006/main"/>
          <a:ln xmlns:a="http://schemas.openxmlformats.org/drawingml/2006/main" w="34290">
            <a:solidFill>
              <a:srgbClr val="000000"/>
            </a:solidFill>
            <a:prstDash val="dash"/>
          </a:ln>
        </p:spPr>
      </p:sp>
      <p:sp>
        <p:nvSpPr>
          <p:cNvPr id="123" name="AI092-path-123">
            <a:extLst xmlns:a="http://schemas.openxmlformats.org/drawingml/2006/main">
              <a:ext uri="{FF2B5EF4-FFF2-40B4-BE49-F238E27FC236}">
                <a16:creationId xmlns:a16="http://schemas.microsoft.com/office/drawing/2014/main" id="{01D67077-13CA-4756-BB92-0BCD054C3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88" y="6615113"/>
            <a:ext cx="8315325" cy="1243013"/>
          </a:xfrm>
          <a:custGeom xmlns:a="http://schemas.openxmlformats.org/drawingml/2006/main">
            <a:pathLst>
              <a:path w="8315325" h="1243013">
                <a:moveTo>
                  <a:pt x="8315325" y="0"/>
                </a:moveTo>
                <a:lnTo>
                  <a:pt x="8313900" y="32538"/>
                </a:lnTo>
                <a:lnTo>
                  <a:pt x="8309627" y="65054"/>
                </a:lnTo>
                <a:lnTo>
                  <a:pt x="8302508" y="97526"/>
                </a:lnTo>
                <a:lnTo>
                  <a:pt x="8292549" y="129930"/>
                </a:lnTo>
                <a:lnTo>
                  <a:pt x="8279756" y="162246"/>
                </a:lnTo>
                <a:lnTo>
                  <a:pt x="8264137" y="194450"/>
                </a:lnTo>
                <a:lnTo>
                  <a:pt x="8245705" y="226521"/>
                </a:lnTo>
                <a:lnTo>
                  <a:pt x="8224470" y="258437"/>
                </a:lnTo>
                <a:lnTo>
                  <a:pt x="8200448" y="290176"/>
                </a:lnTo>
                <a:lnTo>
                  <a:pt x="8173656" y="321715"/>
                </a:lnTo>
                <a:lnTo>
                  <a:pt x="8144111" y="353035"/>
                </a:lnTo>
                <a:lnTo>
                  <a:pt x="8111835" y="384112"/>
                </a:lnTo>
                <a:lnTo>
                  <a:pt x="8076848" y="414926"/>
                </a:lnTo>
                <a:lnTo>
                  <a:pt x="8039175" y="445456"/>
                </a:lnTo>
                <a:lnTo>
                  <a:pt x="7998842" y="475680"/>
                </a:lnTo>
                <a:lnTo>
                  <a:pt x="7955876" y="505579"/>
                </a:lnTo>
                <a:lnTo>
                  <a:pt x="7910307" y="535131"/>
                </a:lnTo>
                <a:lnTo>
                  <a:pt x="7862167" y="564316"/>
                </a:lnTo>
                <a:lnTo>
                  <a:pt x="7811487" y="593114"/>
                </a:lnTo>
                <a:lnTo>
                  <a:pt x="7758304" y="621506"/>
                </a:lnTo>
                <a:lnTo>
                  <a:pt x="7702653" y="649472"/>
                </a:lnTo>
                <a:lnTo>
                  <a:pt x="7644572" y="676993"/>
                </a:lnTo>
                <a:lnTo>
                  <a:pt x="7584101" y="704050"/>
                </a:lnTo>
                <a:lnTo>
                  <a:pt x="7521282" y="730624"/>
                </a:lnTo>
                <a:lnTo>
                  <a:pt x="7456158" y="756698"/>
                </a:lnTo>
                <a:lnTo>
                  <a:pt x="7388773" y="782253"/>
                </a:lnTo>
                <a:lnTo>
                  <a:pt x="7319174" y="807272"/>
                </a:lnTo>
                <a:lnTo>
                  <a:pt x="7247408" y="831738"/>
                </a:lnTo>
                <a:lnTo>
                  <a:pt x="7173524" y="855633"/>
                </a:lnTo>
                <a:lnTo>
                  <a:pt x="7097574" y="878943"/>
                </a:lnTo>
                <a:lnTo>
                  <a:pt x="7019609" y="901649"/>
                </a:lnTo>
                <a:lnTo>
                  <a:pt x="6939682" y="923738"/>
                </a:lnTo>
                <a:lnTo>
                  <a:pt x="6857848" y="945194"/>
                </a:lnTo>
                <a:lnTo>
                  <a:pt x="6774164" y="966002"/>
                </a:lnTo>
                <a:lnTo>
                  <a:pt x="6688687" y="986148"/>
                </a:lnTo>
                <a:lnTo>
                  <a:pt x="6601475" y="1005618"/>
                </a:lnTo>
                <a:lnTo>
                  <a:pt x="6512588" y="1024399"/>
                </a:lnTo>
                <a:lnTo>
                  <a:pt x="6422088" y="1042478"/>
                </a:lnTo>
                <a:lnTo>
                  <a:pt x="6330035" y="1059842"/>
                </a:lnTo>
                <a:lnTo>
                  <a:pt x="6236494" y="1076480"/>
                </a:lnTo>
                <a:lnTo>
                  <a:pt x="6141528" y="1092381"/>
                </a:lnTo>
                <a:lnTo>
                  <a:pt x="6045202" y="1107532"/>
                </a:lnTo>
                <a:lnTo>
                  <a:pt x="5947582" y="1121925"/>
                </a:lnTo>
                <a:lnTo>
                  <a:pt x="5848736" y="1135548"/>
                </a:lnTo>
                <a:lnTo>
                  <a:pt x="5748731" y="1148394"/>
                </a:lnTo>
                <a:lnTo>
                  <a:pt x="5647635" y="1160452"/>
                </a:lnTo>
                <a:lnTo>
                  <a:pt x="5545519" y="1171715"/>
                </a:lnTo>
                <a:lnTo>
                  <a:pt x="5442451" y="1182175"/>
                </a:lnTo>
                <a:lnTo>
                  <a:pt x="5338502" y="1191825"/>
                </a:lnTo>
                <a:lnTo>
                  <a:pt x="5233745" y="1200658"/>
                </a:lnTo>
                <a:lnTo>
                  <a:pt x="5128250" y="1208668"/>
                </a:lnTo>
                <a:lnTo>
                  <a:pt x="5022089" y="1215850"/>
                </a:lnTo>
                <a:lnTo>
                  <a:pt x="4915336" y="1222198"/>
                </a:lnTo>
                <a:lnTo>
                  <a:pt x="4808064" y="1227709"/>
                </a:lnTo>
                <a:lnTo>
                  <a:pt x="4700346" y="1232378"/>
                </a:lnTo>
                <a:lnTo>
                  <a:pt x="4592257" y="1236203"/>
                </a:lnTo>
                <a:lnTo>
                  <a:pt x="4483869" y="1239181"/>
                </a:lnTo>
                <a:lnTo>
                  <a:pt x="4375258" y="1241309"/>
                </a:lnTo>
                <a:lnTo>
                  <a:pt x="4266497" y="1242587"/>
                </a:lnTo>
                <a:lnTo>
                  <a:pt x="4157663" y="1243013"/>
                </a:lnTo>
                <a:lnTo>
                  <a:pt x="4048828" y="1242587"/>
                </a:lnTo>
                <a:lnTo>
                  <a:pt x="3940067" y="1241309"/>
                </a:lnTo>
                <a:lnTo>
                  <a:pt x="3831456" y="1239181"/>
                </a:lnTo>
                <a:lnTo>
                  <a:pt x="3723068" y="1236203"/>
                </a:lnTo>
                <a:lnTo>
                  <a:pt x="3614979" y="1232378"/>
                </a:lnTo>
                <a:lnTo>
                  <a:pt x="3507261" y="1227709"/>
                </a:lnTo>
                <a:lnTo>
                  <a:pt x="3399989" y="1222198"/>
                </a:lnTo>
                <a:lnTo>
                  <a:pt x="3293236" y="1215850"/>
                </a:lnTo>
                <a:lnTo>
                  <a:pt x="3187075" y="1208668"/>
                </a:lnTo>
                <a:lnTo>
                  <a:pt x="3081580" y="1200658"/>
                </a:lnTo>
                <a:lnTo>
                  <a:pt x="2976823" y="1191825"/>
                </a:lnTo>
                <a:lnTo>
                  <a:pt x="2872874" y="1182175"/>
                </a:lnTo>
                <a:lnTo>
                  <a:pt x="2769806" y="1171715"/>
                </a:lnTo>
                <a:lnTo>
                  <a:pt x="2667690" y="1160452"/>
                </a:lnTo>
                <a:lnTo>
                  <a:pt x="2566594" y="1148394"/>
                </a:lnTo>
                <a:lnTo>
                  <a:pt x="2466589" y="1135548"/>
                </a:lnTo>
                <a:lnTo>
                  <a:pt x="2367743" y="1121925"/>
                </a:lnTo>
                <a:lnTo>
                  <a:pt x="2270123" y="1107532"/>
                </a:lnTo>
                <a:lnTo>
                  <a:pt x="2173797" y="1092381"/>
                </a:lnTo>
                <a:lnTo>
                  <a:pt x="2078831" y="1076480"/>
                </a:lnTo>
                <a:lnTo>
                  <a:pt x="1985290" y="1059842"/>
                </a:lnTo>
                <a:lnTo>
                  <a:pt x="1893237" y="1042478"/>
                </a:lnTo>
                <a:lnTo>
                  <a:pt x="1802737" y="1024399"/>
                </a:lnTo>
                <a:lnTo>
                  <a:pt x="1713850" y="1005618"/>
                </a:lnTo>
                <a:lnTo>
                  <a:pt x="1626638" y="986148"/>
                </a:lnTo>
                <a:lnTo>
                  <a:pt x="1541161" y="966002"/>
                </a:lnTo>
                <a:lnTo>
                  <a:pt x="1457477" y="945194"/>
                </a:lnTo>
                <a:lnTo>
                  <a:pt x="1375643" y="923738"/>
                </a:lnTo>
                <a:lnTo>
                  <a:pt x="1295716" y="901649"/>
                </a:lnTo>
                <a:lnTo>
                  <a:pt x="1217751" y="878943"/>
                </a:lnTo>
                <a:lnTo>
                  <a:pt x="1141801" y="855633"/>
                </a:lnTo>
                <a:lnTo>
                  <a:pt x="1067917" y="831738"/>
                </a:lnTo>
                <a:lnTo>
                  <a:pt x="996151" y="807272"/>
                </a:lnTo>
                <a:lnTo>
                  <a:pt x="926552" y="782253"/>
                </a:lnTo>
                <a:lnTo>
                  <a:pt x="859167" y="756698"/>
                </a:lnTo>
                <a:lnTo>
                  <a:pt x="794043" y="730624"/>
                </a:lnTo>
                <a:lnTo>
                  <a:pt x="731224" y="704050"/>
                </a:lnTo>
                <a:lnTo>
                  <a:pt x="670753" y="676993"/>
                </a:lnTo>
                <a:lnTo>
                  <a:pt x="612672" y="649472"/>
                </a:lnTo>
                <a:lnTo>
                  <a:pt x="557021" y="621506"/>
                </a:lnTo>
                <a:lnTo>
                  <a:pt x="503838" y="593114"/>
                </a:lnTo>
                <a:lnTo>
                  <a:pt x="453158" y="564316"/>
                </a:lnTo>
                <a:lnTo>
                  <a:pt x="405018" y="535131"/>
                </a:lnTo>
                <a:lnTo>
                  <a:pt x="359449" y="505579"/>
                </a:lnTo>
                <a:lnTo>
                  <a:pt x="316483" y="475680"/>
                </a:lnTo>
                <a:lnTo>
                  <a:pt x="276150" y="445456"/>
                </a:lnTo>
                <a:lnTo>
                  <a:pt x="238477" y="414926"/>
                </a:lnTo>
                <a:lnTo>
                  <a:pt x="203490" y="384112"/>
                </a:lnTo>
                <a:lnTo>
                  <a:pt x="171214" y="353035"/>
                </a:lnTo>
                <a:lnTo>
                  <a:pt x="141669" y="321715"/>
                </a:lnTo>
                <a:lnTo>
                  <a:pt x="114877" y="290176"/>
                </a:lnTo>
                <a:lnTo>
                  <a:pt x="90855" y="258437"/>
                </a:lnTo>
                <a:lnTo>
                  <a:pt x="69620" y="226521"/>
                </a:lnTo>
                <a:lnTo>
                  <a:pt x="51188" y="194450"/>
                </a:lnTo>
                <a:lnTo>
                  <a:pt x="35569" y="162246"/>
                </a:lnTo>
                <a:lnTo>
                  <a:pt x="22776" y="129930"/>
                </a:lnTo>
                <a:lnTo>
                  <a:pt x="12817" y="97526"/>
                </a:lnTo>
                <a:lnTo>
                  <a:pt x="5698" y="65054"/>
                </a:lnTo>
                <a:lnTo>
                  <a:pt x="1425" y="32538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62865">
            <a:solidFill>
              <a:srgbClr val="000000"/>
            </a:solidFill>
            <a:prstDash val="solid"/>
          </a:ln>
        </p:spPr>
      </p:sp>
      <p:sp>
        <p:nvSpPr>
          <p:cNvPr id="124" name="AI092-path-124">
            <a:extLst xmlns:a="http://schemas.openxmlformats.org/drawingml/2006/main">
              <a:ext uri="{FF2B5EF4-FFF2-40B4-BE49-F238E27FC236}">
                <a16:creationId xmlns:a16="http://schemas.microsoft.com/office/drawing/2014/main" id="{D6233467-07CD-4B37-B357-4580059A7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1188" y="5372100"/>
            <a:ext cx="5442451" cy="1243013"/>
          </a:xfrm>
          <a:custGeom xmlns:a="http://schemas.openxmlformats.org/drawingml/2006/main">
            <a:pathLst>
              <a:path w="5442451" h="1243013">
                <a:moveTo>
                  <a:pt x="0" y="1243013"/>
                </a:moveTo>
                <a:lnTo>
                  <a:pt x="1425" y="1210474"/>
                </a:lnTo>
                <a:lnTo>
                  <a:pt x="5698" y="1177958"/>
                </a:lnTo>
                <a:lnTo>
                  <a:pt x="12817" y="1145487"/>
                </a:lnTo>
                <a:lnTo>
                  <a:pt x="22776" y="1113082"/>
                </a:lnTo>
                <a:lnTo>
                  <a:pt x="35569" y="1080767"/>
                </a:lnTo>
                <a:lnTo>
                  <a:pt x="51188" y="1048563"/>
                </a:lnTo>
                <a:lnTo>
                  <a:pt x="69620" y="1016491"/>
                </a:lnTo>
                <a:lnTo>
                  <a:pt x="90855" y="984576"/>
                </a:lnTo>
                <a:lnTo>
                  <a:pt x="114877" y="952837"/>
                </a:lnTo>
                <a:lnTo>
                  <a:pt x="141669" y="921297"/>
                </a:lnTo>
                <a:lnTo>
                  <a:pt x="171214" y="889978"/>
                </a:lnTo>
                <a:lnTo>
                  <a:pt x="203490" y="858901"/>
                </a:lnTo>
                <a:lnTo>
                  <a:pt x="238477" y="828086"/>
                </a:lnTo>
                <a:lnTo>
                  <a:pt x="276150" y="797557"/>
                </a:lnTo>
                <a:lnTo>
                  <a:pt x="316483" y="767332"/>
                </a:lnTo>
                <a:lnTo>
                  <a:pt x="359449" y="737434"/>
                </a:lnTo>
                <a:lnTo>
                  <a:pt x="405018" y="707882"/>
                </a:lnTo>
                <a:lnTo>
                  <a:pt x="453158" y="678697"/>
                </a:lnTo>
                <a:lnTo>
                  <a:pt x="503838" y="649898"/>
                </a:lnTo>
                <a:lnTo>
                  <a:pt x="557021" y="621506"/>
                </a:lnTo>
                <a:lnTo>
                  <a:pt x="612672" y="593540"/>
                </a:lnTo>
                <a:lnTo>
                  <a:pt x="670753" y="566019"/>
                </a:lnTo>
                <a:lnTo>
                  <a:pt x="731224" y="538962"/>
                </a:lnTo>
                <a:lnTo>
                  <a:pt x="794043" y="512388"/>
                </a:lnTo>
                <a:lnTo>
                  <a:pt x="859167" y="486314"/>
                </a:lnTo>
                <a:lnTo>
                  <a:pt x="926552" y="460759"/>
                </a:lnTo>
                <a:lnTo>
                  <a:pt x="996151" y="435740"/>
                </a:lnTo>
                <a:lnTo>
                  <a:pt x="1067917" y="411275"/>
                </a:lnTo>
                <a:lnTo>
                  <a:pt x="1141801" y="387379"/>
                </a:lnTo>
                <a:lnTo>
                  <a:pt x="1217751" y="364070"/>
                </a:lnTo>
                <a:lnTo>
                  <a:pt x="1295716" y="341363"/>
                </a:lnTo>
                <a:lnTo>
                  <a:pt x="1375643" y="319274"/>
                </a:lnTo>
                <a:lnTo>
                  <a:pt x="1457477" y="297818"/>
                </a:lnTo>
                <a:lnTo>
                  <a:pt x="1541161" y="277010"/>
                </a:lnTo>
                <a:lnTo>
                  <a:pt x="1626638" y="256864"/>
                </a:lnTo>
                <a:lnTo>
                  <a:pt x="1713850" y="237394"/>
                </a:lnTo>
                <a:lnTo>
                  <a:pt x="1802737" y="218613"/>
                </a:lnTo>
                <a:lnTo>
                  <a:pt x="1893237" y="200535"/>
                </a:lnTo>
                <a:lnTo>
                  <a:pt x="1985290" y="183170"/>
                </a:lnTo>
                <a:lnTo>
                  <a:pt x="2078831" y="166532"/>
                </a:lnTo>
                <a:lnTo>
                  <a:pt x="2173797" y="150632"/>
                </a:lnTo>
                <a:lnTo>
                  <a:pt x="2270123" y="135480"/>
                </a:lnTo>
                <a:lnTo>
                  <a:pt x="2367743" y="121088"/>
                </a:lnTo>
                <a:lnTo>
                  <a:pt x="2466589" y="107464"/>
                </a:lnTo>
                <a:lnTo>
                  <a:pt x="2566594" y="94619"/>
                </a:lnTo>
                <a:lnTo>
                  <a:pt x="2667690" y="82560"/>
                </a:lnTo>
                <a:lnTo>
                  <a:pt x="2769806" y="71297"/>
                </a:lnTo>
                <a:lnTo>
                  <a:pt x="2872874" y="60837"/>
                </a:lnTo>
                <a:lnTo>
                  <a:pt x="2976823" y="51188"/>
                </a:lnTo>
                <a:lnTo>
                  <a:pt x="3081580" y="42355"/>
                </a:lnTo>
                <a:lnTo>
                  <a:pt x="3187075" y="34345"/>
                </a:lnTo>
                <a:lnTo>
                  <a:pt x="3293236" y="27163"/>
                </a:lnTo>
                <a:lnTo>
                  <a:pt x="3399989" y="20814"/>
                </a:lnTo>
                <a:lnTo>
                  <a:pt x="3507261" y="15304"/>
                </a:lnTo>
                <a:lnTo>
                  <a:pt x="3614979" y="10634"/>
                </a:lnTo>
                <a:lnTo>
                  <a:pt x="3723068" y="6809"/>
                </a:lnTo>
                <a:lnTo>
                  <a:pt x="3831456" y="3832"/>
                </a:lnTo>
                <a:lnTo>
                  <a:pt x="3940067" y="1704"/>
                </a:lnTo>
                <a:lnTo>
                  <a:pt x="4048828" y="426"/>
                </a:lnTo>
                <a:lnTo>
                  <a:pt x="4157663" y="0"/>
                </a:lnTo>
                <a:lnTo>
                  <a:pt x="4266497" y="426"/>
                </a:lnTo>
                <a:lnTo>
                  <a:pt x="4375258" y="1704"/>
                </a:lnTo>
                <a:lnTo>
                  <a:pt x="4483869" y="3832"/>
                </a:lnTo>
                <a:lnTo>
                  <a:pt x="4592257" y="6809"/>
                </a:lnTo>
                <a:lnTo>
                  <a:pt x="4700346" y="10634"/>
                </a:lnTo>
                <a:lnTo>
                  <a:pt x="4808064" y="15304"/>
                </a:lnTo>
                <a:lnTo>
                  <a:pt x="4915336" y="20814"/>
                </a:lnTo>
                <a:lnTo>
                  <a:pt x="5022089" y="27163"/>
                </a:lnTo>
                <a:lnTo>
                  <a:pt x="5128250" y="34345"/>
                </a:lnTo>
                <a:lnTo>
                  <a:pt x="5233745" y="42355"/>
                </a:lnTo>
                <a:lnTo>
                  <a:pt x="5338502" y="51188"/>
                </a:lnTo>
                <a:lnTo>
                  <a:pt x="5442451" y="60837"/>
                </a:lnTo>
              </a:path>
            </a:pathLst>
          </a:custGeom>
          <a:noFill xmlns:a="http://schemas.openxmlformats.org/drawingml/2006/main"/>
          <a:ln xmlns:a="http://schemas.openxmlformats.org/drawingml/2006/main" w="37148">
            <a:solidFill>
              <a:srgbClr val="000000"/>
            </a:solidFill>
            <a:prstDash val="dash"/>
          </a:ln>
        </p:spPr>
      </p:sp>
      <p:sp>
        <p:nvSpPr>
          <p:cNvPr id="125" name="AI092-path-125">
            <a:extLst xmlns:a="http://schemas.openxmlformats.org/drawingml/2006/main">
              <a:ext uri="{FF2B5EF4-FFF2-40B4-BE49-F238E27FC236}">
                <a16:creationId xmlns:a16="http://schemas.microsoft.com/office/drawing/2014/main" id="{FDCEB499-5186-43A9-938E-A5C842F35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2514600"/>
            <a:ext cx="1057275" cy="2400300"/>
          </a:xfrm>
          <a:custGeom xmlns:a="http://schemas.openxmlformats.org/drawingml/2006/main">
            <a:pathLst>
              <a:path w="1057275" h="2400300">
                <a:moveTo>
                  <a:pt x="0" y="0"/>
                </a:moveTo>
                <a:lnTo>
                  <a:pt x="22396" y="22755"/>
                </a:lnTo>
                <a:lnTo>
                  <a:pt x="44576" y="46008"/>
                </a:lnTo>
                <a:lnTo>
                  <a:pt x="66541" y="69745"/>
                </a:lnTo>
                <a:lnTo>
                  <a:pt x="88290" y="93955"/>
                </a:lnTo>
                <a:lnTo>
                  <a:pt x="109821" y="118625"/>
                </a:lnTo>
                <a:lnTo>
                  <a:pt x="131135" y="143745"/>
                </a:lnTo>
                <a:lnTo>
                  <a:pt x="152231" y="169301"/>
                </a:lnTo>
                <a:lnTo>
                  <a:pt x="173107" y="195282"/>
                </a:lnTo>
                <a:lnTo>
                  <a:pt x="193764" y="221675"/>
                </a:lnTo>
                <a:lnTo>
                  <a:pt x="214201" y="248469"/>
                </a:lnTo>
                <a:lnTo>
                  <a:pt x="234416" y="275651"/>
                </a:lnTo>
                <a:lnTo>
                  <a:pt x="254410" y="303209"/>
                </a:lnTo>
                <a:lnTo>
                  <a:pt x="274182" y="331132"/>
                </a:lnTo>
                <a:lnTo>
                  <a:pt x="293730" y="359407"/>
                </a:lnTo>
                <a:lnTo>
                  <a:pt x="313055" y="388023"/>
                </a:lnTo>
                <a:lnTo>
                  <a:pt x="332156" y="416966"/>
                </a:lnTo>
                <a:lnTo>
                  <a:pt x="351031" y="446226"/>
                </a:lnTo>
                <a:lnTo>
                  <a:pt x="369681" y="475790"/>
                </a:lnTo>
                <a:lnTo>
                  <a:pt x="388104" y="505646"/>
                </a:lnTo>
                <a:lnTo>
                  <a:pt x="406301" y="535781"/>
                </a:lnTo>
                <a:lnTo>
                  <a:pt x="424269" y="566185"/>
                </a:lnTo>
                <a:lnTo>
                  <a:pt x="442010" y="596844"/>
                </a:lnTo>
                <a:lnTo>
                  <a:pt x="459521" y="627747"/>
                </a:lnTo>
                <a:lnTo>
                  <a:pt x="476802" y="658882"/>
                </a:lnTo>
                <a:lnTo>
                  <a:pt x="493854" y="690237"/>
                </a:lnTo>
                <a:lnTo>
                  <a:pt x="510674" y="721799"/>
                </a:lnTo>
                <a:lnTo>
                  <a:pt x="527262" y="753557"/>
                </a:lnTo>
                <a:lnTo>
                  <a:pt x="543618" y="785498"/>
                </a:lnTo>
                <a:lnTo>
                  <a:pt x="559741" y="817611"/>
                </a:lnTo>
                <a:lnTo>
                  <a:pt x="575630" y="849883"/>
                </a:lnTo>
                <a:lnTo>
                  <a:pt x="591285" y="882302"/>
                </a:lnTo>
                <a:lnTo>
                  <a:pt x="606704" y="914857"/>
                </a:lnTo>
                <a:lnTo>
                  <a:pt x="621888" y="947535"/>
                </a:lnTo>
                <a:lnTo>
                  <a:pt x="636836" y="980324"/>
                </a:lnTo>
                <a:lnTo>
                  <a:pt x="651546" y="1013213"/>
                </a:lnTo>
                <a:lnTo>
                  <a:pt x="666019" y="1046188"/>
                </a:lnTo>
                <a:lnTo>
                  <a:pt x="680253" y="1079238"/>
                </a:lnTo>
                <a:lnTo>
                  <a:pt x="694248" y="1112352"/>
                </a:lnTo>
                <a:lnTo>
                  <a:pt x="708004" y="1145516"/>
                </a:lnTo>
                <a:lnTo>
                  <a:pt x="721519" y="1178719"/>
                </a:lnTo>
                <a:lnTo>
                  <a:pt x="734793" y="1211949"/>
                </a:lnTo>
                <a:lnTo>
                  <a:pt x="747825" y="1245193"/>
                </a:lnTo>
                <a:lnTo>
                  <a:pt x="760614" y="1278440"/>
                </a:lnTo>
                <a:lnTo>
                  <a:pt x="773161" y="1311678"/>
                </a:lnTo>
                <a:lnTo>
                  <a:pt x="785464" y="1344895"/>
                </a:lnTo>
                <a:lnTo>
                  <a:pt x="797522" y="1378078"/>
                </a:lnTo>
                <a:lnTo>
                  <a:pt x="809335" y="1411215"/>
                </a:lnTo>
                <a:lnTo>
                  <a:pt x="820903" y="1444295"/>
                </a:lnTo>
                <a:lnTo>
                  <a:pt x="832224" y="1477305"/>
                </a:lnTo>
                <a:lnTo>
                  <a:pt x="843297" y="1510233"/>
                </a:lnTo>
                <a:lnTo>
                  <a:pt x="854123" y="1543068"/>
                </a:lnTo>
                <a:lnTo>
                  <a:pt x="864701" y="1575797"/>
                </a:lnTo>
                <a:lnTo>
                  <a:pt x="875029" y="1608408"/>
                </a:lnTo>
                <a:lnTo>
                  <a:pt x="885108" y="1640889"/>
                </a:lnTo>
                <a:lnTo>
                  <a:pt x="894936" y="1673228"/>
                </a:lnTo>
                <a:lnTo>
                  <a:pt x="904513" y="1705413"/>
                </a:lnTo>
                <a:lnTo>
                  <a:pt x="913838" y="1737432"/>
                </a:lnTo>
                <a:lnTo>
                  <a:pt x="922911" y="1769273"/>
                </a:lnTo>
                <a:lnTo>
                  <a:pt x="931730" y="1800924"/>
                </a:lnTo>
                <a:lnTo>
                  <a:pt x="940296" y="1832372"/>
                </a:lnTo>
                <a:lnTo>
                  <a:pt x="948607" y="1863606"/>
                </a:lnTo>
                <a:lnTo>
                  <a:pt x="956663" y="1894614"/>
                </a:lnTo>
                <a:lnTo>
                  <a:pt x="964464" y="1925383"/>
                </a:lnTo>
                <a:lnTo>
                  <a:pt x="972007" y="1955902"/>
                </a:lnTo>
                <a:lnTo>
                  <a:pt x="979294" y="1986158"/>
                </a:lnTo>
                <a:lnTo>
                  <a:pt x="986322" y="2016139"/>
                </a:lnTo>
                <a:lnTo>
                  <a:pt x="993093" y="2045834"/>
                </a:lnTo>
                <a:lnTo>
                  <a:pt x="999604" y="2075231"/>
                </a:lnTo>
                <a:lnTo>
                  <a:pt x="1005855" y="2104316"/>
                </a:lnTo>
                <a:lnTo>
                  <a:pt x="1011845" y="2133079"/>
                </a:lnTo>
                <a:lnTo>
                  <a:pt x="1017575" y="2161507"/>
                </a:lnTo>
                <a:lnTo>
                  <a:pt x="1023042" y="2189588"/>
                </a:lnTo>
                <a:lnTo>
                  <a:pt x="1028247" y="2217310"/>
                </a:lnTo>
                <a:lnTo>
                  <a:pt x="1033189" y="2244661"/>
                </a:lnTo>
                <a:lnTo>
                  <a:pt x="1037867" y="2271629"/>
                </a:lnTo>
                <a:lnTo>
                  <a:pt x="1042280" y="2298202"/>
                </a:lnTo>
                <a:lnTo>
                  <a:pt x="1046428" y="2324367"/>
                </a:lnTo>
                <a:lnTo>
                  <a:pt x="1050311" y="2350113"/>
                </a:lnTo>
                <a:lnTo>
                  <a:pt x="1053926" y="2375428"/>
                </a:lnTo>
                <a:lnTo>
                  <a:pt x="1057275" y="2400300"/>
                </a:lnTo>
              </a:path>
            </a:pathLst>
          </a:custGeom>
          <a:noFill xmlns:a="http://schemas.openxmlformats.org/drawingml/2006/main"/>
          <a:ln xmlns:a="http://schemas.openxmlformats.org/drawingml/2006/main" w="88583">
            <a:solidFill>
              <a:srgbClr val="6DA950"/>
            </a:solidFill>
            <a:prstDash val="solid"/>
          </a:ln>
        </p:spPr>
      </p:sp>
      <p:sp>
        <p:nvSpPr>
          <p:cNvPr id="126" name="AI092-path-126">
            <a:extLst xmlns:a="http://schemas.openxmlformats.org/drawingml/2006/main">
              <a:ext uri="{FF2B5EF4-FFF2-40B4-BE49-F238E27FC236}">
                <a16:creationId xmlns:a16="http://schemas.microsoft.com/office/drawing/2014/main" id="{858FC5B5-D56E-44C7-B0BD-DE2AA2C7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7076" y="4890028"/>
            <a:ext cx="3349" cy="24872"/>
          </a:xfrm>
          <a:custGeom xmlns:a="http://schemas.openxmlformats.org/drawingml/2006/main">
            <a:pathLst>
              <a:path w="3349" h="24872">
                <a:moveTo>
                  <a:pt x="0" y="0"/>
                </a:moveTo>
                <a:lnTo>
                  <a:pt x="3349" y="24872"/>
                </a:lnTo>
              </a:path>
            </a:pathLst>
          </a:custGeom>
          <a:noFill xmlns:a="http://schemas.openxmlformats.org/drawingml/2006/main"/>
          <a:ln xmlns:a="http://schemas.openxmlformats.org/drawingml/2006/main" w="88583">
            <a:solidFill>
              <a:srgbClr val="6DA950"/>
            </a:solidFill>
            <a:prstDash val="solid"/>
          </a:ln>
        </p:spPr>
      </p:sp>
      <p:sp>
        <p:nvSpPr>
          <p:cNvPr id="127" name="AI092-path-127">
            <a:extLst xmlns:a="http://schemas.openxmlformats.org/drawingml/2006/main">
              <a:ext uri="{FF2B5EF4-FFF2-40B4-BE49-F238E27FC236}">
                <a16:creationId xmlns:a16="http://schemas.microsoft.com/office/drawing/2014/main" id="{BFA74656-AA7D-466B-A7B6-759D8B59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47840" y="4554624"/>
            <a:ext cx="273111" cy="360276"/>
          </a:xfrm>
          <a:custGeom xmlns:a="http://schemas.openxmlformats.org/drawingml/2006/main">
            <a:pathLst>
              <a:path w="273111" h="360276">
                <a:moveTo>
                  <a:pt x="182585" y="360276"/>
                </a:moveTo>
                <a:lnTo>
                  <a:pt x="0" y="36770"/>
                </a:lnTo>
                <a:lnTo>
                  <a:pt x="273111" y="0"/>
                </a:lnTo>
                <a:close/>
              </a:path>
            </a:pathLst>
          </a:custGeom>
          <a:solidFill xmlns:a="http://schemas.openxmlformats.org/drawingml/2006/main">
            <a:srgbClr val="6DA950"/>
          </a:solidFill>
          <a:ln xmlns:a="http://schemas.openxmlformats.org/drawingml/2006/main" w="0">
            <a:solidFill>
              <a:srgbClr val="6DA950"/>
            </a:solidFill>
            <a:prstDash val="solid"/>
          </a:ln>
        </p:spPr>
      </p:sp>
      <p:sp>
        <p:nvSpPr>
          <p:cNvPr id="128" name="AI092-path-128">
            <a:extLst xmlns:a="http://schemas.openxmlformats.org/drawingml/2006/main">
              <a:ext uri="{FF2B5EF4-FFF2-40B4-BE49-F238E27FC236}">
                <a16:creationId xmlns:a16="http://schemas.microsoft.com/office/drawing/2014/main" id="{7E35B7A9-44C1-465B-87F9-21C93F0F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4725" y="5400675"/>
            <a:ext cx="2200275" cy="514350"/>
          </a:xfrm>
          <a:custGeom xmlns:a="http://schemas.openxmlformats.org/drawingml/2006/main">
            <a:pathLst>
              <a:path w="2200275" h="514350">
                <a:moveTo>
                  <a:pt x="0" y="0"/>
                </a:moveTo>
                <a:lnTo>
                  <a:pt x="30043" y="107"/>
                </a:lnTo>
                <a:lnTo>
                  <a:pt x="60161" y="426"/>
                </a:lnTo>
                <a:lnTo>
                  <a:pt x="90349" y="955"/>
                </a:lnTo>
                <a:lnTo>
                  <a:pt x="120601" y="1693"/>
                </a:lnTo>
                <a:lnTo>
                  <a:pt x="150912" y="2637"/>
                </a:lnTo>
                <a:lnTo>
                  <a:pt x="181276" y="3785"/>
                </a:lnTo>
                <a:lnTo>
                  <a:pt x="211689" y="5136"/>
                </a:lnTo>
                <a:lnTo>
                  <a:pt x="242145" y="6687"/>
                </a:lnTo>
                <a:lnTo>
                  <a:pt x="272638" y="8436"/>
                </a:lnTo>
                <a:lnTo>
                  <a:pt x="303163" y="10381"/>
                </a:lnTo>
                <a:lnTo>
                  <a:pt x="333715" y="12520"/>
                </a:lnTo>
                <a:lnTo>
                  <a:pt x="364288" y="14852"/>
                </a:lnTo>
                <a:lnTo>
                  <a:pt x="394878" y="17374"/>
                </a:lnTo>
                <a:lnTo>
                  <a:pt x="425478" y="20084"/>
                </a:lnTo>
                <a:lnTo>
                  <a:pt x="456084" y="22980"/>
                </a:lnTo>
                <a:lnTo>
                  <a:pt x="486689" y="26060"/>
                </a:lnTo>
                <a:lnTo>
                  <a:pt x="517290" y="29323"/>
                </a:lnTo>
                <a:lnTo>
                  <a:pt x="547879" y="32766"/>
                </a:lnTo>
                <a:lnTo>
                  <a:pt x="578453" y="36387"/>
                </a:lnTo>
                <a:lnTo>
                  <a:pt x="609005" y="40184"/>
                </a:lnTo>
                <a:lnTo>
                  <a:pt x="639530" y="44155"/>
                </a:lnTo>
                <a:lnTo>
                  <a:pt x="670023" y="48298"/>
                </a:lnTo>
                <a:lnTo>
                  <a:pt x="700479" y="52611"/>
                </a:lnTo>
                <a:lnTo>
                  <a:pt x="730891" y="57093"/>
                </a:lnTo>
                <a:lnTo>
                  <a:pt x="761256" y="61740"/>
                </a:lnTo>
                <a:lnTo>
                  <a:pt x="791567" y="66552"/>
                </a:lnTo>
                <a:lnTo>
                  <a:pt x="821819" y="71526"/>
                </a:lnTo>
                <a:lnTo>
                  <a:pt x="852006" y="76660"/>
                </a:lnTo>
                <a:lnTo>
                  <a:pt x="882125" y="81951"/>
                </a:lnTo>
                <a:lnTo>
                  <a:pt x="912168" y="87399"/>
                </a:lnTo>
                <a:lnTo>
                  <a:pt x="942130" y="93001"/>
                </a:lnTo>
                <a:lnTo>
                  <a:pt x="972007" y="98755"/>
                </a:lnTo>
                <a:lnTo>
                  <a:pt x="1001793" y="104659"/>
                </a:lnTo>
                <a:lnTo>
                  <a:pt x="1031482" y="110711"/>
                </a:lnTo>
                <a:lnTo>
                  <a:pt x="1061070" y="116909"/>
                </a:lnTo>
                <a:lnTo>
                  <a:pt x="1090551" y="123251"/>
                </a:lnTo>
                <a:lnTo>
                  <a:pt x="1119919" y="129735"/>
                </a:lnTo>
                <a:lnTo>
                  <a:pt x="1149169" y="136359"/>
                </a:lnTo>
                <a:lnTo>
                  <a:pt x="1178295" y="143121"/>
                </a:lnTo>
                <a:lnTo>
                  <a:pt x="1207294" y="150019"/>
                </a:lnTo>
                <a:lnTo>
                  <a:pt x="1236158" y="157051"/>
                </a:lnTo>
                <a:lnTo>
                  <a:pt x="1264883" y="164214"/>
                </a:lnTo>
                <a:lnTo>
                  <a:pt x="1293463" y="171508"/>
                </a:lnTo>
                <a:lnTo>
                  <a:pt x="1321894" y="178930"/>
                </a:lnTo>
                <a:lnTo>
                  <a:pt x="1350169" y="186477"/>
                </a:lnTo>
                <a:lnTo>
                  <a:pt x="1378283" y="194148"/>
                </a:lnTo>
                <a:lnTo>
                  <a:pt x="1406231" y="201942"/>
                </a:lnTo>
                <a:lnTo>
                  <a:pt x="1434008" y="209855"/>
                </a:lnTo>
                <a:lnTo>
                  <a:pt x="1461608" y="217886"/>
                </a:lnTo>
                <a:lnTo>
                  <a:pt x="1489025" y="226033"/>
                </a:lnTo>
                <a:lnTo>
                  <a:pt x="1516256" y="234293"/>
                </a:lnTo>
                <a:lnTo>
                  <a:pt x="1543293" y="242666"/>
                </a:lnTo>
                <a:lnTo>
                  <a:pt x="1570132" y="251148"/>
                </a:lnTo>
                <a:lnTo>
                  <a:pt x="1596767" y="259739"/>
                </a:lnTo>
                <a:lnTo>
                  <a:pt x="1623194" y="268435"/>
                </a:lnTo>
                <a:lnTo>
                  <a:pt x="1649406" y="277235"/>
                </a:lnTo>
                <a:lnTo>
                  <a:pt x="1675399" y="286136"/>
                </a:lnTo>
                <a:lnTo>
                  <a:pt x="1701166" y="295138"/>
                </a:lnTo>
                <a:lnTo>
                  <a:pt x="1726703" y="304237"/>
                </a:lnTo>
                <a:lnTo>
                  <a:pt x="1752005" y="313432"/>
                </a:lnTo>
                <a:lnTo>
                  <a:pt x="1777065" y="322721"/>
                </a:lnTo>
                <a:lnTo>
                  <a:pt x="1801879" y="332101"/>
                </a:lnTo>
                <a:lnTo>
                  <a:pt x="1826441" y="341572"/>
                </a:lnTo>
                <a:lnTo>
                  <a:pt x="1850746" y="351130"/>
                </a:lnTo>
                <a:lnTo>
                  <a:pt x="1874788" y="360773"/>
                </a:lnTo>
                <a:lnTo>
                  <a:pt x="1898562" y="370501"/>
                </a:lnTo>
                <a:lnTo>
                  <a:pt x="1922063" y="380310"/>
                </a:lnTo>
                <a:lnTo>
                  <a:pt x="1945286" y="390199"/>
                </a:lnTo>
                <a:lnTo>
                  <a:pt x="1968225" y="400165"/>
                </a:lnTo>
                <a:lnTo>
                  <a:pt x="1990874" y="410208"/>
                </a:lnTo>
                <a:lnTo>
                  <a:pt x="2013228" y="420323"/>
                </a:lnTo>
                <a:lnTo>
                  <a:pt x="2035283" y="430511"/>
                </a:lnTo>
                <a:lnTo>
                  <a:pt x="2057032" y="440768"/>
                </a:lnTo>
                <a:lnTo>
                  <a:pt x="2078470" y="451093"/>
                </a:lnTo>
                <a:lnTo>
                  <a:pt x="2099593" y="461483"/>
                </a:lnTo>
                <a:lnTo>
                  <a:pt x="2120394" y="471938"/>
                </a:lnTo>
                <a:lnTo>
                  <a:pt x="2140868" y="482453"/>
                </a:lnTo>
                <a:lnTo>
                  <a:pt x="2161009" y="493029"/>
                </a:lnTo>
                <a:lnTo>
                  <a:pt x="2180814" y="503661"/>
                </a:lnTo>
                <a:lnTo>
                  <a:pt x="2200275" y="514350"/>
                </a:lnTo>
              </a:path>
            </a:pathLst>
          </a:custGeom>
          <a:noFill xmlns:a="http://schemas.openxmlformats.org/drawingml/2006/main"/>
          <a:ln xmlns:a="http://schemas.openxmlformats.org/drawingml/2006/main" w="88583">
            <a:solidFill>
              <a:srgbClr val="6DA950"/>
            </a:solidFill>
            <a:prstDash val="solid"/>
          </a:ln>
        </p:spPr>
      </p:sp>
      <p:sp>
        <p:nvSpPr>
          <p:cNvPr id="129" name="AI092-path-129">
            <a:extLst xmlns:a="http://schemas.openxmlformats.org/drawingml/2006/main">
              <a:ext uri="{FF2B5EF4-FFF2-40B4-BE49-F238E27FC236}">
                <a16:creationId xmlns:a16="http://schemas.microsoft.com/office/drawing/2014/main" id="{22E85943-D1FE-4D66-8EF8-0C296A406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25539" y="5904336"/>
            <a:ext cx="19461" cy="10689"/>
          </a:xfrm>
          <a:custGeom xmlns:a="http://schemas.openxmlformats.org/drawingml/2006/main">
            <a:pathLst>
              <a:path w="19461" h="10689">
                <a:moveTo>
                  <a:pt x="0" y="0"/>
                </a:moveTo>
                <a:lnTo>
                  <a:pt x="19461" y="10689"/>
                </a:lnTo>
              </a:path>
            </a:pathLst>
          </a:custGeom>
          <a:noFill xmlns:a="http://schemas.openxmlformats.org/drawingml/2006/main"/>
          <a:ln xmlns:a="http://schemas.openxmlformats.org/drawingml/2006/main" w="88583">
            <a:solidFill>
              <a:srgbClr val="6DA950"/>
            </a:solidFill>
            <a:prstDash val="solid"/>
          </a:ln>
        </p:spPr>
      </p:sp>
      <p:sp>
        <p:nvSpPr>
          <p:cNvPr id="130" name="AI092-path-130">
            <a:extLst xmlns:a="http://schemas.openxmlformats.org/drawingml/2006/main">
              <a:ext uri="{FF2B5EF4-FFF2-40B4-BE49-F238E27FC236}">
                <a16:creationId xmlns:a16="http://schemas.microsoft.com/office/drawing/2014/main" id="{2A09D5EE-1ADA-4200-A4D4-0D140D7C1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76297" y="5628185"/>
            <a:ext cx="368703" cy="286840"/>
          </a:xfrm>
          <a:custGeom xmlns:a="http://schemas.openxmlformats.org/drawingml/2006/main">
            <a:pathLst>
              <a:path w="368703" h="286840">
                <a:moveTo>
                  <a:pt x="368703" y="286840"/>
                </a:moveTo>
                <a:lnTo>
                  <a:pt x="0" y="241543"/>
                </a:lnTo>
                <a:lnTo>
                  <a:pt x="132660" y="0"/>
                </a:lnTo>
                <a:close/>
              </a:path>
            </a:pathLst>
          </a:custGeom>
          <a:solidFill xmlns:a="http://schemas.openxmlformats.org/drawingml/2006/main">
            <a:srgbClr val="6DA950"/>
          </a:solidFill>
          <a:ln xmlns:a="http://schemas.openxmlformats.org/drawingml/2006/main" w="0">
            <a:solidFill>
              <a:srgbClr val="6DA950"/>
            </a:solidFill>
            <a:prstDash val="solid"/>
          </a:ln>
        </p:spPr>
      </p:sp>
      <p:sp>
        <p:nvSpPr>
          <p:cNvPr id="131" name="AI092-path-131">
            <a:extLst xmlns:a="http://schemas.openxmlformats.org/drawingml/2006/main">
              <a:ext uri="{FF2B5EF4-FFF2-40B4-BE49-F238E27FC236}">
                <a16:creationId xmlns:a16="http://schemas.microsoft.com/office/drawing/2014/main" id="{8D2EF1A6-74A8-47E4-8BBB-480EBB1E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4275" y="5600700"/>
            <a:ext cx="3543300" cy="29"/>
          </a:xfrm>
          <a:custGeom xmlns:a="http://schemas.openxmlformats.org/drawingml/2006/main">
            <a:pathLst>
              <a:path w="3543300" h="29">
                <a:moveTo>
                  <a:pt x="3543300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578">
            <a:solidFill>
              <a:srgbClr val="FF7909"/>
            </a:solidFill>
            <a:prstDash val="solid"/>
          </a:ln>
        </p:spPr>
      </p:sp>
      <p:sp>
        <p:nvSpPr>
          <p:cNvPr id="132" name="AI092-path-132">
            <a:extLst xmlns:a="http://schemas.openxmlformats.org/drawingml/2006/main">
              <a:ext uri="{FF2B5EF4-FFF2-40B4-BE49-F238E27FC236}">
                <a16:creationId xmlns:a16="http://schemas.microsoft.com/office/drawing/2014/main" id="{947026F4-9552-4A9D-9C84-90AE1E398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0" y="6100763"/>
            <a:ext cx="3171825" cy="29"/>
          </a:xfrm>
          <a:custGeom xmlns:a="http://schemas.openxmlformats.org/drawingml/2006/main">
            <a:pathLst>
              <a:path w="3171825" h="29">
                <a:moveTo>
                  <a:pt x="317182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578">
            <a:solidFill>
              <a:srgbClr val="257CBA"/>
            </a:solidFill>
            <a:prstDash val="solid"/>
          </a:ln>
        </p:spPr>
      </p:sp>
      <p:sp>
        <p:nvSpPr>
          <p:cNvPr id="133" name="AI092-133">
            <a:extLst xmlns:a="http://schemas.openxmlformats.org/drawingml/2006/main">
              <a:ext uri="{FF2B5EF4-FFF2-40B4-BE49-F238E27FC236}">
                <a16:creationId xmlns:a16="http://schemas.microsoft.com/office/drawing/2014/main" id="{0EBA4B05-2B12-4C1C-91B7-BE4A1D51F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4523" y="2137410"/>
            <a:ext cx="671513" cy="6715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E0000"/>
          </a:solidFill>
          <a:ln xmlns:a="http://schemas.openxmlformats.org/drawingml/2006/main" w="0">
            <a:noFill/>
          </a:ln>
        </p:spPr>
      </p:sp>
      <p:sp>
        <p:nvSpPr>
          <p:cNvPr id="134" name="AI092-134">
            <a:extLst xmlns:a="http://schemas.openxmlformats.org/drawingml/2006/main">
              <a:ext uri="{FF2B5EF4-FFF2-40B4-BE49-F238E27FC236}">
                <a16:creationId xmlns:a16="http://schemas.microsoft.com/office/drawing/2014/main" id="{D8E87E38-9DFB-474C-984B-EEEB4ADA5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0" y="5029200"/>
            <a:ext cx="671513" cy="67151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600FF"/>
          </a:solidFill>
          <a:ln xmlns:a="http://schemas.openxmlformats.org/drawingml/2006/main" w="0">
            <a:noFill/>
          </a:ln>
        </p:spPr>
      </p:sp>
      <p:sp>
        <p:nvSpPr>
          <p:cNvPr id="135" name="AI092-135">
            <a:extLst xmlns:a="http://schemas.openxmlformats.org/drawingml/2006/main">
              <a:ext uri="{FF2B5EF4-FFF2-40B4-BE49-F238E27FC236}">
                <a16:creationId xmlns:a16="http://schemas.microsoft.com/office/drawing/2014/main" id="{D297B168-51E0-44E7-BD27-9664287D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7848" y="5780723"/>
            <a:ext cx="668655" cy="6686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C329"/>
          </a:solidFill>
          <a:ln xmlns:a="http://schemas.openxmlformats.org/drawingml/2006/main" w="0">
            <a:noFill/>
          </a:ln>
        </p:spPr>
      </p:sp>
      <p:sp>
        <p:nvSpPr>
          <p:cNvPr id="136" name="AI092-path-136">
            <a:extLst xmlns:a="http://schemas.openxmlformats.org/drawingml/2006/main">
              <a:ext uri="{FF2B5EF4-FFF2-40B4-BE49-F238E27FC236}">
                <a16:creationId xmlns:a16="http://schemas.microsoft.com/office/drawing/2014/main" id="{1B634205-94F8-4A2C-905B-E92474F0C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913" y="6043613"/>
            <a:ext cx="314325" cy="314325"/>
          </a:xfrm>
          <a:custGeom xmlns:a="http://schemas.openxmlformats.org/drawingml/2006/main">
            <a:pathLst>
              <a:path w="314325" h="314325">
                <a:moveTo>
                  <a:pt x="0" y="0"/>
                </a:moveTo>
                <a:lnTo>
                  <a:pt x="314325" y="314325"/>
                </a:lnTo>
              </a:path>
            </a:pathLst>
          </a:custGeom>
          <a:noFill xmlns:a="http://schemas.openxmlformats.org/drawingml/2006/main"/>
          <a:ln xmlns:a="http://schemas.openxmlformats.org/drawingml/2006/main" w="48578">
            <a:solidFill>
              <a:srgbClr val="FF7909"/>
            </a:solidFill>
            <a:prstDash val="solid"/>
          </a:ln>
        </p:spPr>
      </p:sp>
      <p:sp>
        <p:nvSpPr>
          <p:cNvPr id="137" name="AI092-path-137">
            <a:extLst xmlns:a="http://schemas.openxmlformats.org/drawingml/2006/main">
              <a:ext uri="{FF2B5EF4-FFF2-40B4-BE49-F238E27FC236}">
                <a16:creationId xmlns:a16="http://schemas.microsoft.com/office/drawing/2014/main" id="{91E438B9-CA57-4C88-9B5B-A939C4525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6913" y="6043613"/>
            <a:ext cx="314325" cy="314325"/>
          </a:xfrm>
          <a:custGeom xmlns:a="http://schemas.openxmlformats.org/drawingml/2006/main">
            <a:pathLst>
              <a:path w="314325" h="314325">
                <a:moveTo>
                  <a:pt x="0" y="314325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578">
            <a:solidFill>
              <a:srgbClr val="FF7909"/>
            </a:solidFill>
            <a:prstDash val="solid"/>
          </a:ln>
        </p:spPr>
      </p:sp>
      <p:sp>
        <p:nvSpPr>
          <p:cNvPr id="138" name="AI092-path-138">
            <a:extLst xmlns:a="http://schemas.openxmlformats.org/drawingml/2006/main">
              <a:ext uri="{FF2B5EF4-FFF2-40B4-BE49-F238E27FC236}">
                <a16:creationId xmlns:a16="http://schemas.microsoft.com/office/drawing/2014/main" id="{ADC03159-9A1F-445A-A23A-3BD6B8E5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738" y="6443663"/>
            <a:ext cx="314325" cy="314325"/>
          </a:xfrm>
          <a:custGeom xmlns:a="http://schemas.openxmlformats.org/drawingml/2006/main">
            <a:pathLst>
              <a:path w="314325" h="314325">
                <a:moveTo>
                  <a:pt x="0" y="0"/>
                </a:moveTo>
                <a:lnTo>
                  <a:pt x="314325" y="314325"/>
                </a:lnTo>
              </a:path>
            </a:pathLst>
          </a:custGeom>
          <a:noFill xmlns:a="http://schemas.openxmlformats.org/drawingml/2006/main"/>
          <a:ln xmlns:a="http://schemas.openxmlformats.org/drawingml/2006/main" w="48578">
            <a:solidFill>
              <a:srgbClr val="FF7909"/>
            </a:solidFill>
            <a:prstDash val="solid"/>
          </a:ln>
        </p:spPr>
      </p:sp>
      <p:sp>
        <p:nvSpPr>
          <p:cNvPr id="139" name="AI092-path-139">
            <a:extLst xmlns:a="http://schemas.openxmlformats.org/drawingml/2006/main">
              <a:ext uri="{FF2B5EF4-FFF2-40B4-BE49-F238E27FC236}">
                <a16:creationId xmlns:a16="http://schemas.microsoft.com/office/drawing/2014/main" id="{3F4C97B0-B8FC-4CBE-BC7D-C62164FD9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9738" y="6443663"/>
            <a:ext cx="314325" cy="314325"/>
          </a:xfrm>
          <a:custGeom xmlns:a="http://schemas.openxmlformats.org/drawingml/2006/main">
            <a:pathLst>
              <a:path w="314325" h="314325">
                <a:moveTo>
                  <a:pt x="0" y="314325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578">
            <a:solidFill>
              <a:srgbClr val="FF7909"/>
            </a:solidFill>
            <a:prstDash val="solid"/>
          </a:ln>
        </p:spPr>
      </p:sp>
      <p:sp>
        <p:nvSpPr>
          <p:cNvPr id="140" name="AI092-path-140">
            <a:extLst xmlns:a="http://schemas.openxmlformats.org/drawingml/2006/main">
              <a:ext uri="{FF2B5EF4-FFF2-40B4-BE49-F238E27FC236}">
                <a16:creationId xmlns:a16="http://schemas.microsoft.com/office/drawing/2014/main" id="{D0B737B1-5308-4797-A57C-8920CFEC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763" y="6700838"/>
            <a:ext cx="314325" cy="314325"/>
          </a:xfrm>
          <a:custGeom xmlns:a="http://schemas.openxmlformats.org/drawingml/2006/main">
            <a:pathLst>
              <a:path w="314325" h="314325">
                <a:moveTo>
                  <a:pt x="0" y="0"/>
                </a:moveTo>
                <a:lnTo>
                  <a:pt x="314325" y="314325"/>
                </a:lnTo>
              </a:path>
            </a:pathLst>
          </a:custGeom>
          <a:noFill xmlns:a="http://schemas.openxmlformats.org/drawingml/2006/main"/>
          <a:ln xmlns:a="http://schemas.openxmlformats.org/drawingml/2006/main" w="48578">
            <a:solidFill>
              <a:srgbClr val="FF7909"/>
            </a:solidFill>
            <a:prstDash val="solid"/>
          </a:ln>
        </p:spPr>
      </p:sp>
      <p:sp>
        <p:nvSpPr>
          <p:cNvPr id="141" name="AI092-path-141">
            <a:extLst xmlns:a="http://schemas.openxmlformats.org/drawingml/2006/main">
              <a:ext uri="{FF2B5EF4-FFF2-40B4-BE49-F238E27FC236}">
                <a16:creationId xmlns:a16="http://schemas.microsoft.com/office/drawing/2014/main" id="{2589064D-4654-4CE6-B660-E6FB89288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763" y="6700838"/>
            <a:ext cx="314325" cy="314325"/>
          </a:xfrm>
          <a:custGeom xmlns:a="http://schemas.openxmlformats.org/drawingml/2006/main">
            <a:pathLst>
              <a:path w="314325" h="314325">
                <a:moveTo>
                  <a:pt x="0" y="314325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578">
            <a:solidFill>
              <a:srgbClr val="FF7909"/>
            </a:solidFill>
            <a:prstDash val="solid"/>
          </a:ln>
        </p:spPr>
      </p:sp>
      <p:sp>
        <p:nvSpPr>
          <p:cNvPr id="142" name="AI092-path-142">
            <a:extLst xmlns:a="http://schemas.openxmlformats.org/drawingml/2006/main">
              <a:ext uri="{FF2B5EF4-FFF2-40B4-BE49-F238E27FC236}">
                <a16:creationId xmlns:a16="http://schemas.microsoft.com/office/drawing/2014/main" id="{3CB7B24F-1BF2-47CC-BBDE-418EE293C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6872288"/>
            <a:ext cx="314325" cy="314325"/>
          </a:xfrm>
          <a:custGeom xmlns:a="http://schemas.openxmlformats.org/drawingml/2006/main">
            <a:pathLst>
              <a:path w="314325" h="314325">
                <a:moveTo>
                  <a:pt x="0" y="0"/>
                </a:moveTo>
                <a:lnTo>
                  <a:pt x="314325" y="314325"/>
                </a:lnTo>
              </a:path>
            </a:pathLst>
          </a:custGeom>
          <a:noFill xmlns:a="http://schemas.openxmlformats.org/drawingml/2006/main"/>
          <a:ln xmlns:a="http://schemas.openxmlformats.org/drawingml/2006/main" w="48578">
            <a:solidFill>
              <a:srgbClr val="FF7909"/>
            </a:solidFill>
            <a:prstDash val="solid"/>
          </a:ln>
        </p:spPr>
      </p:sp>
      <p:sp>
        <p:nvSpPr>
          <p:cNvPr id="143" name="AI092-path-143">
            <a:extLst xmlns:a="http://schemas.openxmlformats.org/drawingml/2006/main">
              <a:ext uri="{FF2B5EF4-FFF2-40B4-BE49-F238E27FC236}">
                <a16:creationId xmlns:a16="http://schemas.microsoft.com/office/drawing/2014/main" id="{400C9483-C7A6-4C23-9D8B-FF4B83615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063" y="6872288"/>
            <a:ext cx="314325" cy="314325"/>
          </a:xfrm>
          <a:custGeom xmlns:a="http://schemas.openxmlformats.org/drawingml/2006/main">
            <a:pathLst>
              <a:path w="314325" h="314325">
                <a:moveTo>
                  <a:pt x="0" y="314325"/>
                </a:moveTo>
                <a:lnTo>
                  <a:pt x="3143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48578">
            <a:solidFill>
              <a:srgbClr val="FF7909"/>
            </a:solidFill>
            <a:prstDash val="solid"/>
          </a:ln>
        </p:spPr>
      </p:sp>
      <p:sp>
        <p:nvSpPr>
          <p:cNvPr id="144" name="AI092-path-144">
            <a:extLst xmlns:a="http://schemas.openxmlformats.org/drawingml/2006/main">
              <a:ext uri="{FF2B5EF4-FFF2-40B4-BE49-F238E27FC236}">
                <a16:creationId xmlns:a16="http://schemas.microsoft.com/office/drawing/2014/main" id="{57DE355C-0D02-494D-85DA-89CD4ABCD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3628" y="6435090"/>
            <a:ext cx="360045" cy="360045"/>
          </a:xfrm>
          <a:custGeom xmlns:a="http://schemas.openxmlformats.org/drawingml/2006/main">
            <a:pathLst>
              <a:path w="360045" h="360045">
                <a:moveTo>
                  <a:pt x="0" y="0"/>
                </a:moveTo>
                <a:lnTo>
                  <a:pt x="360045" y="360045"/>
                </a:lnTo>
              </a:path>
            </a:pathLst>
          </a:custGeom>
          <a:noFill xmlns:a="http://schemas.openxmlformats.org/drawingml/2006/main"/>
          <a:ln xmlns:a="http://schemas.openxmlformats.org/drawingml/2006/main" w="54292">
            <a:solidFill>
              <a:srgbClr val="257CBA"/>
            </a:solidFill>
            <a:prstDash val="solid"/>
          </a:ln>
        </p:spPr>
      </p:sp>
      <p:sp>
        <p:nvSpPr>
          <p:cNvPr id="145" name="AI092-path-145">
            <a:extLst xmlns:a="http://schemas.openxmlformats.org/drawingml/2006/main">
              <a:ext uri="{FF2B5EF4-FFF2-40B4-BE49-F238E27FC236}">
                <a16:creationId xmlns:a16="http://schemas.microsoft.com/office/drawing/2014/main" id="{CE22308D-04AA-44E6-AB85-895DCF2C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93628" y="6435090"/>
            <a:ext cx="360045" cy="360045"/>
          </a:xfrm>
          <a:custGeom xmlns:a="http://schemas.openxmlformats.org/drawingml/2006/main">
            <a:pathLst>
              <a:path w="360045" h="360045">
                <a:moveTo>
                  <a:pt x="0" y="360045"/>
                </a:moveTo>
                <a:lnTo>
                  <a:pt x="3600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4292">
            <a:solidFill>
              <a:srgbClr val="257CBA"/>
            </a:solidFill>
            <a:prstDash val="solid"/>
          </a:ln>
        </p:spPr>
      </p:sp>
      <p:sp>
        <p:nvSpPr>
          <p:cNvPr id="146" name="AI092-path-146">
            <a:extLst xmlns:a="http://schemas.openxmlformats.org/drawingml/2006/main">
              <a:ext uri="{FF2B5EF4-FFF2-40B4-BE49-F238E27FC236}">
                <a16:creationId xmlns:a16="http://schemas.microsoft.com/office/drawing/2014/main" id="{F5CED1DF-7521-41FB-A367-D41F9F00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7903" y="6663690"/>
            <a:ext cx="360045" cy="360045"/>
          </a:xfrm>
          <a:custGeom xmlns:a="http://schemas.openxmlformats.org/drawingml/2006/main">
            <a:pathLst>
              <a:path w="360045" h="360045">
                <a:moveTo>
                  <a:pt x="0" y="0"/>
                </a:moveTo>
                <a:lnTo>
                  <a:pt x="360045" y="360045"/>
                </a:lnTo>
              </a:path>
            </a:pathLst>
          </a:custGeom>
          <a:noFill xmlns:a="http://schemas.openxmlformats.org/drawingml/2006/main"/>
          <a:ln xmlns:a="http://schemas.openxmlformats.org/drawingml/2006/main" w="54292">
            <a:solidFill>
              <a:srgbClr val="257CBA"/>
            </a:solidFill>
            <a:prstDash val="solid"/>
          </a:ln>
        </p:spPr>
      </p:sp>
      <p:sp>
        <p:nvSpPr>
          <p:cNvPr id="147" name="AI092-path-147">
            <a:extLst xmlns:a="http://schemas.openxmlformats.org/drawingml/2006/main">
              <a:ext uri="{FF2B5EF4-FFF2-40B4-BE49-F238E27FC236}">
                <a16:creationId xmlns:a16="http://schemas.microsoft.com/office/drawing/2014/main" id="{043BD444-AD4C-4F33-A2F1-086B2D3E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07903" y="6663690"/>
            <a:ext cx="360045" cy="360045"/>
          </a:xfrm>
          <a:custGeom xmlns:a="http://schemas.openxmlformats.org/drawingml/2006/main">
            <a:pathLst>
              <a:path w="360045" h="360045">
                <a:moveTo>
                  <a:pt x="0" y="360045"/>
                </a:moveTo>
                <a:lnTo>
                  <a:pt x="3600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4292">
            <a:solidFill>
              <a:srgbClr val="257CBA"/>
            </a:solidFill>
            <a:prstDash val="solid"/>
          </a:ln>
        </p:spPr>
      </p:sp>
      <p:sp>
        <p:nvSpPr>
          <p:cNvPr id="148" name="AI092-path-148">
            <a:extLst xmlns:a="http://schemas.openxmlformats.org/drawingml/2006/main">
              <a:ext uri="{FF2B5EF4-FFF2-40B4-BE49-F238E27FC236}">
                <a16:creationId xmlns:a16="http://schemas.microsoft.com/office/drawing/2014/main" id="{80038CE9-0B48-491D-8FE7-BDF2038C4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7878" y="6849427"/>
            <a:ext cx="360045" cy="360045"/>
          </a:xfrm>
          <a:custGeom xmlns:a="http://schemas.openxmlformats.org/drawingml/2006/main">
            <a:pathLst>
              <a:path w="360045" h="360045">
                <a:moveTo>
                  <a:pt x="0" y="0"/>
                </a:moveTo>
                <a:lnTo>
                  <a:pt x="360045" y="360045"/>
                </a:lnTo>
              </a:path>
            </a:pathLst>
          </a:custGeom>
          <a:noFill xmlns:a="http://schemas.openxmlformats.org/drawingml/2006/main"/>
          <a:ln xmlns:a="http://schemas.openxmlformats.org/drawingml/2006/main" w="54292">
            <a:solidFill>
              <a:srgbClr val="257CBA"/>
            </a:solidFill>
            <a:prstDash val="solid"/>
          </a:ln>
        </p:spPr>
      </p:sp>
      <p:sp>
        <p:nvSpPr>
          <p:cNvPr id="149" name="AI092-path-149">
            <a:extLst xmlns:a="http://schemas.openxmlformats.org/drawingml/2006/main">
              <a:ext uri="{FF2B5EF4-FFF2-40B4-BE49-F238E27FC236}">
                <a16:creationId xmlns:a16="http://schemas.microsoft.com/office/drawing/2014/main" id="{76A2D5C5-B488-4091-9714-42B1139B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07878" y="6849427"/>
            <a:ext cx="360045" cy="360045"/>
          </a:xfrm>
          <a:custGeom xmlns:a="http://schemas.openxmlformats.org/drawingml/2006/main">
            <a:pathLst>
              <a:path w="360045" h="360045">
                <a:moveTo>
                  <a:pt x="0" y="360045"/>
                </a:moveTo>
                <a:lnTo>
                  <a:pt x="360045" y="0"/>
                </a:lnTo>
              </a:path>
            </a:pathLst>
          </a:custGeom>
          <a:noFill xmlns:a="http://schemas.openxmlformats.org/drawingml/2006/main"/>
          <a:ln xmlns:a="http://schemas.openxmlformats.org/drawingml/2006/main" w="54292">
            <a:solidFill>
              <a:srgbClr val="257CBA"/>
            </a:solidFill>
            <a:prstDash val="solid"/>
          </a:ln>
        </p:spPr>
      </p:sp>
      <p:sp>
        <p:nvSpPr>
          <p:cNvPr id="150" name="AI092-path-150">
            <a:extLst xmlns:a="http://schemas.openxmlformats.org/drawingml/2006/main">
              <a:ext uri="{FF2B5EF4-FFF2-40B4-BE49-F238E27FC236}">
                <a16:creationId xmlns:a16="http://schemas.microsoft.com/office/drawing/2014/main" id="{1EE24CC0-5EC6-463F-BF2F-89F1C84BF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9965" y="5394960"/>
            <a:ext cx="371475" cy="371475"/>
          </a:xfrm>
          <a:custGeom xmlns:a="http://schemas.openxmlformats.org/drawingml/2006/main">
            <a:pathLst>
              <a:path w="371475" h="371475">
                <a:moveTo>
                  <a:pt x="0" y="0"/>
                </a:moveTo>
                <a:lnTo>
                  <a:pt x="371475" y="371475"/>
                </a:lnTo>
              </a:path>
            </a:pathLst>
          </a:custGeom>
          <a:noFill xmlns:a="http://schemas.openxmlformats.org/drawingml/2006/main"/>
          <a:ln xmlns:a="http://schemas.openxmlformats.org/drawingml/2006/main" w="117157">
            <a:solidFill>
              <a:srgbClr val="FF7909"/>
            </a:solidFill>
            <a:prstDash val="solid"/>
          </a:ln>
        </p:spPr>
      </p:sp>
      <p:sp>
        <p:nvSpPr>
          <p:cNvPr id="151" name="AI092-path-151">
            <a:extLst xmlns:a="http://schemas.openxmlformats.org/drawingml/2006/main">
              <a:ext uri="{FF2B5EF4-FFF2-40B4-BE49-F238E27FC236}">
                <a16:creationId xmlns:a16="http://schemas.microsoft.com/office/drawing/2014/main" id="{BC0445E0-6680-4963-8E72-A2B5A815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9965" y="5394960"/>
            <a:ext cx="371475" cy="371475"/>
          </a:xfrm>
          <a:custGeom xmlns:a="http://schemas.openxmlformats.org/drawingml/2006/main">
            <a:pathLst>
              <a:path w="371475" h="371475">
                <a:moveTo>
                  <a:pt x="0" y="371475"/>
                </a:moveTo>
                <a:lnTo>
                  <a:pt x="3714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7157">
            <a:solidFill>
              <a:srgbClr val="FF7909"/>
            </a:solidFill>
            <a:prstDash val="solid"/>
          </a:ln>
        </p:spPr>
      </p:sp>
      <p:sp>
        <p:nvSpPr>
          <p:cNvPr id="152" name="AI092-path-152">
            <a:extLst xmlns:a="http://schemas.openxmlformats.org/drawingml/2006/main">
              <a:ext uri="{FF2B5EF4-FFF2-40B4-BE49-F238E27FC236}">
                <a16:creationId xmlns:a16="http://schemas.microsoft.com/office/drawing/2014/main" id="{9C0FCB18-C1BA-4D8B-9117-D4BEFECC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2150" y="5895023"/>
            <a:ext cx="382905" cy="382905"/>
          </a:xfrm>
          <a:custGeom xmlns:a="http://schemas.openxmlformats.org/drawingml/2006/main">
            <a:pathLst>
              <a:path w="382905" h="382905">
                <a:moveTo>
                  <a:pt x="0" y="0"/>
                </a:moveTo>
                <a:lnTo>
                  <a:pt x="382905" y="382905"/>
                </a:lnTo>
              </a:path>
            </a:pathLst>
          </a:custGeom>
          <a:noFill xmlns:a="http://schemas.openxmlformats.org/drawingml/2006/main"/>
          <a:ln xmlns:a="http://schemas.openxmlformats.org/drawingml/2006/main" w="117157">
            <a:solidFill>
              <a:srgbClr val="257CBA"/>
            </a:solidFill>
            <a:prstDash val="solid"/>
          </a:ln>
        </p:spPr>
      </p:sp>
      <p:sp>
        <p:nvSpPr>
          <p:cNvPr id="153" name="AI092-path-153">
            <a:extLst xmlns:a="http://schemas.openxmlformats.org/drawingml/2006/main">
              <a:ext uri="{FF2B5EF4-FFF2-40B4-BE49-F238E27FC236}">
                <a16:creationId xmlns:a16="http://schemas.microsoft.com/office/drawing/2014/main" id="{66CD6CF9-A31B-43DD-9401-76C74E234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2150" y="5895023"/>
            <a:ext cx="382905" cy="382905"/>
          </a:xfrm>
          <a:custGeom xmlns:a="http://schemas.openxmlformats.org/drawingml/2006/main">
            <a:pathLst>
              <a:path w="382905" h="382905">
                <a:moveTo>
                  <a:pt x="0" y="382905"/>
                </a:moveTo>
                <a:lnTo>
                  <a:pt x="38290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7157">
            <a:solidFill>
              <a:srgbClr val="257CBA"/>
            </a:solidFill>
            <a:prstDash val="solid"/>
          </a:ln>
        </p:spPr>
      </p:sp>
      <p:sp>
        <p:nvSpPr>
          <p:cNvPr id="154" name="AI092-154">
            <a:extLst xmlns:a="http://schemas.openxmlformats.org/drawingml/2006/main">
              <a:ext uri="{FF2B5EF4-FFF2-40B4-BE49-F238E27FC236}">
                <a16:creationId xmlns:a16="http://schemas.microsoft.com/office/drawing/2014/main" id="{431488E1-F191-44F6-B81D-EF5179EC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7050" y="5829300"/>
            <a:ext cx="15716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038" b="0">
                <a:solidFill>
                  <a:srgbClr val="FF7909"/>
                </a:solidFill>
                <a:latin typeface="Arial"/>
                <a:ea typeface="Arial"/>
                <a:cs typeface="Arial"/>
              </a:defRPr>
            </a:pPr>
            <a:r>
              <a:rPr sz="3038" b="0">
                <a:solidFill>
                  <a:srgbClr val="FF7909"/>
                </a:solidFill>
                <a:latin typeface="Arial"/>
                <a:ea typeface="Arial"/>
                <a:cs typeface="Arial"/>
              </a:rPr>
              <a:t>sweet</a:t>
            </a:r>
          </a:p>
        </p:txBody>
      </p:sp>
      <p:sp>
        <p:nvSpPr>
          <p:cNvPr id="155" name="AI092-155">
            <a:extLst xmlns:a="http://schemas.openxmlformats.org/drawingml/2006/main">
              <a:ext uri="{FF2B5EF4-FFF2-40B4-BE49-F238E27FC236}">
                <a16:creationId xmlns:a16="http://schemas.microsoft.com/office/drawing/2014/main" id="{6E3E193F-4D2A-4A46-85FA-08698A5A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945100" y="5514975"/>
            <a:ext cx="6572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375" b="0">
                <a:solidFill>
                  <a:srgbClr val="257CBA"/>
                </a:solidFill>
                <a:latin typeface="PingFang SC"/>
                <a:ea typeface="PingFang SC"/>
                <a:cs typeface="PingFang SC"/>
              </a:defRPr>
            </a:pPr>
            <a:r>
              <a:rPr sz="3375" b="0">
                <a:solidFill>
                  <a:srgbClr val="257CBA"/>
                </a:solidFill>
                <a:latin typeface="PingFang SC"/>
                <a:ea typeface="PingFang SC"/>
                <a:cs typeface="PingFang SC"/>
              </a:rPr>
              <a:t>甜</a:t>
            </a:r>
          </a:p>
        </p:txBody>
      </p:sp>
      <p:sp>
        <p:nvSpPr>
          <p:cNvPr id="156" name="AI092-156">
            <a:extLst xmlns:a="http://schemas.openxmlformats.org/drawingml/2006/main">
              <a:ext uri="{FF2B5EF4-FFF2-40B4-BE49-F238E27FC236}">
                <a16:creationId xmlns:a16="http://schemas.microsoft.com/office/drawing/2014/main" id="{820D34BD-0899-4416-9D91-08055B793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30300" y="1571625"/>
            <a:ext cx="742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400" b="1">
                <a:solidFill>
                  <a:srgbClr val="CE0000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CE000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57" name="AI092-157">
            <a:extLst xmlns:a="http://schemas.openxmlformats.org/drawingml/2006/main">
              <a:ext uri="{FF2B5EF4-FFF2-40B4-BE49-F238E27FC236}">
                <a16:creationId xmlns:a16="http://schemas.microsoft.com/office/drawing/2014/main" id="{02BD6BC9-70CE-42D1-9BDF-D870D277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87575" y="4086225"/>
            <a:ext cx="7429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400" b="1">
                <a:solidFill>
                  <a:srgbClr val="9600FF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9600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58" name="AI092-158">
            <a:extLst xmlns:a="http://schemas.openxmlformats.org/drawingml/2006/main">
              <a:ext uri="{FF2B5EF4-FFF2-40B4-BE49-F238E27FC236}">
                <a16:creationId xmlns:a16="http://schemas.microsoft.com/office/drawing/2014/main" id="{C5C21184-AC09-492C-9786-7C9F93A93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859250" y="4972050"/>
            <a:ext cx="77152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5400" b="1">
                <a:solidFill>
                  <a:srgbClr val="F4C329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F4C32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9" name="AI092-159">
            <a:extLst xmlns:a="http://schemas.openxmlformats.org/drawingml/2006/main">
              <a:ext uri="{FF2B5EF4-FFF2-40B4-BE49-F238E27FC236}">
                <a16:creationId xmlns:a16="http://schemas.microsoft.com/office/drawing/2014/main" id="{7FC2A549-74E3-40C8-A133-1A24A6F7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87025" y="10401300"/>
            <a:ext cx="8001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3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(d)</a:t>
            </a:r>
          </a:p>
        </p:txBody>
      </p:sp>
      <p:sp>
        <p:nvSpPr>
          <p:cNvPr id="160" name="AI092-160">
            <a:extLst xmlns:a="http://schemas.openxmlformats.org/drawingml/2006/main">
              <a:ext uri="{FF2B5EF4-FFF2-40B4-BE49-F238E27FC236}">
                <a16:creationId xmlns:a16="http://schemas.microsoft.com/office/drawing/2014/main" id="{CA801C2A-3EC7-4DC0-A9BD-21DA30EF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143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B8B8"/>
          </a:solidFill>
          <a:ln xmlns:a="http://schemas.openxmlformats.org/drawingml/2006/main" w="0">
            <a:noFill/>
          </a:ln>
        </p:spPr>
      </p:sp>
      <p:sp>
        <p:nvSpPr>
          <p:cNvPr id="161" name="AI092-161">
            <a:extLst xmlns:a="http://schemas.openxmlformats.org/drawingml/2006/main">
              <a:ext uri="{FF2B5EF4-FFF2-40B4-BE49-F238E27FC236}">
                <a16:creationId xmlns:a16="http://schemas.microsoft.com/office/drawing/2014/main" id="{4383510F-8979-49BE-A861-D53DFE4C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8400" y="285750"/>
            <a:ext cx="2828925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Latent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embeddings</a:t>
            </a:r>
          </a:p>
        </p:txBody>
      </p:sp>
      <p:sp>
        <p:nvSpPr>
          <p:cNvPr id="162" name="AI092-path-162">
            <a:extLst xmlns:a="http://schemas.openxmlformats.org/drawingml/2006/main">
              <a:ext uri="{FF2B5EF4-FFF2-40B4-BE49-F238E27FC236}">
                <a16:creationId xmlns:a16="http://schemas.microsoft.com/office/drawing/2014/main" id="{760775F8-A412-43AB-AF3C-283F3CD8C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571625"/>
            <a:ext cx="342900" cy="342900"/>
          </a:xfrm>
          <a:custGeom xmlns:a="http://schemas.openxmlformats.org/drawingml/2006/main">
            <a:pathLst>
              <a:path w="342900" h="342900">
                <a:moveTo>
                  <a:pt x="0" y="0"/>
                </a:moveTo>
                <a:lnTo>
                  <a:pt x="342900" y="342900"/>
                </a:lnTo>
              </a:path>
            </a:pathLst>
          </a:custGeom>
          <a:noFill xmlns:a="http://schemas.openxmlformats.org/drawingml/2006/main"/>
          <a:ln xmlns:a="http://schemas.openxmlformats.org/drawingml/2006/main" w="125730">
            <a:solidFill>
              <a:srgbClr val="B8B8B8"/>
            </a:solidFill>
            <a:prstDash val="solid"/>
          </a:ln>
        </p:spPr>
      </p:sp>
      <p:sp>
        <p:nvSpPr>
          <p:cNvPr id="163" name="AI092-path-163">
            <a:extLst xmlns:a="http://schemas.openxmlformats.org/drawingml/2006/main">
              <a:ext uri="{FF2B5EF4-FFF2-40B4-BE49-F238E27FC236}">
                <a16:creationId xmlns:a16="http://schemas.microsoft.com/office/drawing/2014/main" id="{0157B1C5-8725-4ABE-862D-FA552201B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1571625"/>
            <a:ext cx="342900" cy="342900"/>
          </a:xfrm>
          <a:custGeom xmlns:a="http://schemas.openxmlformats.org/drawingml/2006/main">
            <a:pathLst>
              <a:path w="342900" h="342900">
                <a:moveTo>
                  <a:pt x="0" y="34290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25730">
            <a:solidFill>
              <a:srgbClr val="B8B8B8"/>
            </a:solidFill>
            <a:prstDash val="solid"/>
          </a:ln>
        </p:spPr>
      </p:sp>
      <p:sp>
        <p:nvSpPr>
          <p:cNvPr id="164" name="AI092-164">
            <a:extLst xmlns:a="http://schemas.openxmlformats.org/drawingml/2006/main">
              <a:ext uri="{FF2B5EF4-FFF2-40B4-BE49-F238E27FC236}">
                <a16:creationId xmlns:a16="http://schemas.microsoft.com/office/drawing/2014/main" id="{F7296C9E-A665-4306-AAA8-15B9519E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58400" y="1485900"/>
            <a:ext cx="285750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Output token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31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embeddings</a:t>
            </a:r>
          </a:p>
        </p:txBody>
      </p:sp>
    </p:spTree>
    <p:extLst>
      <p:ext uri="{BB962C8B-B14F-4D97-AF65-F5344CB8AC3E}">
        <p14:creationId xmlns:p14="http://schemas.microsoft.com/office/powerpoint/2010/main" val="11400675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2026-09-08T03:41:54.5520000Z</dcterms:created>
  <dcterms:modified xsi:type="dcterms:W3CDTF">2026-09-08T03:41:54.5520000Z</dcterms:modified>
</coreProperties>
</file>