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23414c9e2d4d4c" /><Relationship Type="http://schemas.openxmlformats.org/officeDocument/2006/relationships/extended-properties" Target="/docProps/app.xml" Id="R653477f64590417a" /><Relationship Type="http://schemas.openxmlformats.org/officeDocument/2006/relationships/officeDocument" Target="/ppt/presentation.xml" Id="R32dea889477a44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5d7439f3a9436e"/>
  </p:sldMasterIdLst>
  <p:notesMasterIdLst>
    <p:notesMasterId xmlns:r="http://schemas.openxmlformats.org/officeDocument/2006/relationships" r:id="R2e9b4619c4f14c84"/>
  </p:notesMasterIdLst>
  <p:sldIdLst>
    <p:sldId xmlns:r="http://schemas.openxmlformats.org/officeDocument/2006/relationships" id="256" r:id="Rbfe2ef2109d64880"/>
  </p:sldIdLst>
  <p:sldSz cx="13916025" cy="3829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634ffb2a40497f" /><Relationship Type="http://schemas.openxmlformats.org/officeDocument/2006/relationships/slideMaster" Target="/ppt/slideMasters/slideMaster1.xml" Id="Re05d7439f3a9436e" /><Relationship Type="http://schemas.openxmlformats.org/officeDocument/2006/relationships/notesMaster" Target="/ppt/notesMasters/notesMaster1.xml" Id="R2e9b4619c4f14c84" /><Relationship Type="http://schemas.openxmlformats.org/officeDocument/2006/relationships/presProps" Target="/ppt/presProps.xml" Id="R354730716b124305" /><Relationship Type="http://schemas.openxmlformats.org/officeDocument/2006/relationships/tableStyles" Target="/ppt/tableStyles.xml" Id="R8972a141115c4c9c" /><Relationship Type="http://schemas.openxmlformats.org/officeDocument/2006/relationships/slide" Target="/ppt/slides/slide1.xml" Id="Rbfe2ef2109d648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5bd6c60f4f4c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54b7d42b584106" /><Relationship Type="http://schemas.openxmlformats.org/officeDocument/2006/relationships/notesMaster" Target="/ppt/notesMasters/notesMaster1.xml" Id="R8b02788ff7684131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素材ID：AI-048</ns1:t>
            </ns1:r>
          </ns1:p>
          <ns1:p>
            <ns1:r>
              <ns1:t>论文：Conformal Prediction as Bayesian Quadrature</ns1:t>
            </ns1:r>
          </ns1:p>
          <ns1:p>
            <ns1:r>
              <ns1:t>会议：ICML 2025</ns1:t>
            </ns1:r>
          </ns1:p>
          <ns1:p>
            <ns1:r>
              <ns1:t>奖项：Outstanding Paper</ns1:t>
            </ns1:r>
          </ns1:p>
          <ns1:p>
            <ns1:r>
              <ns1:t>图号：Figure 1，PDF第5页</ns1:t>
            </ns1:r>
          </ns1:p>
          <ns1:p>
            <ns1:r>
              <ns1:t>类型：方法细节</ns1:t>
            </ns1:r>
          </ns1:p>
          <ns1:p>
            <ns1:r>
              <ns1:t>借鉴点：三联图把随机分位函数、矩形积分及后验密度串联，适合解释概率推断与界限估计。</ns1:t>
            </ns1:r>
          </ns1:p>
          <ns1:p>
            <ns1:r>
              <ns1:t>论文URL：https://proceedings.mlr.press/v267/snell25a.html</ns1:t>
            </ns1:r>
          </ns1:p>
          <ns1:p>
            <ns1:r>
              <ns1:t>官方获奖URL：https://icml.cc/virtual/2025/awards_detail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编辑与保真说明：坐标、公式标签、曲线、积分矩形与标记均为原生对象，无图片。曲线和密度按原图可见几何重建，积分示意的抽样边界按原图位置重建，不代表原始统计样本或实验数据；Arial/Times New Roman替代源图字体。</ns1:t>
            </ns1:r>
          </ns1:p>
          <ns1:p>
            <ns1:r>
              <ns1:t>复刻方式：Native geometry reconstruction from the published conceptual figure; smoothed visible blue stroke centerlines fitted from reference pixels. No statistical data regenerated.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d1845fe46c41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ce6e09303445ab" /><Relationship Type="http://schemas.openxmlformats.org/officeDocument/2006/relationships/slideLayout" Target="/ppt/slideLayouts/slideLayout1.xml" Id="R0c104e70c17044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104e70c17044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7493b7f454c4b" /><Relationship Type="http://schemas.openxmlformats.org/officeDocument/2006/relationships/notesSlide" Target="/ppt/notesSlides/notesSlide1.xml" Id="Rcfea58de50534d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AI048-path-1">
            <a:extLst xmlns:a="http://schemas.openxmlformats.org/drawingml/2006/main">
              <a:ext uri="{FF2B5EF4-FFF2-40B4-BE49-F238E27FC236}">
                <a16:creationId xmlns:a16="http://schemas.microsoft.com/office/drawing/2014/main" id="{71944BF2-C28C-40F3-A418-65CFE03B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762000" cy="19050"/>
          </a:xfrm>
          <a:custGeom xmlns:a="http://schemas.openxmlformats.org/drawingml/2006/main">
            <a:pathLst>
              <a:path w="762000" h="19050">
                <a:moveTo>
                  <a:pt x="0" y="19050"/>
                </a:moveTo>
                <a:lnTo>
                  <a:pt x="4763" y="19050"/>
                </a:lnTo>
                <a:lnTo>
                  <a:pt x="9525" y="19050"/>
                </a:lnTo>
                <a:lnTo>
                  <a:pt x="14288" y="19050"/>
                </a:lnTo>
                <a:lnTo>
                  <a:pt x="19050" y="19050"/>
                </a:lnTo>
                <a:lnTo>
                  <a:pt x="23813" y="19050"/>
                </a:lnTo>
                <a:lnTo>
                  <a:pt x="28575" y="19050"/>
                </a:lnTo>
                <a:lnTo>
                  <a:pt x="33338" y="19050"/>
                </a:lnTo>
                <a:lnTo>
                  <a:pt x="38100" y="19050"/>
                </a:lnTo>
                <a:lnTo>
                  <a:pt x="42863" y="19050"/>
                </a:lnTo>
                <a:lnTo>
                  <a:pt x="47625" y="19050"/>
                </a:lnTo>
                <a:lnTo>
                  <a:pt x="52388" y="19050"/>
                </a:lnTo>
                <a:lnTo>
                  <a:pt x="57150" y="19050"/>
                </a:lnTo>
                <a:lnTo>
                  <a:pt x="61913" y="19050"/>
                </a:lnTo>
                <a:lnTo>
                  <a:pt x="66675" y="19050"/>
                </a:lnTo>
                <a:lnTo>
                  <a:pt x="71438" y="19050"/>
                </a:lnTo>
                <a:lnTo>
                  <a:pt x="76200" y="19050"/>
                </a:lnTo>
                <a:lnTo>
                  <a:pt x="80963" y="19050"/>
                </a:lnTo>
                <a:lnTo>
                  <a:pt x="85725" y="19050"/>
                </a:lnTo>
                <a:lnTo>
                  <a:pt x="90488" y="19050"/>
                </a:lnTo>
                <a:lnTo>
                  <a:pt x="95250" y="19050"/>
                </a:lnTo>
                <a:lnTo>
                  <a:pt x="100013" y="19050"/>
                </a:lnTo>
                <a:lnTo>
                  <a:pt x="104775" y="19050"/>
                </a:lnTo>
                <a:lnTo>
                  <a:pt x="109538" y="19050"/>
                </a:lnTo>
                <a:lnTo>
                  <a:pt x="114300" y="19050"/>
                </a:lnTo>
                <a:lnTo>
                  <a:pt x="119063" y="19050"/>
                </a:lnTo>
                <a:lnTo>
                  <a:pt x="123825" y="19050"/>
                </a:lnTo>
                <a:lnTo>
                  <a:pt x="128588" y="19050"/>
                </a:lnTo>
                <a:lnTo>
                  <a:pt x="133350" y="19050"/>
                </a:lnTo>
                <a:lnTo>
                  <a:pt x="138113" y="19050"/>
                </a:lnTo>
                <a:lnTo>
                  <a:pt x="142875" y="19050"/>
                </a:lnTo>
                <a:lnTo>
                  <a:pt x="147638" y="19050"/>
                </a:lnTo>
                <a:lnTo>
                  <a:pt x="152400" y="19050"/>
                </a:lnTo>
                <a:lnTo>
                  <a:pt x="157163" y="19050"/>
                </a:lnTo>
                <a:lnTo>
                  <a:pt x="161925" y="19050"/>
                </a:lnTo>
                <a:lnTo>
                  <a:pt x="166688" y="19050"/>
                </a:lnTo>
                <a:lnTo>
                  <a:pt x="171450" y="19050"/>
                </a:lnTo>
                <a:lnTo>
                  <a:pt x="176213" y="19050"/>
                </a:lnTo>
                <a:lnTo>
                  <a:pt x="180975" y="19050"/>
                </a:lnTo>
                <a:lnTo>
                  <a:pt x="185738" y="19050"/>
                </a:lnTo>
                <a:lnTo>
                  <a:pt x="190500" y="19050"/>
                </a:lnTo>
                <a:lnTo>
                  <a:pt x="195263" y="19050"/>
                </a:lnTo>
                <a:lnTo>
                  <a:pt x="200025" y="19050"/>
                </a:lnTo>
                <a:lnTo>
                  <a:pt x="204788" y="19050"/>
                </a:lnTo>
                <a:lnTo>
                  <a:pt x="209550" y="19050"/>
                </a:lnTo>
                <a:lnTo>
                  <a:pt x="214313" y="19050"/>
                </a:lnTo>
                <a:lnTo>
                  <a:pt x="219075" y="19050"/>
                </a:lnTo>
                <a:lnTo>
                  <a:pt x="223838" y="19050"/>
                </a:lnTo>
                <a:lnTo>
                  <a:pt x="228600" y="19050"/>
                </a:lnTo>
                <a:lnTo>
                  <a:pt x="233363" y="19050"/>
                </a:lnTo>
                <a:lnTo>
                  <a:pt x="238125" y="19050"/>
                </a:lnTo>
                <a:lnTo>
                  <a:pt x="242888" y="19050"/>
                </a:lnTo>
                <a:lnTo>
                  <a:pt x="247650" y="19050"/>
                </a:lnTo>
                <a:lnTo>
                  <a:pt x="252413" y="19050"/>
                </a:lnTo>
                <a:lnTo>
                  <a:pt x="257175" y="19050"/>
                </a:lnTo>
                <a:lnTo>
                  <a:pt x="261938" y="19050"/>
                </a:lnTo>
                <a:lnTo>
                  <a:pt x="266700" y="19050"/>
                </a:lnTo>
                <a:lnTo>
                  <a:pt x="271463" y="19050"/>
                </a:lnTo>
                <a:lnTo>
                  <a:pt x="276225" y="19050"/>
                </a:lnTo>
                <a:lnTo>
                  <a:pt x="280988" y="19050"/>
                </a:lnTo>
                <a:lnTo>
                  <a:pt x="285750" y="19050"/>
                </a:lnTo>
                <a:lnTo>
                  <a:pt x="290513" y="19050"/>
                </a:lnTo>
                <a:lnTo>
                  <a:pt x="295275" y="19050"/>
                </a:lnTo>
                <a:lnTo>
                  <a:pt x="300038" y="19050"/>
                </a:lnTo>
                <a:lnTo>
                  <a:pt x="304800" y="19050"/>
                </a:lnTo>
                <a:lnTo>
                  <a:pt x="309563" y="19050"/>
                </a:lnTo>
                <a:lnTo>
                  <a:pt x="314325" y="19050"/>
                </a:lnTo>
                <a:lnTo>
                  <a:pt x="319088" y="19050"/>
                </a:lnTo>
                <a:lnTo>
                  <a:pt x="323850" y="19050"/>
                </a:lnTo>
                <a:lnTo>
                  <a:pt x="328613" y="19050"/>
                </a:lnTo>
                <a:lnTo>
                  <a:pt x="333375" y="19050"/>
                </a:lnTo>
                <a:lnTo>
                  <a:pt x="338138" y="19050"/>
                </a:lnTo>
                <a:lnTo>
                  <a:pt x="342900" y="19050"/>
                </a:lnTo>
                <a:lnTo>
                  <a:pt x="347663" y="19050"/>
                </a:lnTo>
                <a:lnTo>
                  <a:pt x="352425" y="19050"/>
                </a:lnTo>
                <a:lnTo>
                  <a:pt x="357188" y="19050"/>
                </a:lnTo>
                <a:lnTo>
                  <a:pt x="361950" y="19050"/>
                </a:lnTo>
                <a:lnTo>
                  <a:pt x="366713" y="19050"/>
                </a:lnTo>
                <a:lnTo>
                  <a:pt x="371475" y="19050"/>
                </a:lnTo>
                <a:lnTo>
                  <a:pt x="376238" y="19050"/>
                </a:lnTo>
                <a:lnTo>
                  <a:pt x="381000" y="19050"/>
                </a:lnTo>
                <a:lnTo>
                  <a:pt x="385763" y="19050"/>
                </a:lnTo>
                <a:lnTo>
                  <a:pt x="390525" y="19050"/>
                </a:lnTo>
                <a:lnTo>
                  <a:pt x="395288" y="19050"/>
                </a:lnTo>
                <a:lnTo>
                  <a:pt x="400050" y="19050"/>
                </a:lnTo>
                <a:lnTo>
                  <a:pt x="404813" y="19050"/>
                </a:lnTo>
                <a:lnTo>
                  <a:pt x="409575" y="19050"/>
                </a:lnTo>
                <a:lnTo>
                  <a:pt x="414338" y="19041"/>
                </a:lnTo>
                <a:lnTo>
                  <a:pt x="419100" y="19011"/>
                </a:lnTo>
                <a:lnTo>
                  <a:pt x="423863" y="18947"/>
                </a:lnTo>
                <a:lnTo>
                  <a:pt x="428625" y="18825"/>
                </a:lnTo>
                <a:lnTo>
                  <a:pt x="433388" y="18615"/>
                </a:lnTo>
                <a:lnTo>
                  <a:pt x="438150" y="18291"/>
                </a:lnTo>
                <a:lnTo>
                  <a:pt x="442913" y="17843"/>
                </a:lnTo>
                <a:lnTo>
                  <a:pt x="447675" y="17288"/>
                </a:lnTo>
                <a:lnTo>
                  <a:pt x="452438" y="16669"/>
                </a:lnTo>
                <a:lnTo>
                  <a:pt x="457200" y="16050"/>
                </a:lnTo>
                <a:lnTo>
                  <a:pt x="461963" y="15494"/>
                </a:lnTo>
                <a:lnTo>
                  <a:pt x="466725" y="15047"/>
                </a:lnTo>
                <a:lnTo>
                  <a:pt x="471488" y="14723"/>
                </a:lnTo>
                <a:lnTo>
                  <a:pt x="476250" y="14513"/>
                </a:lnTo>
                <a:lnTo>
                  <a:pt x="481013" y="14381"/>
                </a:lnTo>
                <a:lnTo>
                  <a:pt x="485775" y="14288"/>
                </a:lnTo>
                <a:lnTo>
                  <a:pt x="490538" y="14194"/>
                </a:lnTo>
                <a:lnTo>
                  <a:pt x="495300" y="14062"/>
                </a:lnTo>
                <a:lnTo>
                  <a:pt x="500063" y="13852"/>
                </a:lnTo>
                <a:lnTo>
                  <a:pt x="504825" y="13528"/>
                </a:lnTo>
                <a:lnTo>
                  <a:pt x="509588" y="13081"/>
                </a:lnTo>
                <a:lnTo>
                  <a:pt x="514350" y="12525"/>
                </a:lnTo>
                <a:lnTo>
                  <a:pt x="519113" y="11906"/>
                </a:lnTo>
                <a:lnTo>
                  <a:pt x="523875" y="11287"/>
                </a:lnTo>
                <a:lnTo>
                  <a:pt x="528638" y="10732"/>
                </a:lnTo>
                <a:lnTo>
                  <a:pt x="533400" y="10284"/>
                </a:lnTo>
                <a:lnTo>
                  <a:pt x="538163" y="9960"/>
                </a:lnTo>
                <a:lnTo>
                  <a:pt x="542925" y="9750"/>
                </a:lnTo>
                <a:lnTo>
                  <a:pt x="547688" y="9628"/>
                </a:lnTo>
                <a:lnTo>
                  <a:pt x="552450" y="9564"/>
                </a:lnTo>
                <a:lnTo>
                  <a:pt x="557213" y="9534"/>
                </a:lnTo>
                <a:lnTo>
                  <a:pt x="561975" y="9525"/>
                </a:lnTo>
                <a:lnTo>
                  <a:pt x="566738" y="9524"/>
                </a:lnTo>
                <a:lnTo>
                  <a:pt x="571500" y="9517"/>
                </a:lnTo>
                <a:lnTo>
                  <a:pt x="576263" y="9499"/>
                </a:lnTo>
                <a:lnTo>
                  <a:pt x="581025" y="9457"/>
                </a:lnTo>
                <a:lnTo>
                  <a:pt x="585788" y="9374"/>
                </a:lnTo>
                <a:lnTo>
                  <a:pt x="590550" y="9229"/>
                </a:lnTo>
                <a:lnTo>
                  <a:pt x="595313" y="8999"/>
                </a:lnTo>
                <a:lnTo>
                  <a:pt x="600075" y="8669"/>
                </a:lnTo>
                <a:lnTo>
                  <a:pt x="604838" y="8234"/>
                </a:lnTo>
                <a:lnTo>
                  <a:pt x="609600" y="7714"/>
                </a:lnTo>
                <a:lnTo>
                  <a:pt x="614363" y="7143"/>
                </a:lnTo>
                <a:lnTo>
                  <a:pt x="619125" y="6570"/>
                </a:lnTo>
                <a:lnTo>
                  <a:pt x="623888" y="6045"/>
                </a:lnTo>
                <a:lnTo>
                  <a:pt x="628650" y="5602"/>
                </a:lnTo>
                <a:lnTo>
                  <a:pt x="633413" y="5257"/>
                </a:lnTo>
                <a:lnTo>
                  <a:pt x="638175" y="5003"/>
                </a:lnTo>
                <a:lnTo>
                  <a:pt x="642938" y="4822"/>
                </a:lnTo>
                <a:lnTo>
                  <a:pt x="647700" y="4688"/>
                </a:lnTo>
                <a:lnTo>
                  <a:pt x="652463" y="4577"/>
                </a:lnTo>
                <a:lnTo>
                  <a:pt x="657225" y="4472"/>
                </a:lnTo>
                <a:lnTo>
                  <a:pt x="661988" y="4360"/>
                </a:lnTo>
                <a:lnTo>
                  <a:pt x="666750" y="4235"/>
                </a:lnTo>
                <a:lnTo>
                  <a:pt x="671513" y="4093"/>
                </a:lnTo>
                <a:lnTo>
                  <a:pt x="676275" y="3934"/>
                </a:lnTo>
                <a:lnTo>
                  <a:pt x="681038" y="3760"/>
                </a:lnTo>
                <a:lnTo>
                  <a:pt x="685800" y="3573"/>
                </a:lnTo>
                <a:lnTo>
                  <a:pt x="690563" y="3374"/>
                </a:lnTo>
                <a:lnTo>
                  <a:pt x="695325" y="3164"/>
                </a:lnTo>
                <a:lnTo>
                  <a:pt x="700088" y="2946"/>
                </a:lnTo>
                <a:lnTo>
                  <a:pt x="704850" y="2721"/>
                </a:lnTo>
                <a:lnTo>
                  <a:pt x="709613" y="2490"/>
                </a:lnTo>
                <a:lnTo>
                  <a:pt x="714375" y="2256"/>
                </a:lnTo>
                <a:lnTo>
                  <a:pt x="719138" y="2019"/>
                </a:lnTo>
                <a:lnTo>
                  <a:pt x="723900" y="1782"/>
                </a:lnTo>
                <a:lnTo>
                  <a:pt x="728663" y="1547"/>
                </a:lnTo>
                <a:lnTo>
                  <a:pt x="733425" y="1316"/>
                </a:lnTo>
                <a:lnTo>
                  <a:pt x="738188" y="1092"/>
                </a:lnTo>
                <a:lnTo>
                  <a:pt x="742950" y="879"/>
                </a:lnTo>
                <a:lnTo>
                  <a:pt x="747713" y="683"/>
                </a:lnTo>
                <a:lnTo>
                  <a:pt x="752475" y="508"/>
                </a:lnTo>
                <a:lnTo>
                  <a:pt x="757238" y="359"/>
                </a:ln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2" name="AI048-path-2">
            <a:extLst xmlns:a="http://schemas.openxmlformats.org/drawingml/2006/main">
              <a:ext uri="{FF2B5EF4-FFF2-40B4-BE49-F238E27FC236}">
                <a16:creationId xmlns:a16="http://schemas.microsoft.com/office/drawing/2014/main" id="{2BDA0859-56BE-4B27-B3D2-90A124D2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762000" cy="57150"/>
          </a:xfrm>
          <a:custGeom xmlns:a="http://schemas.openxmlformats.org/drawingml/2006/main">
            <a:pathLst>
              <a:path w="762000" h="57150">
                <a:moveTo>
                  <a:pt x="0" y="57150"/>
                </a:moveTo>
                <a:lnTo>
                  <a:pt x="4763" y="57150"/>
                </a:lnTo>
                <a:lnTo>
                  <a:pt x="9525" y="57150"/>
                </a:lnTo>
                <a:lnTo>
                  <a:pt x="14288" y="57150"/>
                </a:lnTo>
                <a:lnTo>
                  <a:pt x="19050" y="57150"/>
                </a:lnTo>
                <a:lnTo>
                  <a:pt x="23813" y="57150"/>
                </a:lnTo>
                <a:lnTo>
                  <a:pt x="28575" y="57150"/>
                </a:lnTo>
                <a:lnTo>
                  <a:pt x="33338" y="57150"/>
                </a:lnTo>
                <a:lnTo>
                  <a:pt x="38100" y="57150"/>
                </a:lnTo>
                <a:lnTo>
                  <a:pt x="42863" y="57150"/>
                </a:lnTo>
                <a:lnTo>
                  <a:pt x="47625" y="57150"/>
                </a:lnTo>
                <a:lnTo>
                  <a:pt x="52388" y="57150"/>
                </a:lnTo>
                <a:lnTo>
                  <a:pt x="57150" y="57150"/>
                </a:lnTo>
                <a:lnTo>
                  <a:pt x="61913" y="57150"/>
                </a:lnTo>
                <a:lnTo>
                  <a:pt x="66675" y="57150"/>
                </a:lnTo>
                <a:lnTo>
                  <a:pt x="71438" y="57150"/>
                </a:lnTo>
                <a:lnTo>
                  <a:pt x="76200" y="57150"/>
                </a:lnTo>
                <a:lnTo>
                  <a:pt x="80963" y="57150"/>
                </a:lnTo>
                <a:lnTo>
                  <a:pt x="85725" y="57150"/>
                </a:lnTo>
                <a:lnTo>
                  <a:pt x="90488" y="57150"/>
                </a:lnTo>
                <a:lnTo>
                  <a:pt x="95250" y="57150"/>
                </a:lnTo>
                <a:lnTo>
                  <a:pt x="100013" y="57150"/>
                </a:lnTo>
                <a:lnTo>
                  <a:pt x="104775" y="57150"/>
                </a:lnTo>
                <a:lnTo>
                  <a:pt x="109538" y="57150"/>
                </a:lnTo>
                <a:lnTo>
                  <a:pt x="114300" y="57150"/>
                </a:lnTo>
                <a:lnTo>
                  <a:pt x="119063" y="57150"/>
                </a:lnTo>
                <a:lnTo>
                  <a:pt x="123825" y="57150"/>
                </a:lnTo>
                <a:lnTo>
                  <a:pt x="128588" y="57150"/>
                </a:lnTo>
                <a:lnTo>
                  <a:pt x="133350" y="57150"/>
                </a:lnTo>
                <a:lnTo>
                  <a:pt x="138113" y="57150"/>
                </a:lnTo>
                <a:lnTo>
                  <a:pt x="142875" y="57150"/>
                </a:lnTo>
                <a:lnTo>
                  <a:pt x="147638" y="57150"/>
                </a:lnTo>
                <a:lnTo>
                  <a:pt x="152400" y="57150"/>
                </a:lnTo>
                <a:lnTo>
                  <a:pt x="157163" y="57150"/>
                </a:lnTo>
                <a:lnTo>
                  <a:pt x="161925" y="57150"/>
                </a:lnTo>
                <a:lnTo>
                  <a:pt x="166688" y="57150"/>
                </a:lnTo>
                <a:lnTo>
                  <a:pt x="171450" y="57150"/>
                </a:lnTo>
                <a:lnTo>
                  <a:pt x="176213" y="57150"/>
                </a:lnTo>
                <a:lnTo>
                  <a:pt x="180975" y="57150"/>
                </a:lnTo>
                <a:lnTo>
                  <a:pt x="185738" y="57150"/>
                </a:lnTo>
                <a:lnTo>
                  <a:pt x="190500" y="57150"/>
                </a:lnTo>
                <a:lnTo>
                  <a:pt x="195263" y="57150"/>
                </a:lnTo>
                <a:lnTo>
                  <a:pt x="200025" y="57150"/>
                </a:lnTo>
                <a:lnTo>
                  <a:pt x="204788" y="57150"/>
                </a:lnTo>
                <a:lnTo>
                  <a:pt x="209550" y="57150"/>
                </a:lnTo>
                <a:lnTo>
                  <a:pt x="214313" y="57150"/>
                </a:lnTo>
                <a:lnTo>
                  <a:pt x="219075" y="57150"/>
                </a:lnTo>
                <a:lnTo>
                  <a:pt x="223838" y="57150"/>
                </a:lnTo>
                <a:lnTo>
                  <a:pt x="228600" y="57150"/>
                </a:lnTo>
                <a:lnTo>
                  <a:pt x="233363" y="57150"/>
                </a:lnTo>
                <a:lnTo>
                  <a:pt x="238125" y="57150"/>
                </a:lnTo>
                <a:lnTo>
                  <a:pt x="242888" y="57150"/>
                </a:lnTo>
                <a:lnTo>
                  <a:pt x="247650" y="57150"/>
                </a:lnTo>
                <a:lnTo>
                  <a:pt x="252413" y="57150"/>
                </a:lnTo>
                <a:lnTo>
                  <a:pt x="257175" y="57150"/>
                </a:lnTo>
                <a:lnTo>
                  <a:pt x="261938" y="57150"/>
                </a:lnTo>
                <a:lnTo>
                  <a:pt x="266700" y="57150"/>
                </a:lnTo>
                <a:lnTo>
                  <a:pt x="271463" y="57150"/>
                </a:lnTo>
                <a:lnTo>
                  <a:pt x="276225" y="57150"/>
                </a:lnTo>
                <a:lnTo>
                  <a:pt x="280988" y="57150"/>
                </a:lnTo>
                <a:lnTo>
                  <a:pt x="285750" y="57150"/>
                </a:lnTo>
                <a:lnTo>
                  <a:pt x="290513" y="57150"/>
                </a:lnTo>
                <a:lnTo>
                  <a:pt x="295275" y="57150"/>
                </a:lnTo>
                <a:lnTo>
                  <a:pt x="300038" y="57150"/>
                </a:lnTo>
                <a:lnTo>
                  <a:pt x="304800" y="57150"/>
                </a:lnTo>
                <a:lnTo>
                  <a:pt x="309563" y="57150"/>
                </a:lnTo>
                <a:lnTo>
                  <a:pt x="314325" y="57150"/>
                </a:lnTo>
                <a:lnTo>
                  <a:pt x="319088" y="57150"/>
                </a:lnTo>
                <a:lnTo>
                  <a:pt x="323850" y="57150"/>
                </a:lnTo>
                <a:lnTo>
                  <a:pt x="328613" y="57150"/>
                </a:lnTo>
                <a:lnTo>
                  <a:pt x="333375" y="57150"/>
                </a:lnTo>
                <a:lnTo>
                  <a:pt x="338138" y="57150"/>
                </a:lnTo>
                <a:lnTo>
                  <a:pt x="342900" y="57150"/>
                </a:lnTo>
                <a:lnTo>
                  <a:pt x="347663" y="57150"/>
                </a:lnTo>
                <a:lnTo>
                  <a:pt x="352425" y="57150"/>
                </a:lnTo>
                <a:lnTo>
                  <a:pt x="357188" y="57150"/>
                </a:lnTo>
                <a:lnTo>
                  <a:pt x="361950" y="57150"/>
                </a:lnTo>
                <a:lnTo>
                  <a:pt x="366713" y="57150"/>
                </a:lnTo>
                <a:lnTo>
                  <a:pt x="371475" y="57150"/>
                </a:lnTo>
                <a:lnTo>
                  <a:pt x="376238" y="57150"/>
                </a:lnTo>
                <a:lnTo>
                  <a:pt x="381000" y="57150"/>
                </a:lnTo>
                <a:lnTo>
                  <a:pt x="385763" y="57150"/>
                </a:lnTo>
                <a:lnTo>
                  <a:pt x="390525" y="57150"/>
                </a:lnTo>
                <a:lnTo>
                  <a:pt x="395288" y="57150"/>
                </a:lnTo>
                <a:lnTo>
                  <a:pt x="400050" y="57150"/>
                </a:lnTo>
                <a:lnTo>
                  <a:pt x="404813" y="57150"/>
                </a:lnTo>
                <a:lnTo>
                  <a:pt x="409575" y="57150"/>
                </a:lnTo>
                <a:lnTo>
                  <a:pt x="414338" y="57150"/>
                </a:lnTo>
                <a:lnTo>
                  <a:pt x="419100" y="57150"/>
                </a:lnTo>
                <a:lnTo>
                  <a:pt x="423863" y="57141"/>
                </a:lnTo>
                <a:lnTo>
                  <a:pt x="428625" y="57111"/>
                </a:lnTo>
                <a:lnTo>
                  <a:pt x="433388" y="57047"/>
                </a:lnTo>
                <a:lnTo>
                  <a:pt x="438150" y="56925"/>
                </a:lnTo>
                <a:lnTo>
                  <a:pt x="442913" y="56715"/>
                </a:lnTo>
                <a:lnTo>
                  <a:pt x="447675" y="56391"/>
                </a:lnTo>
                <a:lnTo>
                  <a:pt x="452438" y="55943"/>
                </a:lnTo>
                <a:lnTo>
                  <a:pt x="457200" y="55388"/>
                </a:lnTo>
                <a:lnTo>
                  <a:pt x="461963" y="54769"/>
                </a:lnTo>
                <a:lnTo>
                  <a:pt x="466725" y="54150"/>
                </a:lnTo>
                <a:lnTo>
                  <a:pt x="471488" y="53594"/>
                </a:lnTo>
                <a:lnTo>
                  <a:pt x="476250" y="53147"/>
                </a:lnTo>
                <a:lnTo>
                  <a:pt x="481013" y="52823"/>
                </a:lnTo>
                <a:lnTo>
                  <a:pt x="485775" y="52613"/>
                </a:lnTo>
                <a:lnTo>
                  <a:pt x="490538" y="52481"/>
                </a:lnTo>
                <a:lnTo>
                  <a:pt x="495300" y="52388"/>
                </a:lnTo>
                <a:lnTo>
                  <a:pt x="500063" y="52294"/>
                </a:lnTo>
                <a:lnTo>
                  <a:pt x="504825" y="52162"/>
                </a:lnTo>
                <a:lnTo>
                  <a:pt x="509588" y="51952"/>
                </a:lnTo>
                <a:lnTo>
                  <a:pt x="514350" y="51628"/>
                </a:lnTo>
                <a:lnTo>
                  <a:pt x="519113" y="51172"/>
                </a:lnTo>
                <a:lnTo>
                  <a:pt x="523875" y="50586"/>
                </a:lnTo>
                <a:lnTo>
                  <a:pt x="528638" y="49903"/>
                </a:lnTo>
                <a:lnTo>
                  <a:pt x="533400" y="49162"/>
                </a:lnTo>
                <a:lnTo>
                  <a:pt x="538163" y="48396"/>
                </a:lnTo>
                <a:lnTo>
                  <a:pt x="542925" y="47625"/>
                </a:lnTo>
                <a:lnTo>
                  <a:pt x="547688" y="46845"/>
                </a:lnTo>
                <a:lnTo>
                  <a:pt x="552450" y="46049"/>
                </a:lnTo>
                <a:lnTo>
                  <a:pt x="557213" y="45244"/>
                </a:lnTo>
                <a:lnTo>
                  <a:pt x="561975" y="44438"/>
                </a:lnTo>
                <a:lnTo>
                  <a:pt x="566738" y="43642"/>
                </a:lnTo>
                <a:lnTo>
                  <a:pt x="571500" y="42858"/>
                </a:lnTo>
                <a:lnTo>
                  <a:pt x="576263" y="42077"/>
                </a:lnTo>
                <a:lnTo>
                  <a:pt x="581025" y="41287"/>
                </a:lnTo>
                <a:lnTo>
                  <a:pt x="585788" y="40493"/>
                </a:lnTo>
                <a:lnTo>
                  <a:pt x="590550" y="39713"/>
                </a:lnTo>
                <a:lnTo>
                  <a:pt x="595313" y="38956"/>
                </a:lnTo>
                <a:lnTo>
                  <a:pt x="600075" y="38222"/>
                </a:lnTo>
                <a:lnTo>
                  <a:pt x="604838" y="37482"/>
                </a:lnTo>
                <a:lnTo>
                  <a:pt x="609600" y="36685"/>
                </a:lnTo>
                <a:lnTo>
                  <a:pt x="614363" y="35781"/>
                </a:lnTo>
                <a:lnTo>
                  <a:pt x="619125" y="34728"/>
                </a:lnTo>
                <a:lnTo>
                  <a:pt x="623888" y="33506"/>
                </a:lnTo>
                <a:lnTo>
                  <a:pt x="628650" y="32127"/>
                </a:lnTo>
                <a:lnTo>
                  <a:pt x="633413" y="30622"/>
                </a:lnTo>
                <a:lnTo>
                  <a:pt x="638175" y="29037"/>
                </a:lnTo>
                <a:lnTo>
                  <a:pt x="642938" y="27427"/>
                </a:lnTo>
                <a:lnTo>
                  <a:pt x="647700" y="25842"/>
                </a:lnTo>
                <a:lnTo>
                  <a:pt x="652463" y="24314"/>
                </a:lnTo>
                <a:lnTo>
                  <a:pt x="657225" y="22860"/>
                </a:lnTo>
                <a:lnTo>
                  <a:pt x="661988" y="21483"/>
                </a:lnTo>
                <a:lnTo>
                  <a:pt x="666750" y="20179"/>
                </a:lnTo>
                <a:lnTo>
                  <a:pt x="671513" y="18940"/>
                </a:lnTo>
                <a:lnTo>
                  <a:pt x="676275" y="17760"/>
                </a:lnTo>
                <a:lnTo>
                  <a:pt x="681038" y="16631"/>
                </a:lnTo>
                <a:lnTo>
                  <a:pt x="685800" y="15545"/>
                </a:lnTo>
                <a:lnTo>
                  <a:pt x="690563" y="14497"/>
                </a:lnTo>
                <a:lnTo>
                  <a:pt x="695325" y="13481"/>
                </a:lnTo>
                <a:lnTo>
                  <a:pt x="700088" y="12493"/>
                </a:lnTo>
                <a:lnTo>
                  <a:pt x="704850" y="11528"/>
                </a:lnTo>
                <a:lnTo>
                  <a:pt x="709613" y="10579"/>
                </a:lnTo>
                <a:lnTo>
                  <a:pt x="714375" y="9643"/>
                </a:lnTo>
                <a:lnTo>
                  <a:pt x="719138" y="8714"/>
                </a:lnTo>
                <a:lnTo>
                  <a:pt x="723900" y="7786"/>
                </a:lnTo>
                <a:lnTo>
                  <a:pt x="728663" y="6859"/>
                </a:lnTo>
                <a:lnTo>
                  <a:pt x="733425" y="5934"/>
                </a:lnTo>
                <a:lnTo>
                  <a:pt x="738188" y="5015"/>
                </a:lnTo>
                <a:lnTo>
                  <a:pt x="742950" y="4117"/>
                </a:lnTo>
                <a:lnTo>
                  <a:pt x="747713" y="3260"/>
                </a:lnTo>
                <a:lnTo>
                  <a:pt x="752475" y="2471"/>
                </a:lnTo>
                <a:lnTo>
                  <a:pt x="757238" y="1779"/>
                </a:ln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3" name="AI048-path-3">
            <a:extLst xmlns:a="http://schemas.openxmlformats.org/drawingml/2006/main">
              <a:ext uri="{FF2B5EF4-FFF2-40B4-BE49-F238E27FC236}">
                <a16:creationId xmlns:a16="http://schemas.microsoft.com/office/drawing/2014/main" id="{7D2F8D05-B5AE-47C8-87AD-9F29108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762000" cy="123825"/>
          </a:xfrm>
          <a:custGeom xmlns:a="http://schemas.openxmlformats.org/drawingml/2006/main">
            <a:pathLst>
              <a:path w="762000" h="123825">
                <a:moveTo>
                  <a:pt x="0" y="123825"/>
                </a:moveTo>
                <a:lnTo>
                  <a:pt x="4763" y="123825"/>
                </a:lnTo>
                <a:lnTo>
                  <a:pt x="9525" y="123825"/>
                </a:lnTo>
                <a:lnTo>
                  <a:pt x="14288" y="123825"/>
                </a:lnTo>
                <a:lnTo>
                  <a:pt x="19050" y="123825"/>
                </a:lnTo>
                <a:lnTo>
                  <a:pt x="23813" y="123825"/>
                </a:lnTo>
                <a:lnTo>
                  <a:pt x="28575" y="123825"/>
                </a:lnTo>
                <a:lnTo>
                  <a:pt x="33338" y="123825"/>
                </a:lnTo>
                <a:lnTo>
                  <a:pt x="38100" y="123825"/>
                </a:lnTo>
                <a:lnTo>
                  <a:pt x="42863" y="123825"/>
                </a:lnTo>
                <a:lnTo>
                  <a:pt x="47625" y="123825"/>
                </a:lnTo>
                <a:lnTo>
                  <a:pt x="52388" y="123825"/>
                </a:lnTo>
                <a:lnTo>
                  <a:pt x="57150" y="123825"/>
                </a:lnTo>
                <a:lnTo>
                  <a:pt x="61913" y="123825"/>
                </a:lnTo>
                <a:lnTo>
                  <a:pt x="66675" y="123825"/>
                </a:lnTo>
                <a:lnTo>
                  <a:pt x="71438" y="123825"/>
                </a:lnTo>
                <a:lnTo>
                  <a:pt x="76200" y="123825"/>
                </a:lnTo>
                <a:lnTo>
                  <a:pt x="80963" y="123825"/>
                </a:lnTo>
                <a:lnTo>
                  <a:pt x="85725" y="123825"/>
                </a:lnTo>
                <a:lnTo>
                  <a:pt x="90488" y="123825"/>
                </a:lnTo>
                <a:lnTo>
                  <a:pt x="95250" y="123825"/>
                </a:lnTo>
                <a:lnTo>
                  <a:pt x="100013" y="123825"/>
                </a:lnTo>
                <a:lnTo>
                  <a:pt x="104775" y="123825"/>
                </a:lnTo>
                <a:lnTo>
                  <a:pt x="109538" y="123825"/>
                </a:lnTo>
                <a:lnTo>
                  <a:pt x="114300" y="123825"/>
                </a:lnTo>
                <a:lnTo>
                  <a:pt x="119063" y="123825"/>
                </a:lnTo>
                <a:lnTo>
                  <a:pt x="123825" y="123825"/>
                </a:lnTo>
                <a:lnTo>
                  <a:pt x="128588" y="123825"/>
                </a:lnTo>
                <a:lnTo>
                  <a:pt x="133350" y="123825"/>
                </a:lnTo>
                <a:lnTo>
                  <a:pt x="138113" y="123825"/>
                </a:lnTo>
                <a:lnTo>
                  <a:pt x="142875" y="123825"/>
                </a:lnTo>
                <a:lnTo>
                  <a:pt x="147638" y="123825"/>
                </a:lnTo>
                <a:lnTo>
                  <a:pt x="152400" y="123825"/>
                </a:lnTo>
                <a:lnTo>
                  <a:pt x="157163" y="123825"/>
                </a:lnTo>
                <a:lnTo>
                  <a:pt x="161925" y="123825"/>
                </a:lnTo>
                <a:lnTo>
                  <a:pt x="166688" y="123825"/>
                </a:lnTo>
                <a:lnTo>
                  <a:pt x="171450" y="123825"/>
                </a:lnTo>
                <a:lnTo>
                  <a:pt x="176213" y="123825"/>
                </a:lnTo>
                <a:lnTo>
                  <a:pt x="180975" y="123825"/>
                </a:lnTo>
                <a:lnTo>
                  <a:pt x="185738" y="123825"/>
                </a:lnTo>
                <a:lnTo>
                  <a:pt x="190500" y="123825"/>
                </a:lnTo>
                <a:lnTo>
                  <a:pt x="195263" y="123825"/>
                </a:lnTo>
                <a:lnTo>
                  <a:pt x="200025" y="123825"/>
                </a:lnTo>
                <a:lnTo>
                  <a:pt x="204788" y="123825"/>
                </a:lnTo>
                <a:lnTo>
                  <a:pt x="209550" y="123825"/>
                </a:lnTo>
                <a:lnTo>
                  <a:pt x="214313" y="123825"/>
                </a:lnTo>
                <a:lnTo>
                  <a:pt x="219075" y="123825"/>
                </a:lnTo>
                <a:lnTo>
                  <a:pt x="223838" y="123825"/>
                </a:lnTo>
                <a:lnTo>
                  <a:pt x="228600" y="123825"/>
                </a:lnTo>
                <a:lnTo>
                  <a:pt x="233363" y="123825"/>
                </a:lnTo>
                <a:lnTo>
                  <a:pt x="238125" y="123825"/>
                </a:lnTo>
                <a:lnTo>
                  <a:pt x="242888" y="123825"/>
                </a:lnTo>
                <a:lnTo>
                  <a:pt x="247650" y="123825"/>
                </a:lnTo>
                <a:lnTo>
                  <a:pt x="252413" y="123825"/>
                </a:lnTo>
                <a:lnTo>
                  <a:pt x="257175" y="123825"/>
                </a:lnTo>
                <a:lnTo>
                  <a:pt x="261938" y="123825"/>
                </a:lnTo>
                <a:lnTo>
                  <a:pt x="266700" y="123825"/>
                </a:lnTo>
                <a:lnTo>
                  <a:pt x="271463" y="123825"/>
                </a:lnTo>
                <a:lnTo>
                  <a:pt x="276225" y="123825"/>
                </a:lnTo>
                <a:lnTo>
                  <a:pt x="280988" y="123825"/>
                </a:lnTo>
                <a:lnTo>
                  <a:pt x="285750" y="123825"/>
                </a:lnTo>
                <a:lnTo>
                  <a:pt x="290513" y="123825"/>
                </a:lnTo>
                <a:lnTo>
                  <a:pt x="295275" y="123825"/>
                </a:lnTo>
                <a:lnTo>
                  <a:pt x="300038" y="123825"/>
                </a:lnTo>
                <a:lnTo>
                  <a:pt x="304800" y="123825"/>
                </a:lnTo>
                <a:lnTo>
                  <a:pt x="309563" y="123825"/>
                </a:lnTo>
                <a:lnTo>
                  <a:pt x="314325" y="123825"/>
                </a:lnTo>
                <a:lnTo>
                  <a:pt x="319088" y="123825"/>
                </a:lnTo>
                <a:lnTo>
                  <a:pt x="323850" y="123825"/>
                </a:lnTo>
                <a:lnTo>
                  <a:pt x="328613" y="123825"/>
                </a:lnTo>
                <a:lnTo>
                  <a:pt x="333375" y="123825"/>
                </a:lnTo>
                <a:lnTo>
                  <a:pt x="338138" y="123816"/>
                </a:lnTo>
                <a:lnTo>
                  <a:pt x="342900" y="123786"/>
                </a:lnTo>
                <a:lnTo>
                  <a:pt x="347663" y="123722"/>
                </a:lnTo>
                <a:lnTo>
                  <a:pt x="352425" y="123600"/>
                </a:lnTo>
                <a:lnTo>
                  <a:pt x="357188" y="123390"/>
                </a:lnTo>
                <a:lnTo>
                  <a:pt x="361950" y="123066"/>
                </a:lnTo>
                <a:lnTo>
                  <a:pt x="366713" y="122609"/>
                </a:lnTo>
                <a:lnTo>
                  <a:pt x="371475" y="122024"/>
                </a:lnTo>
                <a:lnTo>
                  <a:pt x="376238" y="121341"/>
                </a:lnTo>
                <a:lnTo>
                  <a:pt x="381000" y="120599"/>
                </a:lnTo>
                <a:lnTo>
                  <a:pt x="385763" y="119834"/>
                </a:lnTo>
                <a:lnTo>
                  <a:pt x="390525" y="119063"/>
                </a:lnTo>
                <a:lnTo>
                  <a:pt x="395288" y="118291"/>
                </a:lnTo>
                <a:lnTo>
                  <a:pt x="400050" y="117526"/>
                </a:lnTo>
                <a:lnTo>
                  <a:pt x="404813" y="116784"/>
                </a:lnTo>
                <a:lnTo>
                  <a:pt x="409575" y="116101"/>
                </a:lnTo>
                <a:lnTo>
                  <a:pt x="414338" y="115516"/>
                </a:lnTo>
                <a:lnTo>
                  <a:pt x="419100" y="115059"/>
                </a:lnTo>
                <a:lnTo>
                  <a:pt x="423863" y="114729"/>
                </a:lnTo>
                <a:lnTo>
                  <a:pt x="428625" y="114492"/>
                </a:lnTo>
                <a:lnTo>
                  <a:pt x="433388" y="114299"/>
                </a:lnTo>
                <a:lnTo>
                  <a:pt x="438150" y="114089"/>
                </a:lnTo>
                <a:lnTo>
                  <a:pt x="442913" y="113793"/>
                </a:lnTo>
                <a:lnTo>
                  <a:pt x="447675" y="113344"/>
                </a:lnTo>
                <a:lnTo>
                  <a:pt x="452438" y="112689"/>
                </a:lnTo>
                <a:lnTo>
                  <a:pt x="457200" y="111806"/>
                </a:lnTo>
                <a:lnTo>
                  <a:pt x="461963" y="110728"/>
                </a:lnTo>
                <a:lnTo>
                  <a:pt x="466725" y="109538"/>
                </a:lnTo>
                <a:lnTo>
                  <a:pt x="471488" y="108340"/>
                </a:lnTo>
                <a:lnTo>
                  <a:pt x="476250" y="107236"/>
                </a:lnTo>
                <a:lnTo>
                  <a:pt x="481013" y="106283"/>
                </a:lnTo>
                <a:lnTo>
                  <a:pt x="485775" y="105481"/>
                </a:lnTo>
                <a:lnTo>
                  <a:pt x="490538" y="104775"/>
                </a:lnTo>
                <a:lnTo>
                  <a:pt x="495300" y="104069"/>
                </a:lnTo>
                <a:lnTo>
                  <a:pt x="500063" y="103258"/>
                </a:lnTo>
                <a:lnTo>
                  <a:pt x="504825" y="102275"/>
                </a:lnTo>
                <a:lnTo>
                  <a:pt x="509588" y="101107"/>
                </a:lnTo>
                <a:lnTo>
                  <a:pt x="514350" y="99787"/>
                </a:lnTo>
                <a:lnTo>
                  <a:pt x="519113" y="98380"/>
                </a:lnTo>
                <a:lnTo>
                  <a:pt x="523875" y="96951"/>
                </a:lnTo>
                <a:lnTo>
                  <a:pt x="528638" y="95551"/>
                </a:lnTo>
                <a:lnTo>
                  <a:pt x="533400" y="94194"/>
                </a:lnTo>
                <a:lnTo>
                  <a:pt x="538163" y="92869"/>
                </a:lnTo>
                <a:lnTo>
                  <a:pt x="542925" y="91544"/>
                </a:lnTo>
                <a:lnTo>
                  <a:pt x="547688" y="90180"/>
                </a:lnTo>
                <a:lnTo>
                  <a:pt x="552450" y="88752"/>
                </a:lnTo>
                <a:lnTo>
                  <a:pt x="557213" y="87256"/>
                </a:lnTo>
                <a:lnTo>
                  <a:pt x="561975" y="85705"/>
                </a:lnTo>
                <a:lnTo>
                  <a:pt x="566738" y="84123"/>
                </a:lnTo>
                <a:lnTo>
                  <a:pt x="571500" y="82530"/>
                </a:lnTo>
                <a:lnTo>
                  <a:pt x="576263" y="80924"/>
                </a:lnTo>
                <a:lnTo>
                  <a:pt x="581025" y="79292"/>
                </a:lnTo>
                <a:lnTo>
                  <a:pt x="585788" y="77609"/>
                </a:lnTo>
                <a:lnTo>
                  <a:pt x="590550" y="75860"/>
                </a:lnTo>
                <a:lnTo>
                  <a:pt x="595313" y="74055"/>
                </a:lnTo>
                <a:lnTo>
                  <a:pt x="600075" y="72215"/>
                </a:lnTo>
                <a:lnTo>
                  <a:pt x="604838" y="70352"/>
                </a:lnTo>
                <a:lnTo>
                  <a:pt x="609600" y="68445"/>
                </a:lnTo>
                <a:lnTo>
                  <a:pt x="614363" y="66437"/>
                </a:lnTo>
                <a:lnTo>
                  <a:pt x="619125" y="64259"/>
                </a:lnTo>
                <a:lnTo>
                  <a:pt x="623888" y="61855"/>
                </a:lnTo>
                <a:lnTo>
                  <a:pt x="628650" y="59205"/>
                </a:lnTo>
                <a:lnTo>
                  <a:pt x="633413" y="56342"/>
                </a:lnTo>
                <a:lnTo>
                  <a:pt x="638175" y="53336"/>
                </a:lnTo>
                <a:lnTo>
                  <a:pt x="642938" y="50284"/>
                </a:lnTo>
                <a:lnTo>
                  <a:pt x="647700" y="47279"/>
                </a:lnTo>
                <a:lnTo>
                  <a:pt x="652463" y="44388"/>
                </a:lnTo>
                <a:lnTo>
                  <a:pt x="657225" y="41644"/>
                </a:lnTo>
                <a:lnTo>
                  <a:pt x="661988" y="39058"/>
                </a:lnTo>
                <a:lnTo>
                  <a:pt x="666750" y="36622"/>
                </a:lnTo>
                <a:lnTo>
                  <a:pt x="671513" y="34320"/>
                </a:lnTo>
                <a:lnTo>
                  <a:pt x="676275" y="32139"/>
                </a:lnTo>
                <a:lnTo>
                  <a:pt x="681038" y="30063"/>
                </a:lnTo>
                <a:lnTo>
                  <a:pt x="685800" y="28074"/>
                </a:lnTo>
                <a:lnTo>
                  <a:pt x="690563" y="26163"/>
                </a:lnTo>
                <a:lnTo>
                  <a:pt x="695325" y="24319"/>
                </a:lnTo>
                <a:lnTo>
                  <a:pt x="700088" y="22531"/>
                </a:lnTo>
                <a:lnTo>
                  <a:pt x="704850" y="20788"/>
                </a:lnTo>
                <a:lnTo>
                  <a:pt x="709613" y="19081"/>
                </a:lnTo>
                <a:lnTo>
                  <a:pt x="714375" y="17398"/>
                </a:lnTo>
                <a:lnTo>
                  <a:pt x="719138" y="15730"/>
                </a:lnTo>
                <a:lnTo>
                  <a:pt x="723900" y="14065"/>
                </a:lnTo>
                <a:lnTo>
                  <a:pt x="728663" y="12400"/>
                </a:lnTo>
                <a:lnTo>
                  <a:pt x="733425" y="10737"/>
                </a:lnTo>
                <a:lnTo>
                  <a:pt x="738188" y="9084"/>
                </a:lnTo>
                <a:lnTo>
                  <a:pt x="742950" y="7465"/>
                </a:lnTo>
                <a:lnTo>
                  <a:pt x="747713" y="5916"/>
                </a:lnTo>
                <a:lnTo>
                  <a:pt x="752475" y="4488"/>
                </a:lnTo>
                <a:lnTo>
                  <a:pt x="757238" y="3234"/>
                </a:ln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4" name="AI048-path-4">
            <a:extLst xmlns:a="http://schemas.openxmlformats.org/drawingml/2006/main">
              <a:ext uri="{FF2B5EF4-FFF2-40B4-BE49-F238E27FC236}">
                <a16:creationId xmlns:a16="http://schemas.microsoft.com/office/drawing/2014/main" id="{FD81B9CA-16C6-45B4-8088-31675B79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762000" cy="257175"/>
          </a:xfrm>
          <a:custGeom xmlns:a="http://schemas.openxmlformats.org/drawingml/2006/main">
            <a:pathLst>
              <a:path w="762000" h="257175">
                <a:moveTo>
                  <a:pt x="0" y="257175"/>
                </a:moveTo>
                <a:lnTo>
                  <a:pt x="4763" y="257175"/>
                </a:lnTo>
                <a:lnTo>
                  <a:pt x="9525" y="257175"/>
                </a:lnTo>
                <a:lnTo>
                  <a:pt x="14288" y="257175"/>
                </a:lnTo>
                <a:lnTo>
                  <a:pt x="19050" y="257175"/>
                </a:lnTo>
                <a:lnTo>
                  <a:pt x="23813" y="257175"/>
                </a:lnTo>
                <a:lnTo>
                  <a:pt x="28575" y="257175"/>
                </a:lnTo>
                <a:lnTo>
                  <a:pt x="33338" y="257175"/>
                </a:lnTo>
                <a:lnTo>
                  <a:pt x="38100" y="257175"/>
                </a:lnTo>
                <a:lnTo>
                  <a:pt x="42863" y="257175"/>
                </a:lnTo>
                <a:lnTo>
                  <a:pt x="47625" y="257175"/>
                </a:lnTo>
                <a:lnTo>
                  <a:pt x="52388" y="257175"/>
                </a:lnTo>
                <a:lnTo>
                  <a:pt x="57150" y="257175"/>
                </a:lnTo>
                <a:lnTo>
                  <a:pt x="61913" y="257175"/>
                </a:lnTo>
                <a:lnTo>
                  <a:pt x="66675" y="257175"/>
                </a:lnTo>
                <a:lnTo>
                  <a:pt x="71438" y="257175"/>
                </a:lnTo>
                <a:lnTo>
                  <a:pt x="76200" y="257175"/>
                </a:lnTo>
                <a:lnTo>
                  <a:pt x="80963" y="257175"/>
                </a:lnTo>
                <a:lnTo>
                  <a:pt x="85725" y="257175"/>
                </a:lnTo>
                <a:lnTo>
                  <a:pt x="90488" y="257175"/>
                </a:lnTo>
                <a:lnTo>
                  <a:pt x="95250" y="257175"/>
                </a:lnTo>
                <a:lnTo>
                  <a:pt x="100013" y="257175"/>
                </a:lnTo>
                <a:lnTo>
                  <a:pt x="104775" y="257175"/>
                </a:lnTo>
                <a:lnTo>
                  <a:pt x="109538" y="257175"/>
                </a:lnTo>
                <a:lnTo>
                  <a:pt x="114300" y="257175"/>
                </a:lnTo>
                <a:lnTo>
                  <a:pt x="119063" y="257175"/>
                </a:lnTo>
                <a:lnTo>
                  <a:pt x="123825" y="257175"/>
                </a:lnTo>
                <a:lnTo>
                  <a:pt x="128588" y="257175"/>
                </a:lnTo>
                <a:lnTo>
                  <a:pt x="133350" y="257175"/>
                </a:lnTo>
                <a:lnTo>
                  <a:pt x="138113" y="257175"/>
                </a:lnTo>
                <a:lnTo>
                  <a:pt x="142875" y="257175"/>
                </a:lnTo>
                <a:lnTo>
                  <a:pt x="147638" y="257175"/>
                </a:lnTo>
                <a:lnTo>
                  <a:pt x="152400" y="257175"/>
                </a:lnTo>
                <a:lnTo>
                  <a:pt x="157163" y="257175"/>
                </a:lnTo>
                <a:lnTo>
                  <a:pt x="161925" y="257175"/>
                </a:lnTo>
                <a:lnTo>
                  <a:pt x="166688" y="257175"/>
                </a:lnTo>
                <a:lnTo>
                  <a:pt x="171450" y="257175"/>
                </a:lnTo>
                <a:lnTo>
                  <a:pt x="176213" y="257175"/>
                </a:lnTo>
                <a:lnTo>
                  <a:pt x="180975" y="257175"/>
                </a:lnTo>
                <a:lnTo>
                  <a:pt x="185738" y="257175"/>
                </a:lnTo>
                <a:lnTo>
                  <a:pt x="190500" y="257175"/>
                </a:lnTo>
                <a:lnTo>
                  <a:pt x="195263" y="257175"/>
                </a:lnTo>
                <a:lnTo>
                  <a:pt x="200025" y="257175"/>
                </a:lnTo>
                <a:lnTo>
                  <a:pt x="204788" y="257175"/>
                </a:lnTo>
                <a:lnTo>
                  <a:pt x="209550" y="257175"/>
                </a:lnTo>
                <a:lnTo>
                  <a:pt x="214313" y="257175"/>
                </a:lnTo>
                <a:lnTo>
                  <a:pt x="219075" y="257175"/>
                </a:lnTo>
                <a:lnTo>
                  <a:pt x="223838" y="257175"/>
                </a:lnTo>
                <a:lnTo>
                  <a:pt x="228600" y="257175"/>
                </a:lnTo>
                <a:lnTo>
                  <a:pt x="233363" y="257175"/>
                </a:lnTo>
                <a:lnTo>
                  <a:pt x="238125" y="257175"/>
                </a:lnTo>
                <a:lnTo>
                  <a:pt x="242888" y="257175"/>
                </a:lnTo>
                <a:lnTo>
                  <a:pt x="247650" y="257175"/>
                </a:lnTo>
                <a:lnTo>
                  <a:pt x="252413" y="257175"/>
                </a:lnTo>
                <a:lnTo>
                  <a:pt x="257175" y="257175"/>
                </a:lnTo>
                <a:lnTo>
                  <a:pt x="261938" y="257175"/>
                </a:lnTo>
                <a:lnTo>
                  <a:pt x="266700" y="257175"/>
                </a:lnTo>
                <a:lnTo>
                  <a:pt x="271463" y="257175"/>
                </a:lnTo>
                <a:lnTo>
                  <a:pt x="276225" y="257175"/>
                </a:lnTo>
                <a:lnTo>
                  <a:pt x="280988" y="257175"/>
                </a:lnTo>
                <a:lnTo>
                  <a:pt x="285750" y="257175"/>
                </a:lnTo>
                <a:lnTo>
                  <a:pt x="290513" y="257175"/>
                </a:lnTo>
                <a:lnTo>
                  <a:pt x="295275" y="257175"/>
                </a:lnTo>
                <a:lnTo>
                  <a:pt x="300038" y="257166"/>
                </a:lnTo>
                <a:lnTo>
                  <a:pt x="304800" y="257136"/>
                </a:lnTo>
                <a:lnTo>
                  <a:pt x="309563" y="257072"/>
                </a:lnTo>
                <a:lnTo>
                  <a:pt x="314325" y="256950"/>
                </a:lnTo>
                <a:lnTo>
                  <a:pt x="319088" y="256740"/>
                </a:lnTo>
                <a:lnTo>
                  <a:pt x="323850" y="256416"/>
                </a:lnTo>
                <a:lnTo>
                  <a:pt x="328613" y="255959"/>
                </a:lnTo>
                <a:lnTo>
                  <a:pt x="333375" y="255374"/>
                </a:lnTo>
                <a:lnTo>
                  <a:pt x="338138" y="254691"/>
                </a:lnTo>
                <a:lnTo>
                  <a:pt x="342900" y="253949"/>
                </a:lnTo>
                <a:lnTo>
                  <a:pt x="347663" y="253175"/>
                </a:lnTo>
                <a:lnTo>
                  <a:pt x="352425" y="252373"/>
                </a:lnTo>
                <a:lnTo>
                  <a:pt x="357188" y="251538"/>
                </a:lnTo>
                <a:lnTo>
                  <a:pt x="361950" y="250650"/>
                </a:lnTo>
                <a:lnTo>
                  <a:pt x="366713" y="249692"/>
                </a:lnTo>
                <a:lnTo>
                  <a:pt x="371475" y="248658"/>
                </a:lnTo>
                <a:lnTo>
                  <a:pt x="376238" y="247555"/>
                </a:lnTo>
                <a:lnTo>
                  <a:pt x="381000" y="246397"/>
                </a:lnTo>
                <a:lnTo>
                  <a:pt x="385763" y="245188"/>
                </a:lnTo>
                <a:lnTo>
                  <a:pt x="390525" y="243919"/>
                </a:lnTo>
                <a:lnTo>
                  <a:pt x="395288" y="242579"/>
                </a:lnTo>
                <a:lnTo>
                  <a:pt x="400050" y="241157"/>
                </a:lnTo>
                <a:lnTo>
                  <a:pt x="404813" y="239656"/>
                </a:lnTo>
                <a:lnTo>
                  <a:pt x="409575" y="238101"/>
                </a:lnTo>
                <a:lnTo>
                  <a:pt x="414338" y="236521"/>
                </a:lnTo>
                <a:lnTo>
                  <a:pt x="419100" y="234940"/>
                </a:lnTo>
                <a:lnTo>
                  <a:pt x="423863" y="233353"/>
                </a:lnTo>
                <a:lnTo>
                  <a:pt x="428625" y="231746"/>
                </a:lnTo>
                <a:lnTo>
                  <a:pt x="433388" y="230101"/>
                </a:lnTo>
                <a:lnTo>
                  <a:pt x="438150" y="228399"/>
                </a:lnTo>
                <a:lnTo>
                  <a:pt x="442913" y="226624"/>
                </a:lnTo>
                <a:lnTo>
                  <a:pt x="447675" y="224769"/>
                </a:lnTo>
                <a:lnTo>
                  <a:pt x="452438" y="222836"/>
                </a:lnTo>
                <a:lnTo>
                  <a:pt x="457200" y="220818"/>
                </a:lnTo>
                <a:lnTo>
                  <a:pt x="461963" y="218702"/>
                </a:lnTo>
                <a:lnTo>
                  <a:pt x="466725" y="216491"/>
                </a:lnTo>
                <a:lnTo>
                  <a:pt x="471488" y="214210"/>
                </a:lnTo>
                <a:lnTo>
                  <a:pt x="476250" y="211889"/>
                </a:lnTo>
                <a:lnTo>
                  <a:pt x="481013" y="209542"/>
                </a:lnTo>
                <a:lnTo>
                  <a:pt x="485775" y="207173"/>
                </a:lnTo>
                <a:lnTo>
                  <a:pt x="490538" y="204792"/>
                </a:lnTo>
                <a:lnTo>
                  <a:pt x="495300" y="202394"/>
                </a:lnTo>
                <a:lnTo>
                  <a:pt x="500063" y="199972"/>
                </a:lnTo>
                <a:lnTo>
                  <a:pt x="504825" y="197515"/>
                </a:lnTo>
                <a:lnTo>
                  <a:pt x="509588" y="194989"/>
                </a:lnTo>
                <a:lnTo>
                  <a:pt x="514350" y="192362"/>
                </a:lnTo>
                <a:lnTo>
                  <a:pt x="519113" y="189627"/>
                </a:lnTo>
                <a:lnTo>
                  <a:pt x="523875" y="186791"/>
                </a:lnTo>
                <a:lnTo>
                  <a:pt x="528638" y="183863"/>
                </a:lnTo>
                <a:lnTo>
                  <a:pt x="533400" y="180848"/>
                </a:lnTo>
                <a:lnTo>
                  <a:pt x="538163" y="177763"/>
                </a:lnTo>
                <a:lnTo>
                  <a:pt x="542925" y="174627"/>
                </a:lnTo>
                <a:lnTo>
                  <a:pt x="547688" y="171453"/>
                </a:lnTo>
                <a:lnTo>
                  <a:pt x="552450" y="168245"/>
                </a:lnTo>
                <a:lnTo>
                  <a:pt x="557213" y="165001"/>
                </a:lnTo>
                <a:lnTo>
                  <a:pt x="561975" y="161696"/>
                </a:lnTo>
                <a:lnTo>
                  <a:pt x="566738" y="158276"/>
                </a:lnTo>
                <a:lnTo>
                  <a:pt x="571500" y="154677"/>
                </a:lnTo>
                <a:lnTo>
                  <a:pt x="576263" y="150866"/>
                </a:lnTo>
                <a:lnTo>
                  <a:pt x="581025" y="146853"/>
                </a:lnTo>
                <a:lnTo>
                  <a:pt x="585788" y="142699"/>
                </a:lnTo>
                <a:lnTo>
                  <a:pt x="590550" y="138498"/>
                </a:lnTo>
                <a:lnTo>
                  <a:pt x="595313" y="134345"/>
                </a:lnTo>
                <a:lnTo>
                  <a:pt x="600075" y="130312"/>
                </a:lnTo>
                <a:lnTo>
                  <a:pt x="604838" y="126439"/>
                </a:lnTo>
                <a:lnTo>
                  <a:pt x="609600" y="122713"/>
                </a:lnTo>
                <a:lnTo>
                  <a:pt x="614363" y="119080"/>
                </a:lnTo>
                <a:lnTo>
                  <a:pt x="619125" y="115463"/>
                </a:lnTo>
                <a:lnTo>
                  <a:pt x="623888" y="111784"/>
                </a:lnTo>
                <a:lnTo>
                  <a:pt x="628650" y="107985"/>
                </a:lnTo>
                <a:lnTo>
                  <a:pt x="633413" y="104048"/>
                </a:lnTo>
                <a:lnTo>
                  <a:pt x="638175" y="99989"/>
                </a:lnTo>
                <a:lnTo>
                  <a:pt x="642938" y="95847"/>
                </a:lnTo>
                <a:lnTo>
                  <a:pt x="647700" y="91670"/>
                </a:lnTo>
                <a:lnTo>
                  <a:pt x="652463" y="87499"/>
                </a:lnTo>
                <a:lnTo>
                  <a:pt x="657225" y="83363"/>
                </a:lnTo>
                <a:lnTo>
                  <a:pt x="661988" y="79277"/>
                </a:lnTo>
                <a:lnTo>
                  <a:pt x="666750" y="75248"/>
                </a:lnTo>
                <a:lnTo>
                  <a:pt x="671513" y="71274"/>
                </a:lnTo>
                <a:lnTo>
                  <a:pt x="676275" y="67353"/>
                </a:lnTo>
                <a:lnTo>
                  <a:pt x="681038" y="63478"/>
                </a:lnTo>
                <a:lnTo>
                  <a:pt x="685800" y="59644"/>
                </a:lnTo>
                <a:lnTo>
                  <a:pt x="690563" y="55845"/>
                </a:lnTo>
                <a:lnTo>
                  <a:pt x="695325" y="52076"/>
                </a:lnTo>
                <a:lnTo>
                  <a:pt x="700088" y="48333"/>
                </a:lnTo>
                <a:lnTo>
                  <a:pt x="704850" y="44611"/>
                </a:lnTo>
                <a:lnTo>
                  <a:pt x="709613" y="40905"/>
                </a:lnTo>
                <a:lnTo>
                  <a:pt x="714375" y="37210"/>
                </a:lnTo>
                <a:lnTo>
                  <a:pt x="719138" y="33521"/>
                </a:lnTo>
                <a:lnTo>
                  <a:pt x="723900" y="29834"/>
                </a:lnTo>
                <a:lnTo>
                  <a:pt x="728663" y="26159"/>
                </a:lnTo>
                <a:lnTo>
                  <a:pt x="733425" y="22510"/>
                </a:lnTo>
                <a:lnTo>
                  <a:pt x="738188" y="18919"/>
                </a:lnTo>
                <a:lnTo>
                  <a:pt x="742950" y="15440"/>
                </a:lnTo>
                <a:lnTo>
                  <a:pt x="747713" y="12154"/>
                </a:lnTo>
                <a:lnTo>
                  <a:pt x="752475" y="9161"/>
                </a:lnTo>
                <a:lnTo>
                  <a:pt x="757238" y="6559"/>
                </a:ln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5" name="AI048-path-5">
            <a:extLst xmlns:a="http://schemas.openxmlformats.org/drawingml/2006/main">
              <a:ext uri="{FF2B5EF4-FFF2-40B4-BE49-F238E27FC236}">
                <a16:creationId xmlns:a16="http://schemas.microsoft.com/office/drawing/2014/main" id="{9B24B500-626A-46AA-AEB8-0614B91E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81250"/>
            <a:ext cx="752475" cy="428625"/>
          </a:xfrm>
          <a:custGeom xmlns:a="http://schemas.openxmlformats.org/drawingml/2006/main">
            <a:pathLst>
              <a:path w="752475" h="428625">
                <a:moveTo>
                  <a:pt x="0" y="428625"/>
                </a:moveTo>
                <a:lnTo>
                  <a:pt x="4763" y="418991"/>
                </a:lnTo>
                <a:lnTo>
                  <a:pt x="9525" y="415028"/>
                </a:lnTo>
                <a:lnTo>
                  <a:pt x="14288" y="410380"/>
                </a:lnTo>
                <a:lnTo>
                  <a:pt x="19050" y="405171"/>
                </a:lnTo>
                <a:lnTo>
                  <a:pt x="23813" y="399532"/>
                </a:lnTo>
                <a:lnTo>
                  <a:pt x="28575" y="393580"/>
                </a:lnTo>
                <a:lnTo>
                  <a:pt x="33338" y="387402"/>
                </a:lnTo>
                <a:lnTo>
                  <a:pt x="38100" y="381059"/>
                </a:lnTo>
                <a:lnTo>
                  <a:pt x="42863" y="374594"/>
                </a:lnTo>
                <a:lnTo>
                  <a:pt x="47625" y="368042"/>
                </a:lnTo>
                <a:lnTo>
                  <a:pt x="52388" y="361420"/>
                </a:lnTo>
                <a:lnTo>
                  <a:pt x="57150" y="354747"/>
                </a:lnTo>
                <a:lnTo>
                  <a:pt x="61913" y="348038"/>
                </a:lnTo>
                <a:lnTo>
                  <a:pt x="66675" y="341313"/>
                </a:lnTo>
                <a:lnTo>
                  <a:pt x="71438" y="334587"/>
                </a:lnTo>
                <a:lnTo>
                  <a:pt x="76200" y="327878"/>
                </a:lnTo>
                <a:lnTo>
                  <a:pt x="80963" y="321205"/>
                </a:lnTo>
                <a:lnTo>
                  <a:pt x="85725" y="314583"/>
                </a:lnTo>
                <a:lnTo>
                  <a:pt x="90488" y="308031"/>
                </a:lnTo>
                <a:lnTo>
                  <a:pt x="95250" y="301566"/>
                </a:lnTo>
                <a:lnTo>
                  <a:pt x="100013" y="295205"/>
                </a:lnTo>
                <a:lnTo>
                  <a:pt x="104775" y="288965"/>
                </a:lnTo>
                <a:lnTo>
                  <a:pt x="109538" y="282864"/>
                </a:lnTo>
                <a:lnTo>
                  <a:pt x="114300" y="276919"/>
                </a:lnTo>
                <a:lnTo>
                  <a:pt x="119063" y="271148"/>
                </a:lnTo>
                <a:lnTo>
                  <a:pt x="123825" y="265568"/>
                </a:lnTo>
                <a:lnTo>
                  <a:pt x="128588" y="260196"/>
                </a:lnTo>
                <a:lnTo>
                  <a:pt x="133350" y="255050"/>
                </a:lnTo>
                <a:lnTo>
                  <a:pt x="138113" y="250146"/>
                </a:lnTo>
                <a:lnTo>
                  <a:pt x="142875" y="245503"/>
                </a:lnTo>
                <a:lnTo>
                  <a:pt x="147638" y="241138"/>
                </a:lnTo>
                <a:lnTo>
                  <a:pt x="152400" y="237068"/>
                </a:lnTo>
                <a:lnTo>
                  <a:pt x="157163" y="233310"/>
                </a:lnTo>
                <a:lnTo>
                  <a:pt x="161925" y="229882"/>
                </a:lnTo>
                <a:lnTo>
                  <a:pt x="166688" y="226800"/>
                </a:lnTo>
                <a:lnTo>
                  <a:pt x="171450" y="224079"/>
                </a:lnTo>
                <a:lnTo>
                  <a:pt x="176213" y="221714"/>
                </a:lnTo>
                <a:lnTo>
                  <a:pt x="180975" y="219685"/>
                </a:lnTo>
                <a:lnTo>
                  <a:pt x="185738" y="217945"/>
                </a:lnTo>
                <a:lnTo>
                  <a:pt x="190500" y="216405"/>
                </a:lnTo>
                <a:lnTo>
                  <a:pt x="195263" y="214932"/>
                </a:lnTo>
                <a:lnTo>
                  <a:pt x="200025" y="213354"/>
                </a:lnTo>
                <a:lnTo>
                  <a:pt x="204788" y="211485"/>
                </a:lnTo>
                <a:lnTo>
                  <a:pt x="209550" y="209171"/>
                </a:lnTo>
                <a:lnTo>
                  <a:pt x="214313" y="206334"/>
                </a:lnTo>
                <a:lnTo>
                  <a:pt x="219075" y="202987"/>
                </a:lnTo>
                <a:lnTo>
                  <a:pt x="223838" y="199223"/>
                </a:lnTo>
                <a:lnTo>
                  <a:pt x="228600" y="195201"/>
                </a:lnTo>
                <a:lnTo>
                  <a:pt x="233363" y="191106"/>
                </a:lnTo>
                <a:lnTo>
                  <a:pt x="238125" y="187103"/>
                </a:lnTo>
                <a:lnTo>
                  <a:pt x="242888" y="183299"/>
                </a:lnTo>
                <a:lnTo>
                  <a:pt x="247650" y="179718"/>
                </a:lnTo>
                <a:lnTo>
                  <a:pt x="252413" y="176305"/>
                </a:lnTo>
                <a:lnTo>
                  <a:pt x="257175" y="172969"/>
                </a:lnTo>
                <a:lnTo>
                  <a:pt x="261938" y="169619"/>
                </a:lnTo>
                <a:lnTo>
                  <a:pt x="266700" y="166205"/>
                </a:lnTo>
                <a:lnTo>
                  <a:pt x="271463" y="162747"/>
                </a:lnTo>
                <a:lnTo>
                  <a:pt x="276225" y="159297"/>
                </a:lnTo>
                <a:lnTo>
                  <a:pt x="280988" y="155904"/>
                </a:lnTo>
                <a:lnTo>
                  <a:pt x="285750" y="152589"/>
                </a:lnTo>
                <a:lnTo>
                  <a:pt x="290513" y="149330"/>
                </a:lnTo>
                <a:lnTo>
                  <a:pt x="295275" y="146097"/>
                </a:lnTo>
                <a:lnTo>
                  <a:pt x="300038" y="142881"/>
                </a:lnTo>
                <a:lnTo>
                  <a:pt x="304800" y="139684"/>
                </a:lnTo>
                <a:lnTo>
                  <a:pt x="309563" y="136509"/>
                </a:lnTo>
                <a:lnTo>
                  <a:pt x="314325" y="133348"/>
                </a:lnTo>
                <a:lnTo>
                  <a:pt x="319088" y="130195"/>
                </a:lnTo>
                <a:lnTo>
                  <a:pt x="323850" y="127045"/>
                </a:lnTo>
                <a:lnTo>
                  <a:pt x="328613" y="123919"/>
                </a:lnTo>
                <a:lnTo>
                  <a:pt x="333375" y="120850"/>
                </a:lnTo>
                <a:lnTo>
                  <a:pt x="338138" y="117869"/>
                </a:lnTo>
                <a:lnTo>
                  <a:pt x="342900" y="114999"/>
                </a:lnTo>
                <a:lnTo>
                  <a:pt x="347663" y="112238"/>
                </a:lnTo>
                <a:lnTo>
                  <a:pt x="352425" y="109552"/>
                </a:lnTo>
                <a:lnTo>
                  <a:pt x="357188" y="106897"/>
                </a:lnTo>
                <a:lnTo>
                  <a:pt x="361950" y="104240"/>
                </a:lnTo>
                <a:lnTo>
                  <a:pt x="366713" y="101580"/>
                </a:lnTo>
                <a:lnTo>
                  <a:pt x="371475" y="98952"/>
                </a:lnTo>
                <a:lnTo>
                  <a:pt x="376238" y="96404"/>
                </a:lnTo>
                <a:lnTo>
                  <a:pt x="381000" y="93976"/>
                </a:lnTo>
                <a:lnTo>
                  <a:pt x="385763" y="91684"/>
                </a:lnTo>
                <a:lnTo>
                  <a:pt x="390525" y="89502"/>
                </a:lnTo>
                <a:lnTo>
                  <a:pt x="395288" y="87374"/>
                </a:lnTo>
                <a:lnTo>
                  <a:pt x="400050" y="85242"/>
                </a:lnTo>
                <a:lnTo>
                  <a:pt x="404813" y="83061"/>
                </a:lnTo>
                <a:lnTo>
                  <a:pt x="409575" y="80815"/>
                </a:lnTo>
                <a:lnTo>
                  <a:pt x="414338" y="78509"/>
                </a:lnTo>
                <a:lnTo>
                  <a:pt x="419100" y="76165"/>
                </a:lnTo>
                <a:lnTo>
                  <a:pt x="423863" y="73795"/>
                </a:lnTo>
                <a:lnTo>
                  <a:pt x="428625" y="71412"/>
                </a:lnTo>
                <a:lnTo>
                  <a:pt x="433388" y="69040"/>
                </a:lnTo>
                <a:lnTo>
                  <a:pt x="438150" y="66707"/>
                </a:lnTo>
                <a:lnTo>
                  <a:pt x="442913" y="64443"/>
                </a:lnTo>
                <a:lnTo>
                  <a:pt x="447675" y="62275"/>
                </a:lnTo>
                <a:lnTo>
                  <a:pt x="452438" y="60227"/>
                </a:lnTo>
                <a:lnTo>
                  <a:pt x="457200" y="58305"/>
                </a:lnTo>
                <a:lnTo>
                  <a:pt x="461963" y="56489"/>
                </a:lnTo>
                <a:lnTo>
                  <a:pt x="466725" y="54739"/>
                </a:lnTo>
                <a:lnTo>
                  <a:pt x="471488" y="53002"/>
                </a:lnTo>
                <a:lnTo>
                  <a:pt x="476250" y="51236"/>
                </a:lnTo>
                <a:lnTo>
                  <a:pt x="481013" y="49423"/>
                </a:lnTo>
                <a:lnTo>
                  <a:pt x="485775" y="47577"/>
                </a:lnTo>
                <a:lnTo>
                  <a:pt x="490538" y="45738"/>
                </a:lnTo>
                <a:lnTo>
                  <a:pt x="495300" y="43952"/>
                </a:lnTo>
                <a:lnTo>
                  <a:pt x="500063" y="42258"/>
                </a:lnTo>
                <a:lnTo>
                  <a:pt x="504825" y="40678"/>
                </a:lnTo>
                <a:lnTo>
                  <a:pt x="509588" y="39212"/>
                </a:lnTo>
                <a:lnTo>
                  <a:pt x="514350" y="37850"/>
                </a:lnTo>
                <a:lnTo>
                  <a:pt x="519113" y="36572"/>
                </a:lnTo>
                <a:lnTo>
                  <a:pt x="523875" y="35362"/>
                </a:lnTo>
                <a:lnTo>
                  <a:pt x="528638" y="34207"/>
                </a:lnTo>
                <a:lnTo>
                  <a:pt x="533400" y="33096"/>
                </a:lnTo>
                <a:lnTo>
                  <a:pt x="538163" y="32023"/>
                </a:lnTo>
                <a:lnTo>
                  <a:pt x="542925" y="30985"/>
                </a:lnTo>
                <a:lnTo>
                  <a:pt x="547688" y="29979"/>
                </a:lnTo>
                <a:lnTo>
                  <a:pt x="552450" y="29005"/>
                </a:lnTo>
                <a:lnTo>
                  <a:pt x="557213" y="28061"/>
                </a:lnTo>
                <a:lnTo>
                  <a:pt x="561975" y="27147"/>
                </a:lnTo>
                <a:lnTo>
                  <a:pt x="566738" y="26260"/>
                </a:lnTo>
                <a:lnTo>
                  <a:pt x="571500" y="25400"/>
                </a:lnTo>
                <a:lnTo>
                  <a:pt x="576263" y="24565"/>
                </a:lnTo>
                <a:lnTo>
                  <a:pt x="581025" y="23754"/>
                </a:lnTo>
                <a:lnTo>
                  <a:pt x="585788" y="22966"/>
                </a:lnTo>
                <a:lnTo>
                  <a:pt x="590550" y="22200"/>
                </a:lnTo>
                <a:lnTo>
                  <a:pt x="595313" y="21454"/>
                </a:lnTo>
                <a:lnTo>
                  <a:pt x="600075" y="20726"/>
                </a:lnTo>
                <a:lnTo>
                  <a:pt x="604838" y="20017"/>
                </a:lnTo>
                <a:lnTo>
                  <a:pt x="609600" y="19323"/>
                </a:lnTo>
                <a:lnTo>
                  <a:pt x="614363" y="18645"/>
                </a:lnTo>
                <a:lnTo>
                  <a:pt x="619125" y="17981"/>
                </a:lnTo>
                <a:lnTo>
                  <a:pt x="623888" y="17330"/>
                </a:lnTo>
                <a:lnTo>
                  <a:pt x="628650" y="16690"/>
                </a:lnTo>
                <a:lnTo>
                  <a:pt x="633413" y="16060"/>
                </a:lnTo>
                <a:lnTo>
                  <a:pt x="638175" y="15439"/>
                </a:lnTo>
                <a:lnTo>
                  <a:pt x="642938" y="14826"/>
                </a:lnTo>
                <a:lnTo>
                  <a:pt x="647700" y="14219"/>
                </a:lnTo>
                <a:lnTo>
                  <a:pt x="652463" y="13616"/>
                </a:lnTo>
                <a:lnTo>
                  <a:pt x="657225" y="13018"/>
                </a:lnTo>
                <a:lnTo>
                  <a:pt x="661988" y="12422"/>
                </a:lnTo>
                <a:lnTo>
                  <a:pt x="666750" y="11828"/>
                </a:lnTo>
                <a:lnTo>
                  <a:pt x="671513" y="11234"/>
                </a:lnTo>
                <a:lnTo>
                  <a:pt x="676275" y="10638"/>
                </a:lnTo>
                <a:lnTo>
                  <a:pt x="681038" y="10040"/>
                </a:lnTo>
                <a:lnTo>
                  <a:pt x="685800" y="9437"/>
                </a:lnTo>
                <a:lnTo>
                  <a:pt x="690563" y="8830"/>
                </a:lnTo>
                <a:lnTo>
                  <a:pt x="695325" y="8217"/>
                </a:lnTo>
                <a:lnTo>
                  <a:pt x="700088" y="7596"/>
                </a:lnTo>
                <a:lnTo>
                  <a:pt x="704850" y="6966"/>
                </a:lnTo>
                <a:lnTo>
                  <a:pt x="709613" y="6326"/>
                </a:lnTo>
                <a:lnTo>
                  <a:pt x="714375" y="5675"/>
                </a:lnTo>
                <a:lnTo>
                  <a:pt x="719138" y="5014"/>
                </a:lnTo>
                <a:lnTo>
                  <a:pt x="723900" y="4346"/>
                </a:lnTo>
                <a:lnTo>
                  <a:pt x="728663" y="3678"/>
                </a:lnTo>
                <a:lnTo>
                  <a:pt x="733425" y="3021"/>
                </a:lnTo>
                <a:lnTo>
                  <a:pt x="738188" y="2392"/>
                </a:lnTo>
                <a:lnTo>
                  <a:pt x="742950" y="1813"/>
                </a:lnTo>
                <a:lnTo>
                  <a:pt x="747713" y="1304"/>
                </a:lnTo>
                <a:lnTo>
                  <a:pt x="752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6" name="AI048-path-6">
            <a:extLst xmlns:a="http://schemas.openxmlformats.org/drawingml/2006/main">
              <a:ext uri="{FF2B5EF4-FFF2-40B4-BE49-F238E27FC236}">
                <a16:creationId xmlns:a16="http://schemas.microsoft.com/office/drawing/2014/main" id="{C5DF5D73-5F59-4521-B234-43FFDFFE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81250"/>
            <a:ext cx="752475" cy="428625"/>
          </a:xfrm>
          <a:custGeom xmlns:a="http://schemas.openxmlformats.org/drawingml/2006/main">
            <a:pathLst>
              <a:path w="752475" h="428625">
                <a:moveTo>
                  <a:pt x="0" y="428625"/>
                </a:moveTo>
                <a:lnTo>
                  <a:pt x="4763" y="421551"/>
                </a:lnTo>
                <a:lnTo>
                  <a:pt x="9525" y="418699"/>
                </a:lnTo>
                <a:lnTo>
                  <a:pt x="14288" y="415391"/>
                </a:lnTo>
                <a:lnTo>
                  <a:pt x="19050" y="411726"/>
                </a:lnTo>
                <a:lnTo>
                  <a:pt x="23813" y="407808"/>
                </a:lnTo>
                <a:lnTo>
                  <a:pt x="28575" y="403724"/>
                </a:lnTo>
                <a:lnTo>
                  <a:pt x="33338" y="399537"/>
                </a:lnTo>
                <a:lnTo>
                  <a:pt x="38100" y="395287"/>
                </a:lnTo>
                <a:lnTo>
                  <a:pt x="42863" y="390997"/>
                </a:lnTo>
                <a:lnTo>
                  <a:pt x="47625" y="386687"/>
                </a:lnTo>
                <a:lnTo>
                  <a:pt x="52388" y="382360"/>
                </a:lnTo>
                <a:lnTo>
                  <a:pt x="57150" y="378021"/>
                </a:lnTo>
                <a:lnTo>
                  <a:pt x="61913" y="373675"/>
                </a:lnTo>
                <a:lnTo>
                  <a:pt x="66675" y="369324"/>
                </a:lnTo>
                <a:lnTo>
                  <a:pt x="71438" y="364973"/>
                </a:lnTo>
                <a:lnTo>
                  <a:pt x="76200" y="360626"/>
                </a:lnTo>
                <a:lnTo>
                  <a:pt x="80963" y="356287"/>
                </a:lnTo>
                <a:lnTo>
                  <a:pt x="85725" y="351960"/>
                </a:lnTo>
                <a:lnTo>
                  <a:pt x="90488" y="347650"/>
                </a:lnTo>
                <a:lnTo>
                  <a:pt x="95250" y="343361"/>
                </a:lnTo>
                <a:lnTo>
                  <a:pt x="100013" y="339095"/>
                </a:lnTo>
                <a:lnTo>
                  <a:pt x="104775" y="334859"/>
                </a:lnTo>
                <a:lnTo>
                  <a:pt x="109538" y="330655"/>
                </a:lnTo>
                <a:lnTo>
                  <a:pt x="114300" y="326488"/>
                </a:lnTo>
                <a:lnTo>
                  <a:pt x="119063" y="322362"/>
                </a:lnTo>
                <a:lnTo>
                  <a:pt x="123825" y="318281"/>
                </a:lnTo>
                <a:lnTo>
                  <a:pt x="128588" y="314248"/>
                </a:lnTo>
                <a:lnTo>
                  <a:pt x="133350" y="310269"/>
                </a:lnTo>
                <a:lnTo>
                  <a:pt x="138113" y="306348"/>
                </a:lnTo>
                <a:lnTo>
                  <a:pt x="142875" y="302487"/>
                </a:lnTo>
                <a:lnTo>
                  <a:pt x="147638" y="298692"/>
                </a:lnTo>
                <a:lnTo>
                  <a:pt x="152400" y="294966"/>
                </a:lnTo>
                <a:lnTo>
                  <a:pt x="157163" y="291314"/>
                </a:lnTo>
                <a:lnTo>
                  <a:pt x="161925" y="287740"/>
                </a:lnTo>
                <a:lnTo>
                  <a:pt x="166688" y="284249"/>
                </a:lnTo>
                <a:lnTo>
                  <a:pt x="171450" y="280847"/>
                </a:lnTo>
                <a:lnTo>
                  <a:pt x="176213" y="277531"/>
                </a:lnTo>
                <a:lnTo>
                  <a:pt x="180975" y="274297"/>
                </a:lnTo>
                <a:lnTo>
                  <a:pt x="185738" y="271131"/>
                </a:lnTo>
                <a:lnTo>
                  <a:pt x="190500" y="268002"/>
                </a:lnTo>
                <a:lnTo>
                  <a:pt x="195263" y="264858"/>
                </a:lnTo>
                <a:lnTo>
                  <a:pt x="200025" y="261634"/>
                </a:lnTo>
                <a:lnTo>
                  <a:pt x="204788" y="258270"/>
                </a:lnTo>
                <a:lnTo>
                  <a:pt x="209550" y="254725"/>
                </a:lnTo>
                <a:lnTo>
                  <a:pt x="214313" y="250988"/>
                </a:lnTo>
                <a:lnTo>
                  <a:pt x="219075" y="247106"/>
                </a:lnTo>
                <a:lnTo>
                  <a:pt x="223838" y="243172"/>
                </a:lnTo>
                <a:lnTo>
                  <a:pt x="228600" y="239301"/>
                </a:lnTo>
                <a:lnTo>
                  <a:pt x="233363" y="235592"/>
                </a:lnTo>
                <a:lnTo>
                  <a:pt x="238125" y="232084"/>
                </a:lnTo>
                <a:lnTo>
                  <a:pt x="242888" y="228744"/>
                </a:lnTo>
                <a:lnTo>
                  <a:pt x="247650" y="225498"/>
                </a:lnTo>
                <a:lnTo>
                  <a:pt x="252413" y="222284"/>
                </a:lnTo>
                <a:lnTo>
                  <a:pt x="257175" y="219075"/>
                </a:lnTo>
                <a:lnTo>
                  <a:pt x="261938" y="215863"/>
                </a:lnTo>
                <a:lnTo>
                  <a:pt x="266700" y="212645"/>
                </a:lnTo>
                <a:lnTo>
                  <a:pt x="271463" y="209401"/>
                </a:lnTo>
                <a:lnTo>
                  <a:pt x="276225" y="206079"/>
                </a:lnTo>
                <a:lnTo>
                  <a:pt x="280988" y="202616"/>
                </a:lnTo>
                <a:lnTo>
                  <a:pt x="285750" y="198993"/>
                </a:lnTo>
                <a:lnTo>
                  <a:pt x="290513" y="195263"/>
                </a:lnTo>
                <a:lnTo>
                  <a:pt x="295275" y="191532"/>
                </a:lnTo>
                <a:lnTo>
                  <a:pt x="300038" y="187909"/>
                </a:lnTo>
                <a:lnTo>
                  <a:pt x="304800" y="184446"/>
                </a:lnTo>
                <a:lnTo>
                  <a:pt x="309563" y="181124"/>
                </a:lnTo>
                <a:lnTo>
                  <a:pt x="314325" y="177880"/>
                </a:lnTo>
                <a:lnTo>
                  <a:pt x="319088" y="174658"/>
                </a:lnTo>
                <a:lnTo>
                  <a:pt x="323850" y="171440"/>
                </a:lnTo>
                <a:lnTo>
                  <a:pt x="328613" y="168239"/>
                </a:lnTo>
                <a:lnTo>
                  <a:pt x="333375" y="165069"/>
                </a:lnTo>
                <a:lnTo>
                  <a:pt x="338138" y="161923"/>
                </a:lnTo>
                <a:lnTo>
                  <a:pt x="342900" y="158777"/>
                </a:lnTo>
                <a:lnTo>
                  <a:pt x="347663" y="155612"/>
                </a:lnTo>
                <a:lnTo>
                  <a:pt x="352425" y="152435"/>
                </a:lnTo>
                <a:lnTo>
                  <a:pt x="357188" y="149284"/>
                </a:lnTo>
                <a:lnTo>
                  <a:pt x="361950" y="146208"/>
                </a:lnTo>
                <a:lnTo>
                  <a:pt x="366713" y="143215"/>
                </a:lnTo>
                <a:lnTo>
                  <a:pt x="371475" y="140284"/>
                </a:lnTo>
                <a:lnTo>
                  <a:pt x="376238" y="137379"/>
                </a:lnTo>
                <a:lnTo>
                  <a:pt x="381000" y="134467"/>
                </a:lnTo>
                <a:lnTo>
                  <a:pt x="385763" y="131530"/>
                </a:lnTo>
                <a:lnTo>
                  <a:pt x="390525" y="128577"/>
                </a:lnTo>
                <a:lnTo>
                  <a:pt x="395288" y="125642"/>
                </a:lnTo>
                <a:lnTo>
                  <a:pt x="400050" y="122757"/>
                </a:lnTo>
                <a:lnTo>
                  <a:pt x="404813" y="119952"/>
                </a:lnTo>
                <a:lnTo>
                  <a:pt x="409575" y="117248"/>
                </a:lnTo>
                <a:lnTo>
                  <a:pt x="414338" y="114661"/>
                </a:lnTo>
                <a:lnTo>
                  <a:pt x="419100" y="112193"/>
                </a:lnTo>
                <a:lnTo>
                  <a:pt x="423863" y="109817"/>
                </a:lnTo>
                <a:lnTo>
                  <a:pt x="428625" y="107485"/>
                </a:lnTo>
                <a:lnTo>
                  <a:pt x="433388" y="105138"/>
                </a:lnTo>
                <a:lnTo>
                  <a:pt x="438150" y="102715"/>
                </a:lnTo>
                <a:lnTo>
                  <a:pt x="442913" y="100167"/>
                </a:lnTo>
                <a:lnTo>
                  <a:pt x="447675" y="97482"/>
                </a:lnTo>
                <a:lnTo>
                  <a:pt x="452438" y="94685"/>
                </a:lnTo>
                <a:lnTo>
                  <a:pt x="457200" y="91833"/>
                </a:lnTo>
                <a:lnTo>
                  <a:pt x="461963" y="89005"/>
                </a:lnTo>
                <a:lnTo>
                  <a:pt x="466725" y="86269"/>
                </a:lnTo>
                <a:lnTo>
                  <a:pt x="471488" y="83648"/>
                </a:lnTo>
                <a:lnTo>
                  <a:pt x="476250" y="81139"/>
                </a:lnTo>
                <a:lnTo>
                  <a:pt x="481013" y="78734"/>
                </a:lnTo>
                <a:lnTo>
                  <a:pt x="485775" y="76428"/>
                </a:lnTo>
                <a:lnTo>
                  <a:pt x="490538" y="74216"/>
                </a:lnTo>
                <a:lnTo>
                  <a:pt x="495300" y="72098"/>
                </a:lnTo>
                <a:lnTo>
                  <a:pt x="500063" y="70071"/>
                </a:lnTo>
                <a:lnTo>
                  <a:pt x="504825" y="68132"/>
                </a:lnTo>
                <a:lnTo>
                  <a:pt x="509588" y="66274"/>
                </a:lnTo>
                <a:lnTo>
                  <a:pt x="514350" y="64486"/>
                </a:lnTo>
                <a:lnTo>
                  <a:pt x="519113" y="62757"/>
                </a:lnTo>
                <a:lnTo>
                  <a:pt x="523875" y="61077"/>
                </a:lnTo>
                <a:lnTo>
                  <a:pt x="528638" y="59439"/>
                </a:lnTo>
                <a:lnTo>
                  <a:pt x="533400" y="57837"/>
                </a:lnTo>
                <a:lnTo>
                  <a:pt x="538163" y="56268"/>
                </a:lnTo>
                <a:lnTo>
                  <a:pt x="542925" y="54729"/>
                </a:lnTo>
                <a:lnTo>
                  <a:pt x="547688" y="53219"/>
                </a:lnTo>
                <a:lnTo>
                  <a:pt x="552450" y="51737"/>
                </a:lnTo>
                <a:lnTo>
                  <a:pt x="557213" y="50281"/>
                </a:lnTo>
                <a:lnTo>
                  <a:pt x="561975" y="48852"/>
                </a:lnTo>
                <a:lnTo>
                  <a:pt x="566738" y="47447"/>
                </a:lnTo>
                <a:lnTo>
                  <a:pt x="571500" y="46065"/>
                </a:lnTo>
                <a:lnTo>
                  <a:pt x="576263" y="44706"/>
                </a:lnTo>
                <a:lnTo>
                  <a:pt x="581025" y="43368"/>
                </a:lnTo>
                <a:lnTo>
                  <a:pt x="585788" y="42050"/>
                </a:lnTo>
                <a:lnTo>
                  <a:pt x="590550" y="40751"/>
                </a:lnTo>
                <a:lnTo>
                  <a:pt x="595313" y="39470"/>
                </a:lnTo>
                <a:lnTo>
                  <a:pt x="600075" y="38206"/>
                </a:lnTo>
                <a:lnTo>
                  <a:pt x="604838" y="36957"/>
                </a:lnTo>
                <a:lnTo>
                  <a:pt x="609600" y="35723"/>
                </a:lnTo>
                <a:lnTo>
                  <a:pt x="614363" y="34503"/>
                </a:lnTo>
                <a:lnTo>
                  <a:pt x="619125" y="33294"/>
                </a:lnTo>
                <a:lnTo>
                  <a:pt x="623888" y="32097"/>
                </a:lnTo>
                <a:lnTo>
                  <a:pt x="628650" y="30910"/>
                </a:lnTo>
                <a:lnTo>
                  <a:pt x="633413" y="29732"/>
                </a:lnTo>
                <a:lnTo>
                  <a:pt x="638175" y="28561"/>
                </a:lnTo>
                <a:lnTo>
                  <a:pt x="642938" y="27398"/>
                </a:lnTo>
                <a:lnTo>
                  <a:pt x="647700" y="26239"/>
                </a:lnTo>
                <a:lnTo>
                  <a:pt x="652463" y="25086"/>
                </a:lnTo>
                <a:lnTo>
                  <a:pt x="657225" y="23936"/>
                </a:lnTo>
                <a:lnTo>
                  <a:pt x="661988" y="22787"/>
                </a:lnTo>
                <a:lnTo>
                  <a:pt x="666750" y="21641"/>
                </a:lnTo>
                <a:lnTo>
                  <a:pt x="671513" y="20494"/>
                </a:lnTo>
                <a:lnTo>
                  <a:pt x="676275" y="19346"/>
                </a:lnTo>
                <a:lnTo>
                  <a:pt x="681038" y="18195"/>
                </a:lnTo>
                <a:lnTo>
                  <a:pt x="685800" y="17042"/>
                </a:lnTo>
                <a:lnTo>
                  <a:pt x="690563" y="15884"/>
                </a:lnTo>
                <a:lnTo>
                  <a:pt x="695325" y="14720"/>
                </a:lnTo>
                <a:lnTo>
                  <a:pt x="700088" y="13549"/>
                </a:lnTo>
                <a:lnTo>
                  <a:pt x="704850" y="12371"/>
                </a:lnTo>
                <a:lnTo>
                  <a:pt x="709613" y="11184"/>
                </a:lnTo>
                <a:lnTo>
                  <a:pt x="714375" y="9987"/>
                </a:lnTo>
                <a:lnTo>
                  <a:pt x="719138" y="8784"/>
                </a:lnTo>
                <a:lnTo>
                  <a:pt x="723900" y="7580"/>
                </a:lnTo>
                <a:lnTo>
                  <a:pt x="728663" y="6387"/>
                </a:lnTo>
                <a:lnTo>
                  <a:pt x="733425" y="5225"/>
                </a:lnTo>
                <a:lnTo>
                  <a:pt x="738188" y="4121"/>
                </a:lnTo>
                <a:lnTo>
                  <a:pt x="742950" y="3112"/>
                </a:lnTo>
                <a:lnTo>
                  <a:pt x="747713" y="2232"/>
                </a:lnTo>
                <a:lnTo>
                  <a:pt x="752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7" name="AI048-path-7">
            <a:extLst xmlns:a="http://schemas.openxmlformats.org/drawingml/2006/main">
              <a:ext uri="{FF2B5EF4-FFF2-40B4-BE49-F238E27FC236}">
                <a16:creationId xmlns:a16="http://schemas.microsoft.com/office/drawing/2014/main" id="{CD209A79-BA53-4B84-8CBB-755AE0FC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81250"/>
            <a:ext cx="752475" cy="428625"/>
          </a:xfrm>
          <a:custGeom xmlns:a="http://schemas.openxmlformats.org/drawingml/2006/main">
            <a:pathLst>
              <a:path w="752475" h="428625">
                <a:moveTo>
                  <a:pt x="0" y="428625"/>
                </a:moveTo>
                <a:lnTo>
                  <a:pt x="4763" y="423448"/>
                </a:lnTo>
                <a:lnTo>
                  <a:pt x="9525" y="421404"/>
                </a:lnTo>
                <a:lnTo>
                  <a:pt x="14288" y="419057"/>
                </a:lnTo>
                <a:lnTo>
                  <a:pt x="19050" y="416489"/>
                </a:lnTo>
                <a:lnTo>
                  <a:pt x="23813" y="413780"/>
                </a:lnTo>
                <a:lnTo>
                  <a:pt x="28575" y="410996"/>
                </a:lnTo>
                <a:lnTo>
                  <a:pt x="33338" y="408180"/>
                </a:lnTo>
                <a:lnTo>
                  <a:pt x="38100" y="405359"/>
                </a:lnTo>
                <a:lnTo>
                  <a:pt x="42863" y="402546"/>
                </a:lnTo>
                <a:lnTo>
                  <a:pt x="47625" y="399748"/>
                </a:lnTo>
                <a:lnTo>
                  <a:pt x="52388" y="396962"/>
                </a:lnTo>
                <a:lnTo>
                  <a:pt x="57150" y="394187"/>
                </a:lnTo>
                <a:lnTo>
                  <a:pt x="61913" y="391417"/>
                </a:lnTo>
                <a:lnTo>
                  <a:pt x="66675" y="388651"/>
                </a:lnTo>
                <a:lnTo>
                  <a:pt x="71438" y="385885"/>
                </a:lnTo>
                <a:lnTo>
                  <a:pt x="76200" y="383115"/>
                </a:lnTo>
                <a:lnTo>
                  <a:pt x="80963" y="380339"/>
                </a:lnTo>
                <a:lnTo>
                  <a:pt x="85725" y="377554"/>
                </a:lnTo>
                <a:lnTo>
                  <a:pt x="90488" y="374756"/>
                </a:lnTo>
                <a:lnTo>
                  <a:pt x="95250" y="371943"/>
                </a:lnTo>
                <a:lnTo>
                  <a:pt x="100013" y="369110"/>
                </a:lnTo>
                <a:lnTo>
                  <a:pt x="104775" y="366255"/>
                </a:lnTo>
                <a:lnTo>
                  <a:pt x="109538" y="363375"/>
                </a:lnTo>
                <a:lnTo>
                  <a:pt x="114300" y="360467"/>
                </a:lnTo>
                <a:lnTo>
                  <a:pt x="119063" y="357527"/>
                </a:lnTo>
                <a:lnTo>
                  <a:pt x="123825" y="354552"/>
                </a:lnTo>
                <a:lnTo>
                  <a:pt x="128588" y="351539"/>
                </a:lnTo>
                <a:lnTo>
                  <a:pt x="133350" y="348486"/>
                </a:lnTo>
                <a:lnTo>
                  <a:pt x="138113" y="345388"/>
                </a:lnTo>
                <a:lnTo>
                  <a:pt x="142875" y="342243"/>
                </a:lnTo>
                <a:lnTo>
                  <a:pt x="147638" y="339047"/>
                </a:lnTo>
                <a:lnTo>
                  <a:pt x="152400" y="335797"/>
                </a:lnTo>
                <a:lnTo>
                  <a:pt x="157163" y="332491"/>
                </a:lnTo>
                <a:lnTo>
                  <a:pt x="161925" y="329125"/>
                </a:lnTo>
                <a:lnTo>
                  <a:pt x="166688" y="325693"/>
                </a:lnTo>
                <a:lnTo>
                  <a:pt x="171450" y="322190"/>
                </a:lnTo>
                <a:lnTo>
                  <a:pt x="176213" y="318601"/>
                </a:lnTo>
                <a:lnTo>
                  <a:pt x="180975" y="314918"/>
                </a:lnTo>
                <a:lnTo>
                  <a:pt x="185738" y="311139"/>
                </a:lnTo>
                <a:lnTo>
                  <a:pt x="190500" y="307270"/>
                </a:lnTo>
                <a:lnTo>
                  <a:pt x="195263" y="303324"/>
                </a:lnTo>
                <a:lnTo>
                  <a:pt x="200025" y="299342"/>
                </a:lnTo>
                <a:lnTo>
                  <a:pt x="204788" y="295391"/>
                </a:lnTo>
                <a:lnTo>
                  <a:pt x="209550" y="291549"/>
                </a:lnTo>
                <a:lnTo>
                  <a:pt x="214313" y="287885"/>
                </a:lnTo>
                <a:lnTo>
                  <a:pt x="219075" y="284416"/>
                </a:lnTo>
                <a:lnTo>
                  <a:pt x="223838" y="281103"/>
                </a:lnTo>
                <a:lnTo>
                  <a:pt x="228600" y="277874"/>
                </a:lnTo>
                <a:lnTo>
                  <a:pt x="233363" y="274669"/>
                </a:lnTo>
                <a:lnTo>
                  <a:pt x="238125" y="271461"/>
                </a:lnTo>
                <a:lnTo>
                  <a:pt x="242888" y="268257"/>
                </a:lnTo>
                <a:lnTo>
                  <a:pt x="247650" y="265067"/>
                </a:lnTo>
                <a:lnTo>
                  <a:pt x="252413" y="261880"/>
                </a:lnTo>
                <a:lnTo>
                  <a:pt x="257175" y="258656"/>
                </a:lnTo>
                <a:lnTo>
                  <a:pt x="261938" y="255347"/>
                </a:lnTo>
                <a:lnTo>
                  <a:pt x="266700" y="251940"/>
                </a:lnTo>
                <a:lnTo>
                  <a:pt x="271463" y="248477"/>
                </a:lnTo>
                <a:lnTo>
                  <a:pt x="276225" y="245022"/>
                </a:lnTo>
                <a:lnTo>
                  <a:pt x="280988" y="241629"/>
                </a:lnTo>
                <a:lnTo>
                  <a:pt x="285750" y="238314"/>
                </a:lnTo>
                <a:lnTo>
                  <a:pt x="290513" y="235057"/>
                </a:lnTo>
                <a:lnTo>
                  <a:pt x="295275" y="231826"/>
                </a:lnTo>
                <a:lnTo>
                  <a:pt x="300038" y="228603"/>
                </a:lnTo>
                <a:lnTo>
                  <a:pt x="304800" y="225381"/>
                </a:lnTo>
                <a:lnTo>
                  <a:pt x="309563" y="222148"/>
                </a:lnTo>
                <a:lnTo>
                  <a:pt x="314325" y="218872"/>
                </a:lnTo>
                <a:lnTo>
                  <a:pt x="319088" y="215513"/>
                </a:lnTo>
                <a:lnTo>
                  <a:pt x="323850" y="212040"/>
                </a:lnTo>
                <a:lnTo>
                  <a:pt x="328613" y="208452"/>
                </a:lnTo>
                <a:lnTo>
                  <a:pt x="333375" y="204788"/>
                </a:lnTo>
                <a:lnTo>
                  <a:pt x="338138" y="201123"/>
                </a:lnTo>
                <a:lnTo>
                  <a:pt x="342900" y="197535"/>
                </a:lnTo>
                <a:lnTo>
                  <a:pt x="347663" y="194062"/>
                </a:lnTo>
                <a:lnTo>
                  <a:pt x="352425" y="190703"/>
                </a:lnTo>
                <a:lnTo>
                  <a:pt x="357188" y="187426"/>
                </a:lnTo>
                <a:lnTo>
                  <a:pt x="361950" y="184190"/>
                </a:lnTo>
                <a:lnTo>
                  <a:pt x="366713" y="180978"/>
                </a:lnTo>
                <a:lnTo>
                  <a:pt x="371475" y="177784"/>
                </a:lnTo>
                <a:lnTo>
                  <a:pt x="376238" y="174609"/>
                </a:lnTo>
                <a:lnTo>
                  <a:pt x="381000" y="171450"/>
                </a:lnTo>
                <a:lnTo>
                  <a:pt x="385763" y="168286"/>
                </a:lnTo>
                <a:lnTo>
                  <a:pt x="390525" y="165106"/>
                </a:lnTo>
                <a:lnTo>
                  <a:pt x="395288" y="161920"/>
                </a:lnTo>
                <a:lnTo>
                  <a:pt x="400050" y="158752"/>
                </a:lnTo>
                <a:lnTo>
                  <a:pt x="404813" y="155626"/>
                </a:lnTo>
                <a:lnTo>
                  <a:pt x="409575" y="152571"/>
                </a:lnTo>
                <a:lnTo>
                  <a:pt x="414338" y="149605"/>
                </a:lnTo>
                <a:lnTo>
                  <a:pt x="419100" y="146743"/>
                </a:lnTo>
                <a:lnTo>
                  <a:pt x="423863" y="143995"/>
                </a:lnTo>
                <a:lnTo>
                  <a:pt x="428625" y="141344"/>
                </a:lnTo>
                <a:lnTo>
                  <a:pt x="433388" y="138734"/>
                </a:lnTo>
                <a:lnTo>
                  <a:pt x="438150" y="136084"/>
                </a:lnTo>
                <a:lnTo>
                  <a:pt x="442913" y="133298"/>
                </a:lnTo>
                <a:lnTo>
                  <a:pt x="447675" y="130315"/>
                </a:lnTo>
                <a:lnTo>
                  <a:pt x="452438" y="127133"/>
                </a:lnTo>
                <a:lnTo>
                  <a:pt x="457200" y="123825"/>
                </a:lnTo>
                <a:lnTo>
                  <a:pt x="461963" y="120514"/>
                </a:lnTo>
                <a:lnTo>
                  <a:pt x="466725" y="117326"/>
                </a:lnTo>
                <a:lnTo>
                  <a:pt x="471488" y="114324"/>
                </a:lnTo>
                <a:lnTo>
                  <a:pt x="476250" y="111502"/>
                </a:lnTo>
                <a:lnTo>
                  <a:pt x="481013" y="108793"/>
                </a:lnTo>
                <a:lnTo>
                  <a:pt x="485775" y="106103"/>
                </a:lnTo>
                <a:lnTo>
                  <a:pt x="490538" y="103352"/>
                </a:lnTo>
                <a:lnTo>
                  <a:pt x="495300" y="100503"/>
                </a:lnTo>
                <a:lnTo>
                  <a:pt x="500063" y="97575"/>
                </a:lnTo>
                <a:lnTo>
                  <a:pt x="504825" y="94619"/>
                </a:lnTo>
                <a:lnTo>
                  <a:pt x="509588" y="91694"/>
                </a:lnTo>
                <a:lnTo>
                  <a:pt x="514350" y="88841"/>
                </a:lnTo>
                <a:lnTo>
                  <a:pt x="519113" y="86077"/>
                </a:lnTo>
                <a:lnTo>
                  <a:pt x="523875" y="83406"/>
                </a:lnTo>
                <a:lnTo>
                  <a:pt x="528638" y="80824"/>
                </a:lnTo>
                <a:lnTo>
                  <a:pt x="533400" y="78332"/>
                </a:lnTo>
                <a:lnTo>
                  <a:pt x="538163" y="75919"/>
                </a:lnTo>
                <a:lnTo>
                  <a:pt x="542925" y="73575"/>
                </a:lnTo>
                <a:lnTo>
                  <a:pt x="547688" y="71297"/>
                </a:lnTo>
                <a:lnTo>
                  <a:pt x="552450" y="69083"/>
                </a:lnTo>
                <a:lnTo>
                  <a:pt x="557213" y="66930"/>
                </a:lnTo>
                <a:lnTo>
                  <a:pt x="561975" y="64835"/>
                </a:lnTo>
                <a:lnTo>
                  <a:pt x="566738" y="62796"/>
                </a:lnTo>
                <a:lnTo>
                  <a:pt x="571500" y="60810"/>
                </a:lnTo>
                <a:lnTo>
                  <a:pt x="576263" y="58876"/>
                </a:lnTo>
                <a:lnTo>
                  <a:pt x="581025" y="56989"/>
                </a:lnTo>
                <a:lnTo>
                  <a:pt x="585788" y="55149"/>
                </a:lnTo>
                <a:lnTo>
                  <a:pt x="590550" y="53351"/>
                </a:lnTo>
                <a:lnTo>
                  <a:pt x="595313" y="51595"/>
                </a:lnTo>
                <a:lnTo>
                  <a:pt x="600075" y="49876"/>
                </a:lnTo>
                <a:lnTo>
                  <a:pt x="604838" y="48193"/>
                </a:lnTo>
                <a:lnTo>
                  <a:pt x="609600" y="46543"/>
                </a:lnTo>
                <a:lnTo>
                  <a:pt x="614363" y="44924"/>
                </a:lnTo>
                <a:lnTo>
                  <a:pt x="619125" y="43332"/>
                </a:lnTo>
                <a:lnTo>
                  <a:pt x="623888" y="41766"/>
                </a:lnTo>
                <a:lnTo>
                  <a:pt x="628650" y="40223"/>
                </a:lnTo>
                <a:lnTo>
                  <a:pt x="633413" y="38700"/>
                </a:lnTo>
                <a:lnTo>
                  <a:pt x="638175" y="37195"/>
                </a:lnTo>
                <a:lnTo>
                  <a:pt x="642938" y="35705"/>
                </a:lnTo>
                <a:lnTo>
                  <a:pt x="647700" y="34228"/>
                </a:lnTo>
                <a:lnTo>
                  <a:pt x="652463" y="32761"/>
                </a:lnTo>
                <a:lnTo>
                  <a:pt x="657225" y="31302"/>
                </a:lnTo>
                <a:lnTo>
                  <a:pt x="661988" y="29848"/>
                </a:lnTo>
                <a:lnTo>
                  <a:pt x="666750" y="28396"/>
                </a:lnTo>
                <a:lnTo>
                  <a:pt x="671513" y="26944"/>
                </a:lnTo>
                <a:lnTo>
                  <a:pt x="676275" y="25490"/>
                </a:lnTo>
                <a:lnTo>
                  <a:pt x="681038" y="24031"/>
                </a:lnTo>
                <a:lnTo>
                  <a:pt x="685800" y="22564"/>
                </a:lnTo>
                <a:lnTo>
                  <a:pt x="690563" y="21087"/>
                </a:lnTo>
                <a:lnTo>
                  <a:pt x="695325" y="19597"/>
                </a:lnTo>
                <a:lnTo>
                  <a:pt x="700088" y="18092"/>
                </a:lnTo>
                <a:lnTo>
                  <a:pt x="704850" y="16569"/>
                </a:lnTo>
                <a:lnTo>
                  <a:pt x="709613" y="15026"/>
                </a:lnTo>
                <a:lnTo>
                  <a:pt x="714375" y="13460"/>
                </a:lnTo>
                <a:lnTo>
                  <a:pt x="719138" y="11875"/>
                </a:lnTo>
                <a:lnTo>
                  <a:pt x="723900" y="10280"/>
                </a:lnTo>
                <a:lnTo>
                  <a:pt x="728663" y="8688"/>
                </a:lnTo>
                <a:lnTo>
                  <a:pt x="733425" y="7127"/>
                </a:lnTo>
                <a:lnTo>
                  <a:pt x="738188" y="5637"/>
                </a:lnTo>
                <a:lnTo>
                  <a:pt x="742950" y="4267"/>
                </a:lnTo>
                <a:lnTo>
                  <a:pt x="747713" y="3067"/>
                </a:lnTo>
                <a:lnTo>
                  <a:pt x="752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8" name="AI048-path-8">
            <a:extLst xmlns:a="http://schemas.openxmlformats.org/drawingml/2006/main">
              <a:ext uri="{FF2B5EF4-FFF2-40B4-BE49-F238E27FC236}">
                <a16:creationId xmlns:a16="http://schemas.microsoft.com/office/drawing/2014/main" id="{2F20A774-63E6-4B6E-AC64-4F8C13F6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81250"/>
            <a:ext cx="752475" cy="428625"/>
          </a:xfrm>
          <a:custGeom xmlns:a="http://schemas.openxmlformats.org/drawingml/2006/main">
            <a:pathLst>
              <a:path w="752475" h="428625">
                <a:moveTo>
                  <a:pt x="0" y="428625"/>
                </a:moveTo>
                <a:lnTo>
                  <a:pt x="4763" y="424905"/>
                </a:lnTo>
                <a:lnTo>
                  <a:pt x="9525" y="423423"/>
                </a:lnTo>
                <a:lnTo>
                  <a:pt x="14288" y="421715"/>
                </a:lnTo>
                <a:lnTo>
                  <a:pt x="19050" y="419837"/>
                </a:lnTo>
                <a:lnTo>
                  <a:pt x="23813" y="417845"/>
                </a:lnTo>
                <a:lnTo>
                  <a:pt x="28575" y="415784"/>
                </a:lnTo>
                <a:lnTo>
                  <a:pt x="33338" y="413689"/>
                </a:lnTo>
                <a:lnTo>
                  <a:pt x="38100" y="411578"/>
                </a:lnTo>
                <a:lnTo>
                  <a:pt x="42863" y="409461"/>
                </a:lnTo>
                <a:lnTo>
                  <a:pt x="47625" y="407347"/>
                </a:lnTo>
                <a:lnTo>
                  <a:pt x="52388" y="405235"/>
                </a:lnTo>
                <a:lnTo>
                  <a:pt x="57150" y="403125"/>
                </a:lnTo>
                <a:lnTo>
                  <a:pt x="61913" y="401015"/>
                </a:lnTo>
                <a:lnTo>
                  <a:pt x="66675" y="398906"/>
                </a:lnTo>
                <a:lnTo>
                  <a:pt x="71438" y="396797"/>
                </a:lnTo>
                <a:lnTo>
                  <a:pt x="76200" y="394687"/>
                </a:lnTo>
                <a:lnTo>
                  <a:pt x="80963" y="392577"/>
                </a:lnTo>
                <a:lnTo>
                  <a:pt x="85725" y="390465"/>
                </a:lnTo>
                <a:lnTo>
                  <a:pt x="90488" y="388351"/>
                </a:lnTo>
                <a:lnTo>
                  <a:pt x="95250" y="386234"/>
                </a:lnTo>
                <a:lnTo>
                  <a:pt x="100013" y="384115"/>
                </a:lnTo>
                <a:lnTo>
                  <a:pt x="104775" y="381992"/>
                </a:lnTo>
                <a:lnTo>
                  <a:pt x="109538" y="379866"/>
                </a:lnTo>
                <a:lnTo>
                  <a:pt x="114300" y="377735"/>
                </a:lnTo>
                <a:lnTo>
                  <a:pt x="119063" y="375599"/>
                </a:lnTo>
                <a:lnTo>
                  <a:pt x="123825" y="373458"/>
                </a:lnTo>
                <a:lnTo>
                  <a:pt x="128588" y="371311"/>
                </a:lnTo>
                <a:lnTo>
                  <a:pt x="133350" y="369158"/>
                </a:lnTo>
                <a:lnTo>
                  <a:pt x="138113" y="366997"/>
                </a:lnTo>
                <a:lnTo>
                  <a:pt x="142875" y="364830"/>
                </a:lnTo>
                <a:lnTo>
                  <a:pt x="147638" y="362655"/>
                </a:lnTo>
                <a:lnTo>
                  <a:pt x="152400" y="360472"/>
                </a:lnTo>
                <a:lnTo>
                  <a:pt x="157163" y="358280"/>
                </a:lnTo>
                <a:lnTo>
                  <a:pt x="161925" y="356079"/>
                </a:lnTo>
                <a:lnTo>
                  <a:pt x="166688" y="353867"/>
                </a:lnTo>
                <a:lnTo>
                  <a:pt x="171450" y="351645"/>
                </a:lnTo>
                <a:lnTo>
                  <a:pt x="176213" y="349412"/>
                </a:lnTo>
                <a:lnTo>
                  <a:pt x="180975" y="347165"/>
                </a:lnTo>
                <a:lnTo>
                  <a:pt x="185738" y="344903"/>
                </a:lnTo>
                <a:lnTo>
                  <a:pt x="190500" y="342625"/>
                </a:lnTo>
                <a:lnTo>
                  <a:pt x="195263" y="340329"/>
                </a:lnTo>
                <a:lnTo>
                  <a:pt x="200025" y="338014"/>
                </a:lnTo>
                <a:lnTo>
                  <a:pt x="204788" y="335682"/>
                </a:lnTo>
                <a:lnTo>
                  <a:pt x="209550" y="333335"/>
                </a:lnTo>
                <a:lnTo>
                  <a:pt x="214313" y="330964"/>
                </a:lnTo>
                <a:lnTo>
                  <a:pt x="219075" y="328564"/>
                </a:lnTo>
                <a:lnTo>
                  <a:pt x="223838" y="326130"/>
                </a:lnTo>
                <a:lnTo>
                  <a:pt x="228600" y="323652"/>
                </a:lnTo>
                <a:lnTo>
                  <a:pt x="233363" y="321105"/>
                </a:lnTo>
                <a:lnTo>
                  <a:pt x="238125" y="318476"/>
                </a:lnTo>
                <a:lnTo>
                  <a:pt x="242888" y="315783"/>
                </a:lnTo>
                <a:lnTo>
                  <a:pt x="247650" y="313060"/>
                </a:lnTo>
                <a:lnTo>
                  <a:pt x="252413" y="310347"/>
                </a:lnTo>
                <a:lnTo>
                  <a:pt x="257175" y="307678"/>
                </a:lnTo>
                <a:lnTo>
                  <a:pt x="261938" y="305066"/>
                </a:lnTo>
                <a:lnTo>
                  <a:pt x="266700" y="302501"/>
                </a:lnTo>
                <a:lnTo>
                  <a:pt x="271463" y="299947"/>
                </a:lnTo>
                <a:lnTo>
                  <a:pt x="276225" y="297353"/>
                </a:lnTo>
                <a:lnTo>
                  <a:pt x="280988" y="294652"/>
                </a:lnTo>
                <a:lnTo>
                  <a:pt x="285750" y="291804"/>
                </a:lnTo>
                <a:lnTo>
                  <a:pt x="290513" y="288815"/>
                </a:lnTo>
                <a:lnTo>
                  <a:pt x="295275" y="285736"/>
                </a:lnTo>
                <a:lnTo>
                  <a:pt x="300038" y="282633"/>
                </a:lnTo>
                <a:lnTo>
                  <a:pt x="304800" y="279569"/>
                </a:lnTo>
                <a:lnTo>
                  <a:pt x="309563" y="276573"/>
                </a:lnTo>
                <a:lnTo>
                  <a:pt x="314325" y="273641"/>
                </a:lnTo>
                <a:lnTo>
                  <a:pt x="319088" y="270733"/>
                </a:lnTo>
                <a:lnTo>
                  <a:pt x="323850" y="267803"/>
                </a:lnTo>
                <a:lnTo>
                  <a:pt x="328613" y="264826"/>
                </a:lnTo>
                <a:lnTo>
                  <a:pt x="333375" y="261798"/>
                </a:lnTo>
                <a:lnTo>
                  <a:pt x="338138" y="258725"/>
                </a:lnTo>
                <a:lnTo>
                  <a:pt x="342900" y="255620"/>
                </a:lnTo>
                <a:lnTo>
                  <a:pt x="347663" y="252504"/>
                </a:lnTo>
                <a:lnTo>
                  <a:pt x="352425" y="249410"/>
                </a:lnTo>
                <a:lnTo>
                  <a:pt x="357188" y="246376"/>
                </a:lnTo>
                <a:lnTo>
                  <a:pt x="361950" y="243415"/>
                </a:lnTo>
                <a:lnTo>
                  <a:pt x="366713" y="240506"/>
                </a:lnTo>
                <a:lnTo>
                  <a:pt x="371475" y="237597"/>
                </a:lnTo>
                <a:lnTo>
                  <a:pt x="376238" y="234640"/>
                </a:lnTo>
                <a:lnTo>
                  <a:pt x="381000" y="231609"/>
                </a:lnTo>
                <a:lnTo>
                  <a:pt x="385763" y="228513"/>
                </a:lnTo>
                <a:lnTo>
                  <a:pt x="390525" y="225378"/>
                </a:lnTo>
                <a:lnTo>
                  <a:pt x="395288" y="222229"/>
                </a:lnTo>
                <a:lnTo>
                  <a:pt x="400050" y="219076"/>
                </a:lnTo>
                <a:lnTo>
                  <a:pt x="404813" y="215919"/>
                </a:lnTo>
                <a:lnTo>
                  <a:pt x="409575" y="212759"/>
                </a:lnTo>
                <a:lnTo>
                  <a:pt x="414338" y="209604"/>
                </a:lnTo>
                <a:lnTo>
                  <a:pt x="419100" y="206472"/>
                </a:lnTo>
                <a:lnTo>
                  <a:pt x="423863" y="203379"/>
                </a:lnTo>
                <a:lnTo>
                  <a:pt x="428625" y="200324"/>
                </a:lnTo>
                <a:lnTo>
                  <a:pt x="433388" y="197276"/>
                </a:lnTo>
                <a:lnTo>
                  <a:pt x="438150" y="194186"/>
                </a:lnTo>
                <a:lnTo>
                  <a:pt x="442913" y="191016"/>
                </a:lnTo>
                <a:lnTo>
                  <a:pt x="447675" y="187744"/>
                </a:lnTo>
                <a:lnTo>
                  <a:pt x="452438" y="184383"/>
                </a:lnTo>
                <a:lnTo>
                  <a:pt x="457200" y="180974"/>
                </a:lnTo>
                <a:lnTo>
                  <a:pt x="461963" y="177572"/>
                </a:lnTo>
                <a:lnTo>
                  <a:pt x="466725" y="174237"/>
                </a:lnTo>
                <a:lnTo>
                  <a:pt x="471488" y="171021"/>
                </a:lnTo>
                <a:lnTo>
                  <a:pt x="476250" y="167957"/>
                </a:lnTo>
                <a:lnTo>
                  <a:pt x="481013" y="165051"/>
                </a:lnTo>
                <a:lnTo>
                  <a:pt x="485775" y="162285"/>
                </a:lnTo>
                <a:lnTo>
                  <a:pt x="490538" y="159624"/>
                </a:lnTo>
                <a:lnTo>
                  <a:pt x="495300" y="157025"/>
                </a:lnTo>
                <a:lnTo>
                  <a:pt x="500063" y="154453"/>
                </a:lnTo>
                <a:lnTo>
                  <a:pt x="504825" y="151879"/>
                </a:lnTo>
                <a:lnTo>
                  <a:pt x="509588" y="149287"/>
                </a:lnTo>
                <a:lnTo>
                  <a:pt x="514350" y="146670"/>
                </a:lnTo>
                <a:lnTo>
                  <a:pt x="519113" y="144025"/>
                </a:lnTo>
                <a:lnTo>
                  <a:pt x="523875" y="141352"/>
                </a:lnTo>
                <a:lnTo>
                  <a:pt x="528638" y="138654"/>
                </a:lnTo>
                <a:lnTo>
                  <a:pt x="533400" y="135933"/>
                </a:lnTo>
                <a:lnTo>
                  <a:pt x="538163" y="133191"/>
                </a:lnTo>
                <a:lnTo>
                  <a:pt x="542925" y="130427"/>
                </a:lnTo>
                <a:lnTo>
                  <a:pt x="547688" y="127644"/>
                </a:lnTo>
                <a:lnTo>
                  <a:pt x="552450" y="124842"/>
                </a:lnTo>
                <a:lnTo>
                  <a:pt x="557213" y="122022"/>
                </a:lnTo>
                <a:lnTo>
                  <a:pt x="561975" y="119184"/>
                </a:lnTo>
                <a:lnTo>
                  <a:pt x="566738" y="116330"/>
                </a:lnTo>
                <a:lnTo>
                  <a:pt x="571500" y="113459"/>
                </a:lnTo>
                <a:lnTo>
                  <a:pt x="576263" y="110573"/>
                </a:lnTo>
                <a:lnTo>
                  <a:pt x="581025" y="107673"/>
                </a:lnTo>
                <a:lnTo>
                  <a:pt x="585788" y="104759"/>
                </a:lnTo>
                <a:lnTo>
                  <a:pt x="590550" y="101833"/>
                </a:lnTo>
                <a:lnTo>
                  <a:pt x="595313" y="98894"/>
                </a:lnTo>
                <a:lnTo>
                  <a:pt x="600075" y="95943"/>
                </a:lnTo>
                <a:lnTo>
                  <a:pt x="604838" y="92982"/>
                </a:lnTo>
                <a:lnTo>
                  <a:pt x="609600" y="90011"/>
                </a:lnTo>
                <a:lnTo>
                  <a:pt x="614363" y="87031"/>
                </a:lnTo>
                <a:lnTo>
                  <a:pt x="619125" y="84043"/>
                </a:lnTo>
                <a:lnTo>
                  <a:pt x="623888" y="81047"/>
                </a:lnTo>
                <a:lnTo>
                  <a:pt x="628650" y="78044"/>
                </a:lnTo>
                <a:lnTo>
                  <a:pt x="633413" y="75035"/>
                </a:lnTo>
                <a:lnTo>
                  <a:pt x="638175" y="72021"/>
                </a:lnTo>
                <a:lnTo>
                  <a:pt x="642938" y="69002"/>
                </a:lnTo>
                <a:lnTo>
                  <a:pt x="647700" y="65980"/>
                </a:lnTo>
                <a:lnTo>
                  <a:pt x="652463" y="62954"/>
                </a:lnTo>
                <a:lnTo>
                  <a:pt x="657225" y="59926"/>
                </a:lnTo>
                <a:lnTo>
                  <a:pt x="661988" y="56896"/>
                </a:lnTo>
                <a:lnTo>
                  <a:pt x="666750" y="53866"/>
                </a:lnTo>
                <a:lnTo>
                  <a:pt x="671513" y="50836"/>
                </a:lnTo>
                <a:lnTo>
                  <a:pt x="676275" y="47807"/>
                </a:lnTo>
                <a:lnTo>
                  <a:pt x="681038" y="44779"/>
                </a:lnTo>
                <a:lnTo>
                  <a:pt x="685800" y="41753"/>
                </a:lnTo>
                <a:lnTo>
                  <a:pt x="690563" y="38730"/>
                </a:lnTo>
                <a:lnTo>
                  <a:pt x="695325" y="35711"/>
                </a:lnTo>
                <a:lnTo>
                  <a:pt x="700088" y="32697"/>
                </a:lnTo>
                <a:lnTo>
                  <a:pt x="704850" y="29688"/>
                </a:lnTo>
                <a:lnTo>
                  <a:pt x="709613" y="26685"/>
                </a:lnTo>
                <a:lnTo>
                  <a:pt x="714375" y="23689"/>
                </a:lnTo>
                <a:lnTo>
                  <a:pt x="719138" y="20712"/>
                </a:lnTo>
                <a:lnTo>
                  <a:pt x="723900" y="17769"/>
                </a:lnTo>
                <a:lnTo>
                  <a:pt x="728663" y="14887"/>
                </a:lnTo>
                <a:lnTo>
                  <a:pt x="733425" y="12111"/>
                </a:lnTo>
                <a:lnTo>
                  <a:pt x="738188" y="9504"/>
                </a:lnTo>
                <a:lnTo>
                  <a:pt x="742950" y="7142"/>
                </a:lnTo>
                <a:lnTo>
                  <a:pt x="747713" y="5099"/>
                </a:lnTo>
                <a:lnTo>
                  <a:pt x="752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9" name="AI048-path-9">
            <a:extLst xmlns:a="http://schemas.openxmlformats.org/drawingml/2006/main">
              <a:ext uri="{FF2B5EF4-FFF2-40B4-BE49-F238E27FC236}">
                <a16:creationId xmlns:a16="http://schemas.microsoft.com/office/drawing/2014/main" id="{06D55C2D-F3C6-44AC-B2FB-6AEBF3C2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81250"/>
            <a:ext cx="752475" cy="428625"/>
          </a:xfrm>
          <a:custGeom xmlns:a="http://schemas.openxmlformats.org/drawingml/2006/main">
            <a:pathLst>
              <a:path w="752475" h="428625">
                <a:moveTo>
                  <a:pt x="0" y="428625"/>
                </a:moveTo>
                <a:lnTo>
                  <a:pt x="4763" y="426056"/>
                </a:lnTo>
                <a:lnTo>
                  <a:pt x="9525" y="424999"/>
                </a:lnTo>
                <a:lnTo>
                  <a:pt x="14288" y="423760"/>
                </a:lnTo>
                <a:lnTo>
                  <a:pt x="19050" y="422371"/>
                </a:lnTo>
                <a:lnTo>
                  <a:pt x="23813" y="420867"/>
                </a:lnTo>
                <a:lnTo>
                  <a:pt x="28575" y="419280"/>
                </a:lnTo>
                <a:lnTo>
                  <a:pt x="33338" y="417632"/>
                </a:lnTo>
                <a:lnTo>
                  <a:pt x="38100" y="415941"/>
                </a:lnTo>
                <a:lnTo>
                  <a:pt x="42863" y="414217"/>
                </a:lnTo>
                <a:lnTo>
                  <a:pt x="47625" y="412469"/>
                </a:lnTo>
                <a:lnTo>
                  <a:pt x="52388" y="410704"/>
                </a:lnTo>
                <a:lnTo>
                  <a:pt x="57150" y="408924"/>
                </a:lnTo>
                <a:lnTo>
                  <a:pt x="61913" y="407135"/>
                </a:lnTo>
                <a:lnTo>
                  <a:pt x="66675" y="405342"/>
                </a:lnTo>
                <a:lnTo>
                  <a:pt x="71438" y="403548"/>
                </a:lnTo>
                <a:lnTo>
                  <a:pt x="76200" y="401759"/>
                </a:lnTo>
                <a:lnTo>
                  <a:pt x="80963" y="399980"/>
                </a:lnTo>
                <a:lnTo>
                  <a:pt x="85725" y="398214"/>
                </a:lnTo>
                <a:lnTo>
                  <a:pt x="90488" y="396467"/>
                </a:lnTo>
                <a:lnTo>
                  <a:pt x="95250" y="394743"/>
                </a:lnTo>
                <a:lnTo>
                  <a:pt x="100013" y="393046"/>
                </a:lnTo>
                <a:lnTo>
                  <a:pt x="104775" y="391382"/>
                </a:lnTo>
                <a:lnTo>
                  <a:pt x="109538" y="389755"/>
                </a:lnTo>
                <a:lnTo>
                  <a:pt x="114300" y="388170"/>
                </a:lnTo>
                <a:lnTo>
                  <a:pt x="119063" y="386631"/>
                </a:lnTo>
                <a:lnTo>
                  <a:pt x="123825" y="385143"/>
                </a:lnTo>
                <a:lnTo>
                  <a:pt x="128588" y="383711"/>
                </a:lnTo>
                <a:lnTo>
                  <a:pt x="133350" y="382338"/>
                </a:lnTo>
                <a:lnTo>
                  <a:pt x="138113" y="381031"/>
                </a:lnTo>
                <a:lnTo>
                  <a:pt x="142875" y="379793"/>
                </a:lnTo>
                <a:lnTo>
                  <a:pt x="147638" y="378628"/>
                </a:lnTo>
                <a:lnTo>
                  <a:pt x="152400" y="377543"/>
                </a:lnTo>
                <a:lnTo>
                  <a:pt x="157163" y="376541"/>
                </a:lnTo>
                <a:lnTo>
                  <a:pt x="161925" y="375627"/>
                </a:lnTo>
                <a:lnTo>
                  <a:pt x="166688" y="374805"/>
                </a:lnTo>
                <a:lnTo>
                  <a:pt x="171450" y="374079"/>
                </a:lnTo>
                <a:lnTo>
                  <a:pt x="176213" y="373446"/>
                </a:lnTo>
                <a:lnTo>
                  <a:pt x="180975" y="372892"/>
                </a:lnTo>
                <a:lnTo>
                  <a:pt x="185738" y="372394"/>
                </a:lnTo>
                <a:lnTo>
                  <a:pt x="190500" y="371914"/>
                </a:lnTo>
                <a:lnTo>
                  <a:pt x="195263" y="371398"/>
                </a:lnTo>
                <a:lnTo>
                  <a:pt x="200025" y="370784"/>
                </a:lnTo>
                <a:lnTo>
                  <a:pt x="204788" y="369994"/>
                </a:lnTo>
                <a:lnTo>
                  <a:pt x="209550" y="368980"/>
                </a:lnTo>
                <a:lnTo>
                  <a:pt x="214313" y="367733"/>
                </a:lnTo>
                <a:lnTo>
                  <a:pt x="219075" y="366277"/>
                </a:lnTo>
                <a:lnTo>
                  <a:pt x="223838" y="364657"/>
                </a:lnTo>
                <a:lnTo>
                  <a:pt x="228600" y="362928"/>
                </a:lnTo>
                <a:lnTo>
                  <a:pt x="233363" y="361130"/>
                </a:lnTo>
                <a:lnTo>
                  <a:pt x="238125" y="359303"/>
                </a:lnTo>
                <a:lnTo>
                  <a:pt x="242888" y="357498"/>
                </a:lnTo>
                <a:lnTo>
                  <a:pt x="247650" y="355749"/>
                </a:lnTo>
                <a:lnTo>
                  <a:pt x="252413" y="354064"/>
                </a:lnTo>
                <a:lnTo>
                  <a:pt x="257175" y="352425"/>
                </a:lnTo>
                <a:lnTo>
                  <a:pt x="261938" y="350786"/>
                </a:lnTo>
                <a:lnTo>
                  <a:pt x="266700" y="349101"/>
                </a:lnTo>
                <a:lnTo>
                  <a:pt x="271463" y="347352"/>
                </a:lnTo>
                <a:lnTo>
                  <a:pt x="276225" y="345547"/>
                </a:lnTo>
                <a:lnTo>
                  <a:pt x="280988" y="343714"/>
                </a:lnTo>
                <a:lnTo>
                  <a:pt x="285750" y="341890"/>
                </a:lnTo>
                <a:lnTo>
                  <a:pt x="290513" y="340097"/>
                </a:lnTo>
                <a:lnTo>
                  <a:pt x="295275" y="338344"/>
                </a:lnTo>
                <a:lnTo>
                  <a:pt x="300038" y="336638"/>
                </a:lnTo>
                <a:lnTo>
                  <a:pt x="304800" y="334972"/>
                </a:lnTo>
                <a:lnTo>
                  <a:pt x="309563" y="333314"/>
                </a:lnTo>
                <a:lnTo>
                  <a:pt x="314325" y="331620"/>
                </a:lnTo>
                <a:lnTo>
                  <a:pt x="319088" y="329833"/>
                </a:lnTo>
                <a:lnTo>
                  <a:pt x="323850" y="327909"/>
                </a:lnTo>
                <a:lnTo>
                  <a:pt x="328613" y="325849"/>
                </a:lnTo>
                <a:lnTo>
                  <a:pt x="333375" y="323687"/>
                </a:lnTo>
                <a:lnTo>
                  <a:pt x="338138" y="321457"/>
                </a:lnTo>
                <a:lnTo>
                  <a:pt x="342900" y="319206"/>
                </a:lnTo>
                <a:lnTo>
                  <a:pt x="347663" y="316986"/>
                </a:lnTo>
                <a:lnTo>
                  <a:pt x="352425" y="314828"/>
                </a:lnTo>
                <a:lnTo>
                  <a:pt x="357188" y="312732"/>
                </a:lnTo>
                <a:lnTo>
                  <a:pt x="361950" y="310677"/>
                </a:lnTo>
                <a:lnTo>
                  <a:pt x="366713" y="308634"/>
                </a:lnTo>
                <a:lnTo>
                  <a:pt x="371475" y="306562"/>
                </a:lnTo>
                <a:lnTo>
                  <a:pt x="376238" y="304426"/>
                </a:lnTo>
                <a:lnTo>
                  <a:pt x="381000" y="302210"/>
                </a:lnTo>
                <a:lnTo>
                  <a:pt x="385763" y="299933"/>
                </a:lnTo>
                <a:lnTo>
                  <a:pt x="390525" y="297614"/>
                </a:lnTo>
                <a:lnTo>
                  <a:pt x="395288" y="295267"/>
                </a:lnTo>
                <a:lnTo>
                  <a:pt x="400050" y="292899"/>
                </a:lnTo>
                <a:lnTo>
                  <a:pt x="404813" y="290516"/>
                </a:lnTo>
                <a:lnTo>
                  <a:pt x="409575" y="288116"/>
                </a:lnTo>
                <a:lnTo>
                  <a:pt x="414338" y="285687"/>
                </a:lnTo>
                <a:lnTo>
                  <a:pt x="419100" y="283220"/>
                </a:lnTo>
                <a:lnTo>
                  <a:pt x="423863" y="280688"/>
                </a:lnTo>
                <a:lnTo>
                  <a:pt x="428625" y="278071"/>
                </a:lnTo>
                <a:lnTo>
                  <a:pt x="433388" y="275377"/>
                </a:lnTo>
                <a:lnTo>
                  <a:pt x="438150" y="272647"/>
                </a:lnTo>
                <a:lnTo>
                  <a:pt x="442913" y="269916"/>
                </a:lnTo>
                <a:lnTo>
                  <a:pt x="447675" y="267212"/>
                </a:lnTo>
                <a:lnTo>
                  <a:pt x="452438" y="264548"/>
                </a:lnTo>
                <a:lnTo>
                  <a:pt x="457200" y="261899"/>
                </a:lnTo>
                <a:lnTo>
                  <a:pt x="461963" y="259190"/>
                </a:lnTo>
                <a:lnTo>
                  <a:pt x="466725" y="256321"/>
                </a:lnTo>
                <a:lnTo>
                  <a:pt x="471488" y="253208"/>
                </a:lnTo>
                <a:lnTo>
                  <a:pt x="476250" y="249800"/>
                </a:lnTo>
                <a:lnTo>
                  <a:pt x="481013" y="246076"/>
                </a:lnTo>
                <a:lnTo>
                  <a:pt x="485775" y="242057"/>
                </a:lnTo>
                <a:lnTo>
                  <a:pt x="490538" y="237801"/>
                </a:lnTo>
                <a:lnTo>
                  <a:pt x="495300" y="233382"/>
                </a:lnTo>
                <a:lnTo>
                  <a:pt x="500063" y="228870"/>
                </a:lnTo>
                <a:lnTo>
                  <a:pt x="504825" y="224319"/>
                </a:lnTo>
                <a:lnTo>
                  <a:pt x="509588" y="219762"/>
                </a:lnTo>
                <a:lnTo>
                  <a:pt x="514350" y="215217"/>
                </a:lnTo>
                <a:lnTo>
                  <a:pt x="519113" y="210691"/>
                </a:lnTo>
                <a:lnTo>
                  <a:pt x="523875" y="206188"/>
                </a:lnTo>
                <a:lnTo>
                  <a:pt x="528638" y="201705"/>
                </a:lnTo>
                <a:lnTo>
                  <a:pt x="533400" y="197241"/>
                </a:lnTo>
                <a:lnTo>
                  <a:pt x="538163" y="192793"/>
                </a:lnTo>
                <a:lnTo>
                  <a:pt x="542925" y="188360"/>
                </a:lnTo>
                <a:lnTo>
                  <a:pt x="547688" y="183942"/>
                </a:lnTo>
                <a:lnTo>
                  <a:pt x="552450" y="179539"/>
                </a:lnTo>
                <a:lnTo>
                  <a:pt x="557213" y="175149"/>
                </a:lnTo>
                <a:lnTo>
                  <a:pt x="561975" y="170773"/>
                </a:lnTo>
                <a:lnTo>
                  <a:pt x="566738" y="166409"/>
                </a:lnTo>
                <a:lnTo>
                  <a:pt x="571500" y="162058"/>
                </a:lnTo>
                <a:lnTo>
                  <a:pt x="576263" y="157718"/>
                </a:lnTo>
                <a:lnTo>
                  <a:pt x="581025" y="153388"/>
                </a:lnTo>
                <a:lnTo>
                  <a:pt x="585788" y="149069"/>
                </a:lnTo>
                <a:lnTo>
                  <a:pt x="590550" y="144760"/>
                </a:lnTo>
                <a:lnTo>
                  <a:pt x="595313" y="140460"/>
                </a:lnTo>
                <a:lnTo>
                  <a:pt x="600075" y="136169"/>
                </a:lnTo>
                <a:lnTo>
                  <a:pt x="604838" y="131886"/>
                </a:lnTo>
                <a:lnTo>
                  <a:pt x="609600" y="127610"/>
                </a:lnTo>
                <a:lnTo>
                  <a:pt x="614363" y="123341"/>
                </a:lnTo>
                <a:lnTo>
                  <a:pt x="619125" y="119078"/>
                </a:lnTo>
                <a:lnTo>
                  <a:pt x="623888" y="114821"/>
                </a:lnTo>
                <a:lnTo>
                  <a:pt x="628650" y="110569"/>
                </a:lnTo>
                <a:lnTo>
                  <a:pt x="633413" y="106322"/>
                </a:lnTo>
                <a:lnTo>
                  <a:pt x="638175" y="102079"/>
                </a:lnTo>
                <a:lnTo>
                  <a:pt x="642938" y="97839"/>
                </a:lnTo>
                <a:lnTo>
                  <a:pt x="647700" y="93602"/>
                </a:lnTo>
                <a:lnTo>
                  <a:pt x="652463" y="89368"/>
                </a:lnTo>
                <a:lnTo>
                  <a:pt x="657225" y="85135"/>
                </a:lnTo>
                <a:lnTo>
                  <a:pt x="661988" y="80903"/>
                </a:lnTo>
                <a:lnTo>
                  <a:pt x="666750" y="76672"/>
                </a:lnTo>
                <a:lnTo>
                  <a:pt x="671513" y="72441"/>
                </a:lnTo>
                <a:lnTo>
                  <a:pt x="676275" y="68209"/>
                </a:lnTo>
                <a:lnTo>
                  <a:pt x="681038" y="63976"/>
                </a:lnTo>
                <a:lnTo>
                  <a:pt x="685800" y="59742"/>
                </a:lnTo>
                <a:lnTo>
                  <a:pt x="690563" y="55505"/>
                </a:lnTo>
                <a:lnTo>
                  <a:pt x="695325" y="51265"/>
                </a:lnTo>
                <a:lnTo>
                  <a:pt x="700088" y="47022"/>
                </a:lnTo>
                <a:lnTo>
                  <a:pt x="704850" y="42775"/>
                </a:lnTo>
                <a:lnTo>
                  <a:pt x="709613" y="38523"/>
                </a:lnTo>
                <a:lnTo>
                  <a:pt x="714375" y="34266"/>
                </a:lnTo>
                <a:lnTo>
                  <a:pt x="719138" y="30020"/>
                </a:lnTo>
                <a:lnTo>
                  <a:pt x="723900" y="25805"/>
                </a:lnTo>
                <a:lnTo>
                  <a:pt x="728663" y="21662"/>
                </a:lnTo>
                <a:lnTo>
                  <a:pt x="733425" y="17656"/>
                </a:lnTo>
                <a:lnTo>
                  <a:pt x="738188" y="13880"/>
                </a:lnTo>
                <a:lnTo>
                  <a:pt x="742950" y="10448"/>
                </a:lnTo>
                <a:lnTo>
                  <a:pt x="747713" y="7471"/>
                </a:lnTo>
                <a:lnTo>
                  <a:pt x="752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10" name="AI048-path-10">
            <a:extLst xmlns:a="http://schemas.openxmlformats.org/drawingml/2006/main">
              <a:ext uri="{FF2B5EF4-FFF2-40B4-BE49-F238E27FC236}">
                <a16:creationId xmlns:a16="http://schemas.microsoft.com/office/drawing/2014/main" id="{3C5EDEBB-C113-4BDA-9C93-42076736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828675"/>
            <a:ext cx="1514475" cy="1552575"/>
          </a:xfrm>
          <a:custGeom xmlns:a="http://schemas.openxmlformats.org/drawingml/2006/main">
            <a:pathLst>
              <a:path w="1514475" h="1552575">
                <a:moveTo>
                  <a:pt x="0" y="1552575"/>
                </a:moveTo>
                <a:lnTo>
                  <a:pt x="4763" y="1537751"/>
                </a:lnTo>
                <a:lnTo>
                  <a:pt x="9525" y="1531812"/>
                </a:lnTo>
                <a:lnTo>
                  <a:pt x="14288" y="1524942"/>
                </a:lnTo>
                <a:lnTo>
                  <a:pt x="19050" y="1517357"/>
                </a:lnTo>
                <a:lnTo>
                  <a:pt x="23813" y="1509276"/>
                </a:lnTo>
                <a:lnTo>
                  <a:pt x="28575" y="1500881"/>
                </a:lnTo>
                <a:lnTo>
                  <a:pt x="33338" y="1492301"/>
                </a:lnTo>
                <a:lnTo>
                  <a:pt x="38100" y="1483614"/>
                </a:lnTo>
                <a:lnTo>
                  <a:pt x="42863" y="1474863"/>
                </a:lnTo>
                <a:lnTo>
                  <a:pt x="47625" y="1466081"/>
                </a:lnTo>
                <a:lnTo>
                  <a:pt x="52388" y="1457269"/>
                </a:lnTo>
                <a:lnTo>
                  <a:pt x="57150" y="1448427"/>
                </a:lnTo>
                <a:lnTo>
                  <a:pt x="61913" y="1439557"/>
                </a:lnTo>
                <a:lnTo>
                  <a:pt x="66675" y="1430658"/>
                </a:lnTo>
                <a:lnTo>
                  <a:pt x="71438" y="1421732"/>
                </a:lnTo>
                <a:lnTo>
                  <a:pt x="76200" y="1412779"/>
                </a:lnTo>
                <a:lnTo>
                  <a:pt x="80963" y="1403800"/>
                </a:lnTo>
                <a:lnTo>
                  <a:pt x="85725" y="1394797"/>
                </a:lnTo>
                <a:lnTo>
                  <a:pt x="90488" y="1385769"/>
                </a:lnTo>
                <a:lnTo>
                  <a:pt x="95250" y="1376717"/>
                </a:lnTo>
                <a:lnTo>
                  <a:pt x="100013" y="1367642"/>
                </a:lnTo>
                <a:lnTo>
                  <a:pt x="104775" y="1358546"/>
                </a:lnTo>
                <a:lnTo>
                  <a:pt x="109538" y="1349428"/>
                </a:lnTo>
                <a:lnTo>
                  <a:pt x="114300" y="1340289"/>
                </a:lnTo>
                <a:lnTo>
                  <a:pt x="119063" y="1331130"/>
                </a:lnTo>
                <a:lnTo>
                  <a:pt x="123825" y="1321953"/>
                </a:lnTo>
                <a:lnTo>
                  <a:pt x="128588" y="1312756"/>
                </a:lnTo>
                <a:lnTo>
                  <a:pt x="133350" y="1303543"/>
                </a:lnTo>
                <a:lnTo>
                  <a:pt x="138113" y="1294312"/>
                </a:lnTo>
                <a:lnTo>
                  <a:pt x="142875" y="1285065"/>
                </a:lnTo>
                <a:lnTo>
                  <a:pt x="147638" y="1275803"/>
                </a:lnTo>
                <a:lnTo>
                  <a:pt x="152400" y="1266526"/>
                </a:lnTo>
                <a:lnTo>
                  <a:pt x="157163" y="1257235"/>
                </a:lnTo>
                <a:lnTo>
                  <a:pt x="161925" y="1247931"/>
                </a:lnTo>
                <a:lnTo>
                  <a:pt x="166688" y="1238614"/>
                </a:lnTo>
                <a:lnTo>
                  <a:pt x="171450" y="1229286"/>
                </a:lnTo>
                <a:lnTo>
                  <a:pt x="176213" y="1219947"/>
                </a:lnTo>
                <a:lnTo>
                  <a:pt x="180975" y="1210597"/>
                </a:lnTo>
                <a:lnTo>
                  <a:pt x="185738" y="1201238"/>
                </a:lnTo>
                <a:lnTo>
                  <a:pt x="190500" y="1191871"/>
                </a:lnTo>
                <a:lnTo>
                  <a:pt x="195263" y="1182495"/>
                </a:lnTo>
                <a:lnTo>
                  <a:pt x="200025" y="1173113"/>
                </a:lnTo>
                <a:lnTo>
                  <a:pt x="204788" y="1163724"/>
                </a:lnTo>
                <a:lnTo>
                  <a:pt x="209550" y="1154329"/>
                </a:lnTo>
                <a:lnTo>
                  <a:pt x="214313" y="1144929"/>
                </a:lnTo>
                <a:lnTo>
                  <a:pt x="219075" y="1135525"/>
                </a:lnTo>
                <a:lnTo>
                  <a:pt x="223838" y="1126117"/>
                </a:lnTo>
                <a:lnTo>
                  <a:pt x="228600" y="1116707"/>
                </a:lnTo>
                <a:lnTo>
                  <a:pt x="233363" y="1107295"/>
                </a:lnTo>
                <a:lnTo>
                  <a:pt x="238125" y="1097881"/>
                </a:lnTo>
                <a:lnTo>
                  <a:pt x="242888" y="1088467"/>
                </a:lnTo>
                <a:lnTo>
                  <a:pt x="247650" y="1079053"/>
                </a:lnTo>
                <a:lnTo>
                  <a:pt x="252413" y="1069641"/>
                </a:lnTo>
                <a:lnTo>
                  <a:pt x="257175" y="1060230"/>
                </a:lnTo>
                <a:lnTo>
                  <a:pt x="261938" y="1050821"/>
                </a:lnTo>
                <a:lnTo>
                  <a:pt x="266700" y="1041416"/>
                </a:lnTo>
                <a:lnTo>
                  <a:pt x="271463" y="1032014"/>
                </a:lnTo>
                <a:lnTo>
                  <a:pt x="276225" y="1022618"/>
                </a:lnTo>
                <a:lnTo>
                  <a:pt x="280988" y="1013227"/>
                </a:lnTo>
                <a:lnTo>
                  <a:pt x="285750" y="1003842"/>
                </a:lnTo>
                <a:lnTo>
                  <a:pt x="290513" y="994464"/>
                </a:lnTo>
                <a:lnTo>
                  <a:pt x="295275" y="985094"/>
                </a:lnTo>
                <a:lnTo>
                  <a:pt x="300038" y="975732"/>
                </a:lnTo>
                <a:lnTo>
                  <a:pt x="304800" y="966379"/>
                </a:lnTo>
                <a:lnTo>
                  <a:pt x="309563" y="957037"/>
                </a:lnTo>
                <a:lnTo>
                  <a:pt x="314325" y="947705"/>
                </a:lnTo>
                <a:lnTo>
                  <a:pt x="319088" y="938384"/>
                </a:lnTo>
                <a:lnTo>
                  <a:pt x="323850" y="929076"/>
                </a:lnTo>
                <a:lnTo>
                  <a:pt x="328613" y="919780"/>
                </a:lnTo>
                <a:lnTo>
                  <a:pt x="333375" y="910499"/>
                </a:lnTo>
                <a:lnTo>
                  <a:pt x="338138" y="901231"/>
                </a:lnTo>
                <a:lnTo>
                  <a:pt x="342900" y="891979"/>
                </a:lnTo>
                <a:lnTo>
                  <a:pt x="347663" y="882743"/>
                </a:lnTo>
                <a:lnTo>
                  <a:pt x="352425" y="873523"/>
                </a:lnTo>
                <a:lnTo>
                  <a:pt x="357188" y="864321"/>
                </a:lnTo>
                <a:lnTo>
                  <a:pt x="361950" y="855137"/>
                </a:lnTo>
                <a:lnTo>
                  <a:pt x="366713" y="845972"/>
                </a:lnTo>
                <a:lnTo>
                  <a:pt x="371475" y="836827"/>
                </a:lnTo>
                <a:lnTo>
                  <a:pt x="376238" y="827702"/>
                </a:lnTo>
                <a:lnTo>
                  <a:pt x="381000" y="818598"/>
                </a:lnTo>
                <a:lnTo>
                  <a:pt x="385763" y="809516"/>
                </a:lnTo>
                <a:lnTo>
                  <a:pt x="390525" y="800456"/>
                </a:lnTo>
                <a:lnTo>
                  <a:pt x="395288" y="791420"/>
                </a:lnTo>
                <a:lnTo>
                  <a:pt x="400050" y="782408"/>
                </a:lnTo>
                <a:lnTo>
                  <a:pt x="404813" y="773421"/>
                </a:lnTo>
                <a:lnTo>
                  <a:pt x="409575" y="764460"/>
                </a:lnTo>
                <a:lnTo>
                  <a:pt x="414338" y="755525"/>
                </a:lnTo>
                <a:lnTo>
                  <a:pt x="419100" y="746617"/>
                </a:lnTo>
                <a:lnTo>
                  <a:pt x="423863" y="737737"/>
                </a:lnTo>
                <a:lnTo>
                  <a:pt x="428625" y="728885"/>
                </a:lnTo>
                <a:lnTo>
                  <a:pt x="433388" y="720063"/>
                </a:lnTo>
                <a:lnTo>
                  <a:pt x="438150" y="711271"/>
                </a:lnTo>
                <a:lnTo>
                  <a:pt x="442913" y="702510"/>
                </a:lnTo>
                <a:lnTo>
                  <a:pt x="447675" y="693780"/>
                </a:lnTo>
                <a:lnTo>
                  <a:pt x="452438" y="685083"/>
                </a:lnTo>
                <a:lnTo>
                  <a:pt x="457200" y="676419"/>
                </a:lnTo>
                <a:lnTo>
                  <a:pt x="461963" y="667788"/>
                </a:lnTo>
                <a:lnTo>
                  <a:pt x="466725" y="659192"/>
                </a:lnTo>
                <a:lnTo>
                  <a:pt x="471488" y="650632"/>
                </a:lnTo>
                <a:lnTo>
                  <a:pt x="476250" y="642107"/>
                </a:lnTo>
                <a:lnTo>
                  <a:pt x="481013" y="633620"/>
                </a:lnTo>
                <a:lnTo>
                  <a:pt x="485775" y="625169"/>
                </a:lnTo>
                <a:lnTo>
                  <a:pt x="490538" y="616758"/>
                </a:lnTo>
                <a:lnTo>
                  <a:pt x="495300" y="608385"/>
                </a:lnTo>
                <a:lnTo>
                  <a:pt x="500063" y="600052"/>
                </a:lnTo>
                <a:lnTo>
                  <a:pt x="504825" y="591759"/>
                </a:lnTo>
                <a:lnTo>
                  <a:pt x="509588" y="583508"/>
                </a:lnTo>
                <a:lnTo>
                  <a:pt x="514350" y="575299"/>
                </a:lnTo>
                <a:lnTo>
                  <a:pt x="519113" y="567133"/>
                </a:lnTo>
                <a:lnTo>
                  <a:pt x="523875" y="559010"/>
                </a:lnTo>
                <a:lnTo>
                  <a:pt x="528638" y="550931"/>
                </a:lnTo>
                <a:lnTo>
                  <a:pt x="533400" y="542897"/>
                </a:lnTo>
                <a:lnTo>
                  <a:pt x="538163" y="534910"/>
                </a:lnTo>
                <a:lnTo>
                  <a:pt x="542925" y="526968"/>
                </a:lnTo>
                <a:lnTo>
                  <a:pt x="547688" y="519074"/>
                </a:lnTo>
                <a:lnTo>
                  <a:pt x="552450" y="511228"/>
                </a:lnTo>
                <a:lnTo>
                  <a:pt x="557213" y="503431"/>
                </a:lnTo>
                <a:lnTo>
                  <a:pt x="561975" y="495683"/>
                </a:lnTo>
                <a:lnTo>
                  <a:pt x="566738" y="487985"/>
                </a:lnTo>
                <a:lnTo>
                  <a:pt x="571500" y="480339"/>
                </a:lnTo>
                <a:lnTo>
                  <a:pt x="576263" y="472744"/>
                </a:lnTo>
                <a:lnTo>
                  <a:pt x="581025" y="465201"/>
                </a:lnTo>
                <a:lnTo>
                  <a:pt x="585788" y="457712"/>
                </a:lnTo>
                <a:lnTo>
                  <a:pt x="590550" y="450277"/>
                </a:lnTo>
                <a:lnTo>
                  <a:pt x="595313" y="442896"/>
                </a:lnTo>
                <a:lnTo>
                  <a:pt x="600075" y="435571"/>
                </a:lnTo>
                <a:lnTo>
                  <a:pt x="604838" y="428302"/>
                </a:lnTo>
                <a:lnTo>
                  <a:pt x="609600" y="421090"/>
                </a:lnTo>
                <a:lnTo>
                  <a:pt x="614363" y="413936"/>
                </a:lnTo>
                <a:lnTo>
                  <a:pt x="619125" y="406840"/>
                </a:lnTo>
                <a:lnTo>
                  <a:pt x="623888" y="399803"/>
                </a:lnTo>
                <a:lnTo>
                  <a:pt x="628650" y="392827"/>
                </a:lnTo>
                <a:lnTo>
                  <a:pt x="633413" y="385910"/>
                </a:lnTo>
                <a:lnTo>
                  <a:pt x="638175" y="379056"/>
                </a:lnTo>
                <a:lnTo>
                  <a:pt x="642938" y="372263"/>
                </a:lnTo>
                <a:lnTo>
                  <a:pt x="647700" y="365534"/>
                </a:lnTo>
                <a:lnTo>
                  <a:pt x="652463" y="358868"/>
                </a:lnTo>
                <a:lnTo>
                  <a:pt x="657225" y="352267"/>
                </a:lnTo>
                <a:lnTo>
                  <a:pt x="661988" y="345730"/>
                </a:lnTo>
                <a:lnTo>
                  <a:pt x="666750" y="339260"/>
                </a:lnTo>
                <a:lnTo>
                  <a:pt x="671513" y="332856"/>
                </a:lnTo>
                <a:lnTo>
                  <a:pt x="676275" y="326520"/>
                </a:lnTo>
                <a:lnTo>
                  <a:pt x="681038" y="320251"/>
                </a:lnTo>
                <a:lnTo>
                  <a:pt x="685800" y="314052"/>
                </a:lnTo>
                <a:lnTo>
                  <a:pt x="690563" y="307925"/>
                </a:lnTo>
                <a:lnTo>
                  <a:pt x="695325" y="301876"/>
                </a:lnTo>
                <a:lnTo>
                  <a:pt x="700088" y="295902"/>
                </a:lnTo>
                <a:lnTo>
                  <a:pt x="704850" y="290003"/>
                </a:lnTo>
                <a:lnTo>
                  <a:pt x="709613" y="284180"/>
                </a:lnTo>
                <a:lnTo>
                  <a:pt x="714375" y="278426"/>
                </a:lnTo>
                <a:lnTo>
                  <a:pt x="719138" y="272727"/>
                </a:lnTo>
                <a:lnTo>
                  <a:pt x="723900" y="267062"/>
                </a:lnTo>
                <a:lnTo>
                  <a:pt x="728663" y="261419"/>
                </a:lnTo>
                <a:lnTo>
                  <a:pt x="733425" y="255798"/>
                </a:lnTo>
                <a:lnTo>
                  <a:pt x="738188" y="250221"/>
                </a:lnTo>
                <a:lnTo>
                  <a:pt x="742950" y="244723"/>
                </a:lnTo>
                <a:lnTo>
                  <a:pt x="747713" y="239344"/>
                </a:lnTo>
                <a:lnTo>
                  <a:pt x="752475" y="234107"/>
                </a:lnTo>
                <a:lnTo>
                  <a:pt x="757238" y="229014"/>
                </a:lnTo>
                <a:lnTo>
                  <a:pt x="762000" y="224044"/>
                </a:lnTo>
                <a:lnTo>
                  <a:pt x="766763" y="219165"/>
                </a:lnTo>
                <a:lnTo>
                  <a:pt x="771525" y="214344"/>
                </a:lnTo>
                <a:lnTo>
                  <a:pt x="776288" y="209555"/>
                </a:lnTo>
                <a:lnTo>
                  <a:pt x="781050" y="204785"/>
                </a:lnTo>
                <a:lnTo>
                  <a:pt x="785813" y="200024"/>
                </a:lnTo>
                <a:lnTo>
                  <a:pt x="790575" y="195263"/>
                </a:lnTo>
                <a:lnTo>
                  <a:pt x="795338" y="190498"/>
                </a:lnTo>
                <a:lnTo>
                  <a:pt x="800100" y="185734"/>
                </a:lnTo>
                <a:lnTo>
                  <a:pt x="804863" y="180976"/>
                </a:lnTo>
                <a:lnTo>
                  <a:pt x="809625" y="176237"/>
                </a:lnTo>
                <a:lnTo>
                  <a:pt x="814388" y="171537"/>
                </a:lnTo>
                <a:lnTo>
                  <a:pt x="819150" y="166915"/>
                </a:lnTo>
                <a:lnTo>
                  <a:pt x="823913" y="162415"/>
                </a:lnTo>
                <a:lnTo>
                  <a:pt x="828675" y="158091"/>
                </a:lnTo>
                <a:lnTo>
                  <a:pt x="833438" y="153985"/>
                </a:lnTo>
                <a:lnTo>
                  <a:pt x="838200" y="150110"/>
                </a:lnTo>
                <a:lnTo>
                  <a:pt x="842963" y="146438"/>
                </a:lnTo>
                <a:lnTo>
                  <a:pt x="847725" y="142899"/>
                </a:lnTo>
                <a:lnTo>
                  <a:pt x="852488" y="139400"/>
                </a:lnTo>
                <a:lnTo>
                  <a:pt x="857250" y="135864"/>
                </a:lnTo>
                <a:lnTo>
                  <a:pt x="862013" y="132253"/>
                </a:lnTo>
                <a:lnTo>
                  <a:pt x="866775" y="128584"/>
                </a:lnTo>
                <a:lnTo>
                  <a:pt x="871538" y="124922"/>
                </a:lnTo>
                <a:lnTo>
                  <a:pt x="876300" y="121335"/>
                </a:lnTo>
                <a:lnTo>
                  <a:pt x="881063" y="117862"/>
                </a:lnTo>
                <a:lnTo>
                  <a:pt x="885825" y="114503"/>
                </a:lnTo>
                <a:lnTo>
                  <a:pt x="890588" y="111222"/>
                </a:lnTo>
                <a:lnTo>
                  <a:pt x="895350" y="107983"/>
                </a:lnTo>
                <a:lnTo>
                  <a:pt x="900113" y="104773"/>
                </a:lnTo>
                <a:lnTo>
                  <a:pt x="904875" y="101598"/>
                </a:lnTo>
                <a:lnTo>
                  <a:pt x="909638" y="98462"/>
                </a:lnTo>
                <a:lnTo>
                  <a:pt x="914400" y="95377"/>
                </a:lnTo>
                <a:lnTo>
                  <a:pt x="919163" y="92362"/>
                </a:lnTo>
                <a:lnTo>
                  <a:pt x="923925" y="89434"/>
                </a:lnTo>
                <a:lnTo>
                  <a:pt x="928688" y="86598"/>
                </a:lnTo>
                <a:lnTo>
                  <a:pt x="933450" y="83863"/>
                </a:lnTo>
                <a:lnTo>
                  <a:pt x="938213" y="81236"/>
                </a:lnTo>
                <a:lnTo>
                  <a:pt x="942975" y="78710"/>
                </a:lnTo>
                <a:lnTo>
                  <a:pt x="947738" y="76265"/>
                </a:lnTo>
                <a:lnTo>
                  <a:pt x="952500" y="73875"/>
                </a:lnTo>
                <a:lnTo>
                  <a:pt x="957263" y="71538"/>
                </a:lnTo>
                <a:lnTo>
                  <a:pt x="962025" y="69258"/>
                </a:lnTo>
                <a:lnTo>
                  <a:pt x="966788" y="67046"/>
                </a:lnTo>
                <a:lnTo>
                  <a:pt x="971550" y="64913"/>
                </a:lnTo>
                <a:lnTo>
                  <a:pt x="976313" y="62839"/>
                </a:lnTo>
                <a:lnTo>
                  <a:pt x="981075" y="60793"/>
                </a:lnTo>
                <a:lnTo>
                  <a:pt x="985838" y="58744"/>
                </a:lnTo>
                <a:lnTo>
                  <a:pt x="990600" y="56672"/>
                </a:lnTo>
                <a:lnTo>
                  <a:pt x="995363" y="54564"/>
                </a:lnTo>
                <a:lnTo>
                  <a:pt x="1000125" y="52432"/>
                </a:lnTo>
                <a:lnTo>
                  <a:pt x="1004888" y="50325"/>
                </a:lnTo>
                <a:lnTo>
                  <a:pt x="1009650" y="48304"/>
                </a:lnTo>
                <a:lnTo>
                  <a:pt x="1014413" y="46404"/>
                </a:lnTo>
                <a:lnTo>
                  <a:pt x="1019175" y="44622"/>
                </a:lnTo>
                <a:lnTo>
                  <a:pt x="1023938" y="42935"/>
                </a:lnTo>
                <a:lnTo>
                  <a:pt x="1028700" y="41304"/>
                </a:lnTo>
                <a:lnTo>
                  <a:pt x="1033463" y="39702"/>
                </a:lnTo>
                <a:lnTo>
                  <a:pt x="1038225" y="38119"/>
                </a:lnTo>
                <a:lnTo>
                  <a:pt x="1042988" y="36566"/>
                </a:lnTo>
                <a:lnTo>
                  <a:pt x="1047750" y="35068"/>
                </a:lnTo>
                <a:lnTo>
                  <a:pt x="1052513" y="33646"/>
                </a:lnTo>
                <a:lnTo>
                  <a:pt x="1057275" y="32306"/>
                </a:lnTo>
                <a:lnTo>
                  <a:pt x="1062038" y="31028"/>
                </a:lnTo>
                <a:lnTo>
                  <a:pt x="1066800" y="29789"/>
                </a:lnTo>
                <a:lnTo>
                  <a:pt x="1071563" y="28576"/>
                </a:lnTo>
                <a:lnTo>
                  <a:pt x="1076325" y="27380"/>
                </a:lnTo>
                <a:lnTo>
                  <a:pt x="1081088" y="26192"/>
                </a:lnTo>
                <a:lnTo>
                  <a:pt x="1085850" y="25003"/>
                </a:lnTo>
                <a:lnTo>
                  <a:pt x="1090613" y="23813"/>
                </a:lnTo>
                <a:lnTo>
                  <a:pt x="1095375" y="22620"/>
                </a:lnTo>
                <a:lnTo>
                  <a:pt x="1100138" y="21426"/>
                </a:lnTo>
                <a:lnTo>
                  <a:pt x="1104900" y="20240"/>
                </a:lnTo>
                <a:lnTo>
                  <a:pt x="1109663" y="19066"/>
                </a:lnTo>
                <a:lnTo>
                  <a:pt x="1114425" y="17916"/>
                </a:lnTo>
                <a:lnTo>
                  <a:pt x="1119188" y="16814"/>
                </a:lnTo>
                <a:lnTo>
                  <a:pt x="1123950" y="15794"/>
                </a:lnTo>
                <a:lnTo>
                  <a:pt x="1128713" y="14879"/>
                </a:lnTo>
                <a:lnTo>
                  <a:pt x="1133475" y="14081"/>
                </a:lnTo>
                <a:lnTo>
                  <a:pt x="1138238" y="13402"/>
                </a:lnTo>
                <a:lnTo>
                  <a:pt x="1143000" y="12833"/>
                </a:lnTo>
                <a:lnTo>
                  <a:pt x="1147763" y="12348"/>
                </a:lnTo>
                <a:lnTo>
                  <a:pt x="1152525" y="11918"/>
                </a:lnTo>
                <a:lnTo>
                  <a:pt x="1157288" y="11526"/>
                </a:lnTo>
                <a:lnTo>
                  <a:pt x="1162050" y="11163"/>
                </a:lnTo>
                <a:lnTo>
                  <a:pt x="1166813" y="10819"/>
                </a:lnTo>
                <a:lnTo>
                  <a:pt x="1171575" y="10486"/>
                </a:lnTo>
                <a:lnTo>
                  <a:pt x="1176338" y="10164"/>
                </a:lnTo>
                <a:lnTo>
                  <a:pt x="1181100" y="9853"/>
                </a:lnTo>
                <a:lnTo>
                  <a:pt x="1185863" y="9552"/>
                </a:lnTo>
                <a:lnTo>
                  <a:pt x="1190625" y="9261"/>
                </a:lnTo>
                <a:lnTo>
                  <a:pt x="1195388" y="8980"/>
                </a:lnTo>
                <a:lnTo>
                  <a:pt x="1200150" y="8709"/>
                </a:lnTo>
                <a:lnTo>
                  <a:pt x="1204913" y="8448"/>
                </a:lnTo>
                <a:lnTo>
                  <a:pt x="1209675" y="8195"/>
                </a:lnTo>
                <a:lnTo>
                  <a:pt x="1214438" y="7951"/>
                </a:lnTo>
                <a:lnTo>
                  <a:pt x="1219200" y="7716"/>
                </a:lnTo>
                <a:lnTo>
                  <a:pt x="1223963" y="7490"/>
                </a:lnTo>
                <a:lnTo>
                  <a:pt x="1228725" y="7271"/>
                </a:lnTo>
                <a:lnTo>
                  <a:pt x="1233488" y="7061"/>
                </a:lnTo>
                <a:lnTo>
                  <a:pt x="1238250" y="6859"/>
                </a:lnTo>
                <a:lnTo>
                  <a:pt x="1243013" y="6663"/>
                </a:lnTo>
                <a:lnTo>
                  <a:pt x="1247775" y="6475"/>
                </a:lnTo>
                <a:lnTo>
                  <a:pt x="1252538" y="6295"/>
                </a:lnTo>
                <a:lnTo>
                  <a:pt x="1257300" y="6120"/>
                </a:lnTo>
                <a:lnTo>
                  <a:pt x="1262063" y="5953"/>
                </a:lnTo>
                <a:lnTo>
                  <a:pt x="1266825" y="5791"/>
                </a:lnTo>
                <a:lnTo>
                  <a:pt x="1271588" y="5636"/>
                </a:lnTo>
                <a:lnTo>
                  <a:pt x="1276350" y="5486"/>
                </a:lnTo>
                <a:lnTo>
                  <a:pt x="1281113" y="5342"/>
                </a:lnTo>
                <a:lnTo>
                  <a:pt x="1285875" y="5203"/>
                </a:lnTo>
                <a:lnTo>
                  <a:pt x="1290638" y="5069"/>
                </a:lnTo>
                <a:lnTo>
                  <a:pt x="1295400" y="4940"/>
                </a:lnTo>
                <a:lnTo>
                  <a:pt x="1300163" y="4816"/>
                </a:lnTo>
                <a:lnTo>
                  <a:pt x="1304925" y="4696"/>
                </a:lnTo>
                <a:lnTo>
                  <a:pt x="1309688" y="4580"/>
                </a:lnTo>
                <a:lnTo>
                  <a:pt x="1314450" y="4467"/>
                </a:lnTo>
                <a:lnTo>
                  <a:pt x="1319213" y="4359"/>
                </a:lnTo>
                <a:lnTo>
                  <a:pt x="1323975" y="4253"/>
                </a:lnTo>
                <a:lnTo>
                  <a:pt x="1328738" y="4151"/>
                </a:lnTo>
                <a:lnTo>
                  <a:pt x="1333500" y="4051"/>
                </a:lnTo>
                <a:lnTo>
                  <a:pt x="1338263" y="3955"/>
                </a:lnTo>
                <a:lnTo>
                  <a:pt x="1343025" y="3860"/>
                </a:lnTo>
                <a:lnTo>
                  <a:pt x="1347788" y="3768"/>
                </a:lnTo>
                <a:lnTo>
                  <a:pt x="1352550" y="3677"/>
                </a:lnTo>
                <a:lnTo>
                  <a:pt x="1357313" y="3588"/>
                </a:lnTo>
                <a:lnTo>
                  <a:pt x="1362075" y="3501"/>
                </a:lnTo>
                <a:lnTo>
                  <a:pt x="1366838" y="3414"/>
                </a:lnTo>
                <a:lnTo>
                  <a:pt x="1371600" y="3329"/>
                </a:lnTo>
                <a:lnTo>
                  <a:pt x="1376363" y="3244"/>
                </a:lnTo>
                <a:lnTo>
                  <a:pt x="1381125" y="3160"/>
                </a:lnTo>
                <a:lnTo>
                  <a:pt x="1385888" y="3075"/>
                </a:lnTo>
                <a:lnTo>
                  <a:pt x="1390650" y="2991"/>
                </a:lnTo>
                <a:lnTo>
                  <a:pt x="1395413" y="2906"/>
                </a:lnTo>
                <a:lnTo>
                  <a:pt x="1400175" y="2821"/>
                </a:lnTo>
                <a:lnTo>
                  <a:pt x="1404938" y="2735"/>
                </a:lnTo>
                <a:lnTo>
                  <a:pt x="1409700" y="2648"/>
                </a:lnTo>
                <a:lnTo>
                  <a:pt x="1414463" y="2560"/>
                </a:lnTo>
                <a:lnTo>
                  <a:pt x="1419225" y="2470"/>
                </a:lnTo>
                <a:lnTo>
                  <a:pt x="1423988" y="2378"/>
                </a:lnTo>
                <a:lnTo>
                  <a:pt x="1428750" y="2284"/>
                </a:lnTo>
                <a:lnTo>
                  <a:pt x="1433513" y="2188"/>
                </a:lnTo>
                <a:lnTo>
                  <a:pt x="1438275" y="2090"/>
                </a:lnTo>
                <a:lnTo>
                  <a:pt x="1443038" y="1988"/>
                </a:lnTo>
                <a:lnTo>
                  <a:pt x="1447800" y="1884"/>
                </a:lnTo>
                <a:lnTo>
                  <a:pt x="1452563" y="1776"/>
                </a:lnTo>
                <a:lnTo>
                  <a:pt x="1457325" y="1665"/>
                </a:lnTo>
                <a:lnTo>
                  <a:pt x="1462088" y="1550"/>
                </a:lnTo>
                <a:lnTo>
                  <a:pt x="1466850" y="1432"/>
                </a:lnTo>
                <a:lnTo>
                  <a:pt x="1471613" y="1309"/>
                </a:lnTo>
                <a:lnTo>
                  <a:pt x="1476375" y="1181"/>
                </a:lnTo>
                <a:lnTo>
                  <a:pt x="1481138" y="1050"/>
                </a:lnTo>
                <a:lnTo>
                  <a:pt x="1485900" y="915"/>
                </a:lnTo>
                <a:lnTo>
                  <a:pt x="1490663" y="778"/>
                </a:lnTo>
                <a:lnTo>
                  <a:pt x="1495425" y="642"/>
                </a:lnTo>
                <a:lnTo>
                  <a:pt x="1500188" y="510"/>
                </a:lnTo>
                <a:lnTo>
                  <a:pt x="1504950" y="388"/>
                </a:lnTo>
                <a:lnTo>
                  <a:pt x="1509713" y="280"/>
                </a:lnTo>
                <a:lnTo>
                  <a:pt x="1514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11" name="AI048-path-11">
            <a:extLst xmlns:a="http://schemas.openxmlformats.org/drawingml/2006/main">
              <a:ext uri="{FF2B5EF4-FFF2-40B4-BE49-F238E27FC236}">
                <a16:creationId xmlns:a16="http://schemas.microsoft.com/office/drawing/2014/main" id="{3EF05968-6BCD-4F85-A509-6BB5C368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828675"/>
            <a:ext cx="1514475" cy="1552575"/>
          </a:xfrm>
          <a:custGeom xmlns:a="http://schemas.openxmlformats.org/drawingml/2006/main">
            <a:pathLst>
              <a:path w="1514475" h="1552575">
                <a:moveTo>
                  <a:pt x="0" y="1552575"/>
                </a:moveTo>
                <a:lnTo>
                  <a:pt x="4763" y="1538919"/>
                </a:lnTo>
                <a:lnTo>
                  <a:pt x="9525" y="1533451"/>
                </a:lnTo>
                <a:lnTo>
                  <a:pt x="14288" y="1527126"/>
                </a:lnTo>
                <a:lnTo>
                  <a:pt x="19050" y="1520147"/>
                </a:lnTo>
                <a:lnTo>
                  <a:pt x="23813" y="1512713"/>
                </a:lnTo>
                <a:lnTo>
                  <a:pt x="28575" y="1504994"/>
                </a:lnTo>
                <a:lnTo>
                  <a:pt x="33338" y="1497107"/>
                </a:lnTo>
                <a:lnTo>
                  <a:pt x="38100" y="1489126"/>
                </a:lnTo>
                <a:lnTo>
                  <a:pt x="42863" y="1481089"/>
                </a:lnTo>
                <a:lnTo>
                  <a:pt x="47625" y="1473027"/>
                </a:lnTo>
                <a:lnTo>
                  <a:pt x="52388" y="1464941"/>
                </a:lnTo>
                <a:lnTo>
                  <a:pt x="57150" y="1456831"/>
                </a:lnTo>
                <a:lnTo>
                  <a:pt x="61913" y="1448698"/>
                </a:lnTo>
                <a:lnTo>
                  <a:pt x="66675" y="1440542"/>
                </a:lnTo>
                <a:lnTo>
                  <a:pt x="71438" y="1432364"/>
                </a:lnTo>
                <a:lnTo>
                  <a:pt x="76200" y="1424164"/>
                </a:lnTo>
                <a:lnTo>
                  <a:pt x="80963" y="1415944"/>
                </a:lnTo>
                <a:lnTo>
                  <a:pt x="85725" y="1407703"/>
                </a:lnTo>
                <a:lnTo>
                  <a:pt x="90488" y="1399443"/>
                </a:lnTo>
                <a:lnTo>
                  <a:pt x="95250" y="1391164"/>
                </a:lnTo>
                <a:lnTo>
                  <a:pt x="100013" y="1382866"/>
                </a:lnTo>
                <a:lnTo>
                  <a:pt x="104775" y="1374550"/>
                </a:lnTo>
                <a:lnTo>
                  <a:pt x="109538" y="1366217"/>
                </a:lnTo>
                <a:lnTo>
                  <a:pt x="114300" y="1357868"/>
                </a:lnTo>
                <a:lnTo>
                  <a:pt x="119063" y="1349502"/>
                </a:lnTo>
                <a:lnTo>
                  <a:pt x="123825" y="1341121"/>
                </a:lnTo>
                <a:lnTo>
                  <a:pt x="128588" y="1332725"/>
                </a:lnTo>
                <a:lnTo>
                  <a:pt x="133350" y="1324315"/>
                </a:lnTo>
                <a:lnTo>
                  <a:pt x="138113" y="1315891"/>
                </a:lnTo>
                <a:lnTo>
                  <a:pt x="142875" y="1307454"/>
                </a:lnTo>
                <a:lnTo>
                  <a:pt x="147638" y="1299005"/>
                </a:lnTo>
                <a:lnTo>
                  <a:pt x="152400" y="1290543"/>
                </a:lnTo>
                <a:lnTo>
                  <a:pt x="157163" y="1282071"/>
                </a:lnTo>
                <a:lnTo>
                  <a:pt x="161925" y="1273588"/>
                </a:lnTo>
                <a:lnTo>
                  <a:pt x="166688" y="1265095"/>
                </a:lnTo>
                <a:lnTo>
                  <a:pt x="171450" y="1256592"/>
                </a:lnTo>
                <a:lnTo>
                  <a:pt x="176213" y="1248081"/>
                </a:lnTo>
                <a:lnTo>
                  <a:pt x="180975" y="1239561"/>
                </a:lnTo>
                <a:lnTo>
                  <a:pt x="185738" y="1231034"/>
                </a:lnTo>
                <a:lnTo>
                  <a:pt x="190500" y="1222500"/>
                </a:lnTo>
                <a:lnTo>
                  <a:pt x="195263" y="1213959"/>
                </a:lnTo>
                <a:lnTo>
                  <a:pt x="200025" y="1205413"/>
                </a:lnTo>
                <a:lnTo>
                  <a:pt x="204788" y="1196861"/>
                </a:lnTo>
                <a:lnTo>
                  <a:pt x="209550" y="1188305"/>
                </a:lnTo>
                <a:lnTo>
                  <a:pt x="214313" y="1179745"/>
                </a:lnTo>
                <a:lnTo>
                  <a:pt x="219075" y="1171181"/>
                </a:lnTo>
                <a:lnTo>
                  <a:pt x="223838" y="1162615"/>
                </a:lnTo>
                <a:lnTo>
                  <a:pt x="228600" y="1154046"/>
                </a:lnTo>
                <a:lnTo>
                  <a:pt x="233363" y="1145476"/>
                </a:lnTo>
                <a:lnTo>
                  <a:pt x="238125" y="1136904"/>
                </a:lnTo>
                <a:lnTo>
                  <a:pt x="242888" y="1128333"/>
                </a:lnTo>
                <a:lnTo>
                  <a:pt x="247650" y="1119761"/>
                </a:lnTo>
                <a:lnTo>
                  <a:pt x="252413" y="1111190"/>
                </a:lnTo>
                <a:lnTo>
                  <a:pt x="257175" y="1102621"/>
                </a:lnTo>
                <a:lnTo>
                  <a:pt x="261938" y="1094054"/>
                </a:lnTo>
                <a:lnTo>
                  <a:pt x="266700" y="1085489"/>
                </a:lnTo>
                <a:lnTo>
                  <a:pt x="271463" y="1076928"/>
                </a:lnTo>
                <a:lnTo>
                  <a:pt x="276225" y="1068370"/>
                </a:lnTo>
                <a:lnTo>
                  <a:pt x="280988" y="1059817"/>
                </a:lnTo>
                <a:lnTo>
                  <a:pt x="285750" y="1051268"/>
                </a:lnTo>
                <a:lnTo>
                  <a:pt x="290513" y="1042726"/>
                </a:lnTo>
                <a:lnTo>
                  <a:pt x="295275" y="1034189"/>
                </a:lnTo>
                <a:lnTo>
                  <a:pt x="300038" y="1025660"/>
                </a:lnTo>
                <a:lnTo>
                  <a:pt x="304800" y="1017138"/>
                </a:lnTo>
                <a:lnTo>
                  <a:pt x="309563" y="1008623"/>
                </a:lnTo>
                <a:lnTo>
                  <a:pt x="314325" y="1000118"/>
                </a:lnTo>
                <a:lnTo>
                  <a:pt x="319088" y="991622"/>
                </a:lnTo>
                <a:lnTo>
                  <a:pt x="323850" y="983135"/>
                </a:lnTo>
                <a:lnTo>
                  <a:pt x="328613" y="974659"/>
                </a:lnTo>
                <a:lnTo>
                  <a:pt x="333375" y="966194"/>
                </a:lnTo>
                <a:lnTo>
                  <a:pt x="338138" y="957741"/>
                </a:lnTo>
                <a:lnTo>
                  <a:pt x="342900" y="949300"/>
                </a:lnTo>
                <a:lnTo>
                  <a:pt x="347663" y="940871"/>
                </a:lnTo>
                <a:lnTo>
                  <a:pt x="352425" y="932457"/>
                </a:lnTo>
                <a:lnTo>
                  <a:pt x="357188" y="924056"/>
                </a:lnTo>
                <a:lnTo>
                  <a:pt x="361950" y="915670"/>
                </a:lnTo>
                <a:lnTo>
                  <a:pt x="366713" y="907299"/>
                </a:lnTo>
                <a:lnTo>
                  <a:pt x="371475" y="898944"/>
                </a:lnTo>
                <a:lnTo>
                  <a:pt x="376238" y="890605"/>
                </a:lnTo>
                <a:lnTo>
                  <a:pt x="381000" y="882284"/>
                </a:lnTo>
                <a:lnTo>
                  <a:pt x="385763" y="873980"/>
                </a:lnTo>
                <a:lnTo>
                  <a:pt x="390525" y="865694"/>
                </a:lnTo>
                <a:lnTo>
                  <a:pt x="395288" y="857428"/>
                </a:lnTo>
                <a:lnTo>
                  <a:pt x="400050" y="849180"/>
                </a:lnTo>
                <a:lnTo>
                  <a:pt x="404813" y="840953"/>
                </a:lnTo>
                <a:lnTo>
                  <a:pt x="409575" y="832747"/>
                </a:lnTo>
                <a:lnTo>
                  <a:pt x="414338" y="824561"/>
                </a:lnTo>
                <a:lnTo>
                  <a:pt x="419100" y="816398"/>
                </a:lnTo>
                <a:lnTo>
                  <a:pt x="423863" y="808257"/>
                </a:lnTo>
                <a:lnTo>
                  <a:pt x="428625" y="800139"/>
                </a:lnTo>
                <a:lnTo>
                  <a:pt x="433388" y="792045"/>
                </a:lnTo>
                <a:lnTo>
                  <a:pt x="438150" y="783975"/>
                </a:lnTo>
                <a:lnTo>
                  <a:pt x="442913" y="775930"/>
                </a:lnTo>
                <a:lnTo>
                  <a:pt x="447675" y="767910"/>
                </a:lnTo>
                <a:lnTo>
                  <a:pt x="452438" y="759917"/>
                </a:lnTo>
                <a:lnTo>
                  <a:pt x="457200" y="751950"/>
                </a:lnTo>
                <a:lnTo>
                  <a:pt x="461963" y="744011"/>
                </a:lnTo>
                <a:lnTo>
                  <a:pt x="466725" y="736099"/>
                </a:lnTo>
                <a:lnTo>
                  <a:pt x="471488" y="728216"/>
                </a:lnTo>
                <a:lnTo>
                  <a:pt x="476250" y="720362"/>
                </a:lnTo>
                <a:lnTo>
                  <a:pt x="481013" y="712538"/>
                </a:lnTo>
                <a:lnTo>
                  <a:pt x="485775" y="704744"/>
                </a:lnTo>
                <a:lnTo>
                  <a:pt x="490538" y="696981"/>
                </a:lnTo>
                <a:lnTo>
                  <a:pt x="495300" y="689249"/>
                </a:lnTo>
                <a:lnTo>
                  <a:pt x="500063" y="681550"/>
                </a:lnTo>
                <a:lnTo>
                  <a:pt x="504825" y="673883"/>
                </a:lnTo>
                <a:lnTo>
                  <a:pt x="509588" y="666249"/>
                </a:lnTo>
                <a:lnTo>
                  <a:pt x="514350" y="658650"/>
                </a:lnTo>
                <a:lnTo>
                  <a:pt x="519113" y="651085"/>
                </a:lnTo>
                <a:lnTo>
                  <a:pt x="523875" y="643555"/>
                </a:lnTo>
                <a:lnTo>
                  <a:pt x="528638" y="636060"/>
                </a:lnTo>
                <a:lnTo>
                  <a:pt x="533400" y="628602"/>
                </a:lnTo>
                <a:lnTo>
                  <a:pt x="538163" y="621181"/>
                </a:lnTo>
                <a:lnTo>
                  <a:pt x="542925" y="613798"/>
                </a:lnTo>
                <a:lnTo>
                  <a:pt x="547688" y="606453"/>
                </a:lnTo>
                <a:lnTo>
                  <a:pt x="552450" y="599146"/>
                </a:lnTo>
                <a:lnTo>
                  <a:pt x="557213" y="591879"/>
                </a:lnTo>
                <a:lnTo>
                  <a:pt x="561975" y="584651"/>
                </a:lnTo>
                <a:lnTo>
                  <a:pt x="566738" y="577464"/>
                </a:lnTo>
                <a:lnTo>
                  <a:pt x="571500" y="570319"/>
                </a:lnTo>
                <a:lnTo>
                  <a:pt x="576263" y="563215"/>
                </a:lnTo>
                <a:lnTo>
                  <a:pt x="581025" y="556153"/>
                </a:lnTo>
                <a:lnTo>
                  <a:pt x="585788" y="549134"/>
                </a:lnTo>
                <a:lnTo>
                  <a:pt x="590550" y="542159"/>
                </a:lnTo>
                <a:lnTo>
                  <a:pt x="595313" y="535228"/>
                </a:lnTo>
                <a:lnTo>
                  <a:pt x="600075" y="528342"/>
                </a:lnTo>
                <a:lnTo>
                  <a:pt x="604838" y="521501"/>
                </a:lnTo>
                <a:lnTo>
                  <a:pt x="609600" y="514706"/>
                </a:lnTo>
                <a:lnTo>
                  <a:pt x="614363" y="507958"/>
                </a:lnTo>
                <a:lnTo>
                  <a:pt x="619125" y="501256"/>
                </a:lnTo>
                <a:lnTo>
                  <a:pt x="623888" y="494603"/>
                </a:lnTo>
                <a:lnTo>
                  <a:pt x="628650" y="487998"/>
                </a:lnTo>
                <a:lnTo>
                  <a:pt x="633413" y="481441"/>
                </a:lnTo>
                <a:lnTo>
                  <a:pt x="638175" y="474935"/>
                </a:lnTo>
                <a:lnTo>
                  <a:pt x="642938" y="468478"/>
                </a:lnTo>
                <a:lnTo>
                  <a:pt x="647700" y="462073"/>
                </a:lnTo>
                <a:lnTo>
                  <a:pt x="652463" y="455718"/>
                </a:lnTo>
                <a:lnTo>
                  <a:pt x="657225" y="449416"/>
                </a:lnTo>
                <a:lnTo>
                  <a:pt x="661988" y="443166"/>
                </a:lnTo>
                <a:lnTo>
                  <a:pt x="666750" y="436969"/>
                </a:lnTo>
                <a:lnTo>
                  <a:pt x="671513" y="430826"/>
                </a:lnTo>
                <a:lnTo>
                  <a:pt x="676275" y="424738"/>
                </a:lnTo>
                <a:lnTo>
                  <a:pt x="681038" y="418704"/>
                </a:lnTo>
                <a:lnTo>
                  <a:pt x="685800" y="412726"/>
                </a:lnTo>
                <a:lnTo>
                  <a:pt x="690563" y="406808"/>
                </a:lnTo>
                <a:lnTo>
                  <a:pt x="695325" y="400951"/>
                </a:lnTo>
                <a:lnTo>
                  <a:pt x="700088" y="395157"/>
                </a:lnTo>
                <a:lnTo>
                  <a:pt x="704850" y="389421"/>
                </a:lnTo>
                <a:lnTo>
                  <a:pt x="709613" y="383735"/>
                </a:lnTo>
                <a:lnTo>
                  <a:pt x="714375" y="378080"/>
                </a:lnTo>
                <a:lnTo>
                  <a:pt x="719138" y="372425"/>
                </a:lnTo>
                <a:lnTo>
                  <a:pt x="723900" y="366726"/>
                </a:lnTo>
                <a:lnTo>
                  <a:pt x="728663" y="360929"/>
                </a:lnTo>
                <a:lnTo>
                  <a:pt x="733425" y="354998"/>
                </a:lnTo>
                <a:lnTo>
                  <a:pt x="738188" y="348933"/>
                </a:lnTo>
                <a:lnTo>
                  <a:pt x="742950" y="342767"/>
                </a:lnTo>
                <a:lnTo>
                  <a:pt x="747713" y="336549"/>
                </a:lnTo>
                <a:lnTo>
                  <a:pt x="752475" y="330334"/>
                </a:lnTo>
                <a:lnTo>
                  <a:pt x="757238" y="324167"/>
                </a:lnTo>
                <a:lnTo>
                  <a:pt x="762000" y="318066"/>
                </a:lnTo>
                <a:lnTo>
                  <a:pt x="766763" y="312030"/>
                </a:lnTo>
                <a:lnTo>
                  <a:pt x="771525" y="306051"/>
                </a:lnTo>
                <a:lnTo>
                  <a:pt x="776288" y="300131"/>
                </a:lnTo>
                <a:lnTo>
                  <a:pt x="781050" y="294288"/>
                </a:lnTo>
                <a:lnTo>
                  <a:pt x="785813" y="288550"/>
                </a:lnTo>
                <a:lnTo>
                  <a:pt x="790575" y="282947"/>
                </a:lnTo>
                <a:lnTo>
                  <a:pt x="795338" y="277498"/>
                </a:lnTo>
                <a:lnTo>
                  <a:pt x="800100" y="272199"/>
                </a:lnTo>
                <a:lnTo>
                  <a:pt x="804863" y="267028"/>
                </a:lnTo>
                <a:lnTo>
                  <a:pt x="809625" y="261935"/>
                </a:lnTo>
                <a:lnTo>
                  <a:pt x="814388" y="256849"/>
                </a:lnTo>
                <a:lnTo>
                  <a:pt x="819150" y="251703"/>
                </a:lnTo>
                <a:lnTo>
                  <a:pt x="823913" y="246469"/>
                </a:lnTo>
                <a:lnTo>
                  <a:pt x="828675" y="241160"/>
                </a:lnTo>
                <a:lnTo>
                  <a:pt x="833438" y="235826"/>
                </a:lnTo>
                <a:lnTo>
                  <a:pt x="838200" y="230548"/>
                </a:lnTo>
                <a:lnTo>
                  <a:pt x="842963" y="225426"/>
                </a:lnTo>
                <a:lnTo>
                  <a:pt x="847725" y="220534"/>
                </a:lnTo>
                <a:lnTo>
                  <a:pt x="852488" y="215902"/>
                </a:lnTo>
                <a:lnTo>
                  <a:pt x="857250" y="211502"/>
                </a:lnTo>
                <a:lnTo>
                  <a:pt x="862013" y="207260"/>
                </a:lnTo>
                <a:lnTo>
                  <a:pt x="866775" y="203074"/>
                </a:lnTo>
                <a:lnTo>
                  <a:pt x="871538" y="198854"/>
                </a:lnTo>
                <a:lnTo>
                  <a:pt x="876300" y="194538"/>
                </a:lnTo>
                <a:lnTo>
                  <a:pt x="881063" y="190099"/>
                </a:lnTo>
                <a:lnTo>
                  <a:pt x="885825" y="185541"/>
                </a:lnTo>
                <a:lnTo>
                  <a:pt x="890588" y="180888"/>
                </a:lnTo>
                <a:lnTo>
                  <a:pt x="895350" y="176176"/>
                </a:lnTo>
                <a:lnTo>
                  <a:pt x="900113" y="171445"/>
                </a:lnTo>
                <a:lnTo>
                  <a:pt x="904875" y="166729"/>
                </a:lnTo>
                <a:lnTo>
                  <a:pt x="909638" y="162072"/>
                </a:lnTo>
                <a:lnTo>
                  <a:pt x="914400" y="157527"/>
                </a:lnTo>
                <a:lnTo>
                  <a:pt x="919163" y="153164"/>
                </a:lnTo>
                <a:lnTo>
                  <a:pt x="923925" y="149042"/>
                </a:lnTo>
                <a:lnTo>
                  <a:pt x="928688" y="145196"/>
                </a:lnTo>
                <a:lnTo>
                  <a:pt x="933450" y="141607"/>
                </a:lnTo>
                <a:lnTo>
                  <a:pt x="938213" y="138200"/>
                </a:lnTo>
                <a:lnTo>
                  <a:pt x="942975" y="134869"/>
                </a:lnTo>
                <a:lnTo>
                  <a:pt x="947738" y="131519"/>
                </a:lnTo>
                <a:lnTo>
                  <a:pt x="952500" y="128105"/>
                </a:lnTo>
                <a:lnTo>
                  <a:pt x="957263" y="124647"/>
                </a:lnTo>
                <a:lnTo>
                  <a:pt x="962025" y="121197"/>
                </a:lnTo>
                <a:lnTo>
                  <a:pt x="966788" y="117804"/>
                </a:lnTo>
                <a:lnTo>
                  <a:pt x="971550" y="114487"/>
                </a:lnTo>
                <a:lnTo>
                  <a:pt x="976313" y="111236"/>
                </a:lnTo>
                <a:lnTo>
                  <a:pt x="981075" y="108030"/>
                </a:lnTo>
                <a:lnTo>
                  <a:pt x="985838" y="104874"/>
                </a:lnTo>
                <a:lnTo>
                  <a:pt x="990600" y="101795"/>
                </a:lnTo>
                <a:lnTo>
                  <a:pt x="995363" y="98826"/>
                </a:lnTo>
                <a:lnTo>
                  <a:pt x="1000125" y="95989"/>
                </a:lnTo>
                <a:lnTo>
                  <a:pt x="1004888" y="93286"/>
                </a:lnTo>
                <a:lnTo>
                  <a:pt x="1009650" y="90699"/>
                </a:lnTo>
                <a:lnTo>
                  <a:pt x="1014413" y="88199"/>
                </a:lnTo>
                <a:lnTo>
                  <a:pt x="1019175" y="85757"/>
                </a:lnTo>
                <a:lnTo>
                  <a:pt x="1023938" y="83349"/>
                </a:lnTo>
                <a:lnTo>
                  <a:pt x="1028700" y="80961"/>
                </a:lnTo>
                <a:lnTo>
                  <a:pt x="1033463" y="78580"/>
                </a:lnTo>
                <a:lnTo>
                  <a:pt x="1038225" y="76200"/>
                </a:lnTo>
                <a:lnTo>
                  <a:pt x="1042988" y="73819"/>
                </a:lnTo>
                <a:lnTo>
                  <a:pt x="1047750" y="71438"/>
                </a:lnTo>
                <a:lnTo>
                  <a:pt x="1052513" y="69054"/>
                </a:lnTo>
                <a:lnTo>
                  <a:pt x="1057275" y="66670"/>
                </a:lnTo>
                <a:lnTo>
                  <a:pt x="1062038" y="64292"/>
                </a:lnTo>
                <a:lnTo>
                  <a:pt x="1066800" y="61932"/>
                </a:lnTo>
                <a:lnTo>
                  <a:pt x="1071563" y="59604"/>
                </a:lnTo>
                <a:lnTo>
                  <a:pt x="1076325" y="57332"/>
                </a:lnTo>
                <a:lnTo>
                  <a:pt x="1081088" y="55150"/>
                </a:lnTo>
                <a:lnTo>
                  <a:pt x="1085850" y="53088"/>
                </a:lnTo>
                <a:lnTo>
                  <a:pt x="1090613" y="51165"/>
                </a:lnTo>
                <a:lnTo>
                  <a:pt x="1095375" y="49372"/>
                </a:lnTo>
                <a:lnTo>
                  <a:pt x="1100138" y="47673"/>
                </a:lnTo>
                <a:lnTo>
                  <a:pt x="1104900" y="46019"/>
                </a:lnTo>
                <a:lnTo>
                  <a:pt x="1109663" y="44374"/>
                </a:lnTo>
                <a:lnTo>
                  <a:pt x="1114425" y="42729"/>
                </a:lnTo>
                <a:lnTo>
                  <a:pt x="1119188" y="41108"/>
                </a:lnTo>
                <a:lnTo>
                  <a:pt x="1123950" y="39556"/>
                </a:lnTo>
                <a:lnTo>
                  <a:pt x="1128713" y="38116"/>
                </a:lnTo>
                <a:lnTo>
                  <a:pt x="1133475" y="36814"/>
                </a:lnTo>
                <a:lnTo>
                  <a:pt x="1138238" y="35645"/>
                </a:lnTo>
                <a:lnTo>
                  <a:pt x="1143000" y="34591"/>
                </a:lnTo>
                <a:lnTo>
                  <a:pt x="1147763" y="33626"/>
                </a:lnTo>
                <a:lnTo>
                  <a:pt x="1152525" y="32727"/>
                </a:lnTo>
                <a:lnTo>
                  <a:pt x="1157288" y="31877"/>
                </a:lnTo>
                <a:lnTo>
                  <a:pt x="1162050" y="31061"/>
                </a:lnTo>
                <a:lnTo>
                  <a:pt x="1166813" y="30270"/>
                </a:lnTo>
                <a:lnTo>
                  <a:pt x="1171575" y="29501"/>
                </a:lnTo>
                <a:lnTo>
                  <a:pt x="1176338" y="28753"/>
                </a:lnTo>
                <a:lnTo>
                  <a:pt x="1181100" y="28025"/>
                </a:lnTo>
                <a:lnTo>
                  <a:pt x="1185863" y="27317"/>
                </a:lnTo>
                <a:lnTo>
                  <a:pt x="1190625" y="26629"/>
                </a:lnTo>
                <a:lnTo>
                  <a:pt x="1195388" y="25960"/>
                </a:lnTo>
                <a:lnTo>
                  <a:pt x="1200150" y="25309"/>
                </a:lnTo>
                <a:lnTo>
                  <a:pt x="1204913" y="24676"/>
                </a:lnTo>
                <a:lnTo>
                  <a:pt x="1209675" y="24061"/>
                </a:lnTo>
                <a:lnTo>
                  <a:pt x="1214438" y="23463"/>
                </a:lnTo>
                <a:lnTo>
                  <a:pt x="1219200" y="22882"/>
                </a:lnTo>
                <a:lnTo>
                  <a:pt x="1223963" y="22317"/>
                </a:lnTo>
                <a:lnTo>
                  <a:pt x="1228725" y="21768"/>
                </a:lnTo>
                <a:lnTo>
                  <a:pt x="1233488" y="21234"/>
                </a:lnTo>
                <a:lnTo>
                  <a:pt x="1238250" y="20715"/>
                </a:lnTo>
                <a:lnTo>
                  <a:pt x="1243013" y="20210"/>
                </a:lnTo>
                <a:lnTo>
                  <a:pt x="1247775" y="19719"/>
                </a:lnTo>
                <a:lnTo>
                  <a:pt x="1252538" y="19241"/>
                </a:lnTo>
                <a:lnTo>
                  <a:pt x="1257300" y="18777"/>
                </a:lnTo>
                <a:lnTo>
                  <a:pt x="1262063" y="18325"/>
                </a:lnTo>
                <a:lnTo>
                  <a:pt x="1266825" y="17885"/>
                </a:lnTo>
                <a:lnTo>
                  <a:pt x="1271588" y="17456"/>
                </a:lnTo>
                <a:lnTo>
                  <a:pt x="1276350" y="17039"/>
                </a:lnTo>
                <a:lnTo>
                  <a:pt x="1281113" y="16632"/>
                </a:lnTo>
                <a:lnTo>
                  <a:pt x="1285875" y="16235"/>
                </a:lnTo>
                <a:lnTo>
                  <a:pt x="1290638" y="15848"/>
                </a:lnTo>
                <a:lnTo>
                  <a:pt x="1295400" y="15470"/>
                </a:lnTo>
                <a:lnTo>
                  <a:pt x="1300163" y="15101"/>
                </a:lnTo>
                <a:lnTo>
                  <a:pt x="1304925" y="14740"/>
                </a:lnTo>
                <a:lnTo>
                  <a:pt x="1309688" y="14387"/>
                </a:lnTo>
                <a:lnTo>
                  <a:pt x="1314450" y="14042"/>
                </a:lnTo>
                <a:lnTo>
                  <a:pt x="1319213" y="13703"/>
                </a:lnTo>
                <a:lnTo>
                  <a:pt x="1323975" y="13370"/>
                </a:lnTo>
                <a:lnTo>
                  <a:pt x="1328738" y="13044"/>
                </a:lnTo>
                <a:lnTo>
                  <a:pt x="1333500" y="12723"/>
                </a:lnTo>
                <a:lnTo>
                  <a:pt x="1338263" y="12407"/>
                </a:lnTo>
                <a:lnTo>
                  <a:pt x="1343025" y="12095"/>
                </a:lnTo>
                <a:lnTo>
                  <a:pt x="1347788" y="11788"/>
                </a:lnTo>
                <a:lnTo>
                  <a:pt x="1352550" y="11484"/>
                </a:lnTo>
                <a:lnTo>
                  <a:pt x="1357313" y="11183"/>
                </a:lnTo>
                <a:lnTo>
                  <a:pt x="1362075" y="10885"/>
                </a:lnTo>
                <a:lnTo>
                  <a:pt x="1366838" y="10589"/>
                </a:lnTo>
                <a:lnTo>
                  <a:pt x="1371600" y="10295"/>
                </a:lnTo>
                <a:lnTo>
                  <a:pt x="1376363" y="10002"/>
                </a:lnTo>
                <a:lnTo>
                  <a:pt x="1381125" y="9710"/>
                </a:lnTo>
                <a:lnTo>
                  <a:pt x="1385888" y="9418"/>
                </a:lnTo>
                <a:lnTo>
                  <a:pt x="1390650" y="9126"/>
                </a:lnTo>
                <a:lnTo>
                  <a:pt x="1395413" y="8833"/>
                </a:lnTo>
                <a:lnTo>
                  <a:pt x="1400175" y="8539"/>
                </a:lnTo>
                <a:lnTo>
                  <a:pt x="1404938" y="8244"/>
                </a:lnTo>
                <a:lnTo>
                  <a:pt x="1409700" y="7947"/>
                </a:lnTo>
                <a:lnTo>
                  <a:pt x="1414463" y="7647"/>
                </a:lnTo>
                <a:lnTo>
                  <a:pt x="1419225" y="7344"/>
                </a:lnTo>
                <a:lnTo>
                  <a:pt x="1423988" y="7038"/>
                </a:lnTo>
                <a:lnTo>
                  <a:pt x="1428750" y="6727"/>
                </a:lnTo>
                <a:lnTo>
                  <a:pt x="1433513" y="6413"/>
                </a:lnTo>
                <a:lnTo>
                  <a:pt x="1438275" y="6094"/>
                </a:lnTo>
                <a:lnTo>
                  <a:pt x="1443038" y="5769"/>
                </a:lnTo>
                <a:lnTo>
                  <a:pt x="1447800" y="5439"/>
                </a:lnTo>
                <a:lnTo>
                  <a:pt x="1452563" y="5102"/>
                </a:lnTo>
                <a:lnTo>
                  <a:pt x="1457325" y="4759"/>
                </a:lnTo>
                <a:lnTo>
                  <a:pt x="1462088" y="4408"/>
                </a:lnTo>
                <a:lnTo>
                  <a:pt x="1466850" y="4050"/>
                </a:lnTo>
                <a:lnTo>
                  <a:pt x="1471613" y="3684"/>
                </a:lnTo>
                <a:lnTo>
                  <a:pt x="1476375" y="3309"/>
                </a:lnTo>
                <a:lnTo>
                  <a:pt x="1481138" y="2927"/>
                </a:lnTo>
                <a:lnTo>
                  <a:pt x="1485900" y="2539"/>
                </a:lnTo>
                <a:lnTo>
                  <a:pt x="1490663" y="2150"/>
                </a:lnTo>
                <a:lnTo>
                  <a:pt x="1495425" y="1767"/>
                </a:lnTo>
                <a:lnTo>
                  <a:pt x="1500188" y="1400"/>
                </a:lnTo>
                <a:lnTo>
                  <a:pt x="1504950" y="1061"/>
                </a:lnTo>
                <a:lnTo>
                  <a:pt x="1509713" y="764"/>
                </a:lnTo>
                <a:lnTo>
                  <a:pt x="1514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12" name="AI048-path-12">
            <a:extLst xmlns:a="http://schemas.openxmlformats.org/drawingml/2006/main">
              <a:ext uri="{FF2B5EF4-FFF2-40B4-BE49-F238E27FC236}">
                <a16:creationId xmlns:a16="http://schemas.microsoft.com/office/drawing/2014/main" id="{B98017D4-734D-441E-BAF4-1B4566D6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828675"/>
            <a:ext cx="1514475" cy="1552575"/>
          </a:xfrm>
          <a:custGeom xmlns:a="http://schemas.openxmlformats.org/drawingml/2006/main">
            <a:pathLst>
              <a:path w="1514475" h="1552575">
                <a:moveTo>
                  <a:pt x="0" y="1552575"/>
                </a:moveTo>
                <a:lnTo>
                  <a:pt x="4763" y="1545356"/>
                </a:lnTo>
                <a:lnTo>
                  <a:pt x="9525" y="1542487"/>
                </a:lnTo>
                <a:lnTo>
                  <a:pt x="14288" y="1539184"/>
                </a:lnTo>
                <a:lnTo>
                  <a:pt x="19050" y="1535556"/>
                </a:lnTo>
                <a:lnTo>
                  <a:pt x="23813" y="1531715"/>
                </a:lnTo>
                <a:lnTo>
                  <a:pt x="28575" y="1527753"/>
                </a:lnTo>
                <a:lnTo>
                  <a:pt x="33338" y="1523732"/>
                </a:lnTo>
                <a:lnTo>
                  <a:pt x="38100" y="1519691"/>
                </a:lnTo>
                <a:lnTo>
                  <a:pt x="42863" y="1515653"/>
                </a:lnTo>
                <a:lnTo>
                  <a:pt x="47625" y="1511631"/>
                </a:lnTo>
                <a:lnTo>
                  <a:pt x="52388" y="1507626"/>
                </a:lnTo>
                <a:lnTo>
                  <a:pt x="57150" y="1503637"/>
                </a:lnTo>
                <a:lnTo>
                  <a:pt x="61913" y="1499664"/>
                </a:lnTo>
                <a:lnTo>
                  <a:pt x="66675" y="1495707"/>
                </a:lnTo>
                <a:lnTo>
                  <a:pt x="71438" y="1491765"/>
                </a:lnTo>
                <a:lnTo>
                  <a:pt x="76200" y="1487837"/>
                </a:lnTo>
                <a:lnTo>
                  <a:pt x="80963" y="1483923"/>
                </a:lnTo>
                <a:lnTo>
                  <a:pt x="85725" y="1480023"/>
                </a:lnTo>
                <a:lnTo>
                  <a:pt x="90488" y="1476137"/>
                </a:lnTo>
                <a:lnTo>
                  <a:pt x="95250" y="1472263"/>
                </a:lnTo>
                <a:lnTo>
                  <a:pt x="100013" y="1468402"/>
                </a:lnTo>
                <a:lnTo>
                  <a:pt x="104775" y="1464553"/>
                </a:lnTo>
                <a:lnTo>
                  <a:pt x="109538" y="1460716"/>
                </a:lnTo>
                <a:lnTo>
                  <a:pt x="114300" y="1456891"/>
                </a:lnTo>
                <a:lnTo>
                  <a:pt x="119063" y="1453076"/>
                </a:lnTo>
                <a:lnTo>
                  <a:pt x="123825" y="1449272"/>
                </a:lnTo>
                <a:lnTo>
                  <a:pt x="128588" y="1445477"/>
                </a:lnTo>
                <a:lnTo>
                  <a:pt x="133350" y="1441693"/>
                </a:lnTo>
                <a:lnTo>
                  <a:pt x="138113" y="1437918"/>
                </a:lnTo>
                <a:lnTo>
                  <a:pt x="142875" y="1434151"/>
                </a:lnTo>
                <a:lnTo>
                  <a:pt x="147638" y="1430393"/>
                </a:lnTo>
                <a:lnTo>
                  <a:pt x="152400" y="1426644"/>
                </a:lnTo>
                <a:lnTo>
                  <a:pt x="157163" y="1422901"/>
                </a:lnTo>
                <a:lnTo>
                  <a:pt x="161925" y="1419166"/>
                </a:lnTo>
                <a:lnTo>
                  <a:pt x="166688" y="1415438"/>
                </a:lnTo>
                <a:lnTo>
                  <a:pt x="171450" y="1411717"/>
                </a:lnTo>
                <a:lnTo>
                  <a:pt x="176213" y="1408001"/>
                </a:lnTo>
                <a:lnTo>
                  <a:pt x="180975" y="1404291"/>
                </a:lnTo>
                <a:lnTo>
                  <a:pt x="185738" y="1400586"/>
                </a:lnTo>
                <a:lnTo>
                  <a:pt x="190500" y="1396886"/>
                </a:lnTo>
                <a:lnTo>
                  <a:pt x="195263" y="1393190"/>
                </a:lnTo>
                <a:lnTo>
                  <a:pt x="200025" y="1389498"/>
                </a:lnTo>
                <a:lnTo>
                  <a:pt x="204788" y="1385810"/>
                </a:lnTo>
                <a:lnTo>
                  <a:pt x="209550" y="1382125"/>
                </a:lnTo>
                <a:lnTo>
                  <a:pt x="214313" y="1378443"/>
                </a:lnTo>
                <a:lnTo>
                  <a:pt x="219075" y="1374763"/>
                </a:lnTo>
                <a:lnTo>
                  <a:pt x="223838" y="1371084"/>
                </a:lnTo>
                <a:lnTo>
                  <a:pt x="228600" y="1367408"/>
                </a:lnTo>
                <a:lnTo>
                  <a:pt x="233363" y="1363732"/>
                </a:lnTo>
                <a:lnTo>
                  <a:pt x="238125" y="1360057"/>
                </a:lnTo>
                <a:lnTo>
                  <a:pt x="242888" y="1356383"/>
                </a:lnTo>
                <a:lnTo>
                  <a:pt x="247650" y="1352708"/>
                </a:lnTo>
                <a:lnTo>
                  <a:pt x="252413" y="1349033"/>
                </a:lnTo>
                <a:lnTo>
                  <a:pt x="257175" y="1345357"/>
                </a:lnTo>
                <a:lnTo>
                  <a:pt x="261938" y="1341679"/>
                </a:lnTo>
                <a:lnTo>
                  <a:pt x="266700" y="1338000"/>
                </a:lnTo>
                <a:lnTo>
                  <a:pt x="271463" y="1334318"/>
                </a:lnTo>
                <a:lnTo>
                  <a:pt x="276225" y="1330634"/>
                </a:lnTo>
                <a:lnTo>
                  <a:pt x="280988" y="1326947"/>
                </a:lnTo>
                <a:lnTo>
                  <a:pt x="285750" y="1323256"/>
                </a:lnTo>
                <a:lnTo>
                  <a:pt x="290513" y="1319562"/>
                </a:lnTo>
                <a:lnTo>
                  <a:pt x="295275" y="1315863"/>
                </a:lnTo>
                <a:lnTo>
                  <a:pt x="300038" y="1312160"/>
                </a:lnTo>
                <a:lnTo>
                  <a:pt x="304800" y="1308452"/>
                </a:lnTo>
                <a:lnTo>
                  <a:pt x="309563" y="1304738"/>
                </a:lnTo>
                <a:lnTo>
                  <a:pt x="314325" y="1301018"/>
                </a:lnTo>
                <a:lnTo>
                  <a:pt x="319088" y="1297292"/>
                </a:lnTo>
                <a:lnTo>
                  <a:pt x="323850" y="1293560"/>
                </a:lnTo>
                <a:lnTo>
                  <a:pt x="328613" y="1289820"/>
                </a:lnTo>
                <a:lnTo>
                  <a:pt x="333375" y="1286073"/>
                </a:lnTo>
                <a:lnTo>
                  <a:pt x="338138" y="1282318"/>
                </a:lnTo>
                <a:lnTo>
                  <a:pt x="342900" y="1278554"/>
                </a:lnTo>
                <a:lnTo>
                  <a:pt x="347663" y="1274782"/>
                </a:lnTo>
                <a:lnTo>
                  <a:pt x="352425" y="1271000"/>
                </a:lnTo>
                <a:lnTo>
                  <a:pt x="357188" y="1267210"/>
                </a:lnTo>
                <a:lnTo>
                  <a:pt x="361950" y="1263409"/>
                </a:lnTo>
                <a:lnTo>
                  <a:pt x="366713" y="1259597"/>
                </a:lnTo>
                <a:lnTo>
                  <a:pt x="371475" y="1255775"/>
                </a:lnTo>
                <a:lnTo>
                  <a:pt x="376238" y="1251942"/>
                </a:lnTo>
                <a:lnTo>
                  <a:pt x="381000" y="1248097"/>
                </a:lnTo>
                <a:lnTo>
                  <a:pt x="385763" y="1244240"/>
                </a:lnTo>
                <a:lnTo>
                  <a:pt x="390525" y="1240371"/>
                </a:lnTo>
                <a:lnTo>
                  <a:pt x="395288" y="1236489"/>
                </a:lnTo>
                <a:lnTo>
                  <a:pt x="400050" y="1232594"/>
                </a:lnTo>
                <a:lnTo>
                  <a:pt x="404813" y="1228685"/>
                </a:lnTo>
                <a:lnTo>
                  <a:pt x="409575" y="1224762"/>
                </a:lnTo>
                <a:lnTo>
                  <a:pt x="414338" y="1220824"/>
                </a:lnTo>
                <a:lnTo>
                  <a:pt x="419100" y="1216872"/>
                </a:lnTo>
                <a:lnTo>
                  <a:pt x="423863" y="1212904"/>
                </a:lnTo>
                <a:lnTo>
                  <a:pt x="428625" y="1208921"/>
                </a:lnTo>
                <a:lnTo>
                  <a:pt x="433388" y="1204921"/>
                </a:lnTo>
                <a:lnTo>
                  <a:pt x="438150" y="1200905"/>
                </a:lnTo>
                <a:lnTo>
                  <a:pt x="442913" y="1196872"/>
                </a:lnTo>
                <a:lnTo>
                  <a:pt x="447675" y="1192822"/>
                </a:lnTo>
                <a:lnTo>
                  <a:pt x="452438" y="1188754"/>
                </a:lnTo>
                <a:lnTo>
                  <a:pt x="457200" y="1184667"/>
                </a:lnTo>
                <a:lnTo>
                  <a:pt x="461963" y="1180563"/>
                </a:lnTo>
                <a:lnTo>
                  <a:pt x="466725" y="1176439"/>
                </a:lnTo>
                <a:lnTo>
                  <a:pt x="471488" y="1172296"/>
                </a:lnTo>
                <a:lnTo>
                  <a:pt x="476250" y="1168133"/>
                </a:lnTo>
                <a:lnTo>
                  <a:pt x="481013" y="1163950"/>
                </a:lnTo>
                <a:lnTo>
                  <a:pt x="485775" y="1159746"/>
                </a:lnTo>
                <a:lnTo>
                  <a:pt x="490538" y="1155521"/>
                </a:lnTo>
                <a:lnTo>
                  <a:pt x="495300" y="1151275"/>
                </a:lnTo>
                <a:lnTo>
                  <a:pt x="500063" y="1147007"/>
                </a:lnTo>
                <a:lnTo>
                  <a:pt x="504825" y="1142716"/>
                </a:lnTo>
                <a:lnTo>
                  <a:pt x="509588" y="1138403"/>
                </a:lnTo>
                <a:lnTo>
                  <a:pt x="514350" y="1134067"/>
                </a:lnTo>
                <a:lnTo>
                  <a:pt x="519113" y="1129708"/>
                </a:lnTo>
                <a:lnTo>
                  <a:pt x="523875" y="1125324"/>
                </a:lnTo>
                <a:lnTo>
                  <a:pt x="528638" y="1120917"/>
                </a:lnTo>
                <a:lnTo>
                  <a:pt x="533400" y="1116484"/>
                </a:lnTo>
                <a:lnTo>
                  <a:pt x="538163" y="1112027"/>
                </a:lnTo>
                <a:lnTo>
                  <a:pt x="542925" y="1107543"/>
                </a:lnTo>
                <a:lnTo>
                  <a:pt x="547688" y="1103034"/>
                </a:lnTo>
                <a:lnTo>
                  <a:pt x="552450" y="1098499"/>
                </a:lnTo>
                <a:lnTo>
                  <a:pt x="557213" y="1093937"/>
                </a:lnTo>
                <a:lnTo>
                  <a:pt x="561975" y="1089348"/>
                </a:lnTo>
                <a:lnTo>
                  <a:pt x="566738" y="1084731"/>
                </a:lnTo>
                <a:lnTo>
                  <a:pt x="571500" y="1080086"/>
                </a:lnTo>
                <a:lnTo>
                  <a:pt x="576263" y="1075412"/>
                </a:lnTo>
                <a:lnTo>
                  <a:pt x="581025" y="1070710"/>
                </a:lnTo>
                <a:lnTo>
                  <a:pt x="585788" y="1065979"/>
                </a:lnTo>
                <a:lnTo>
                  <a:pt x="590550" y="1061218"/>
                </a:lnTo>
                <a:lnTo>
                  <a:pt x="595313" y="1056427"/>
                </a:lnTo>
                <a:lnTo>
                  <a:pt x="600075" y="1051606"/>
                </a:lnTo>
                <a:lnTo>
                  <a:pt x="604838" y="1046753"/>
                </a:lnTo>
                <a:lnTo>
                  <a:pt x="609600" y="1041870"/>
                </a:lnTo>
                <a:lnTo>
                  <a:pt x="614363" y="1036955"/>
                </a:lnTo>
                <a:lnTo>
                  <a:pt x="619125" y="1032007"/>
                </a:lnTo>
                <a:lnTo>
                  <a:pt x="623888" y="1027028"/>
                </a:lnTo>
                <a:lnTo>
                  <a:pt x="628650" y="1022015"/>
                </a:lnTo>
                <a:lnTo>
                  <a:pt x="633413" y="1016969"/>
                </a:lnTo>
                <a:lnTo>
                  <a:pt x="638175" y="1011889"/>
                </a:lnTo>
                <a:lnTo>
                  <a:pt x="642938" y="1006775"/>
                </a:lnTo>
                <a:lnTo>
                  <a:pt x="647700" y="1001627"/>
                </a:lnTo>
                <a:lnTo>
                  <a:pt x="652463" y="996444"/>
                </a:lnTo>
                <a:lnTo>
                  <a:pt x="657225" y="991225"/>
                </a:lnTo>
                <a:lnTo>
                  <a:pt x="661988" y="985970"/>
                </a:lnTo>
                <a:lnTo>
                  <a:pt x="666750" y="980680"/>
                </a:lnTo>
                <a:lnTo>
                  <a:pt x="671513" y="975352"/>
                </a:lnTo>
                <a:lnTo>
                  <a:pt x="676275" y="969988"/>
                </a:lnTo>
                <a:lnTo>
                  <a:pt x="681038" y="964587"/>
                </a:lnTo>
                <a:lnTo>
                  <a:pt x="685800" y="959147"/>
                </a:lnTo>
                <a:lnTo>
                  <a:pt x="690563" y="953666"/>
                </a:lnTo>
                <a:lnTo>
                  <a:pt x="695325" y="948134"/>
                </a:lnTo>
                <a:lnTo>
                  <a:pt x="700088" y="942540"/>
                </a:lnTo>
                <a:lnTo>
                  <a:pt x="704850" y="936864"/>
                </a:lnTo>
                <a:lnTo>
                  <a:pt x="709613" y="931088"/>
                </a:lnTo>
                <a:lnTo>
                  <a:pt x="714375" y="925188"/>
                </a:lnTo>
                <a:lnTo>
                  <a:pt x="719138" y="919134"/>
                </a:lnTo>
                <a:lnTo>
                  <a:pt x="723900" y="912917"/>
                </a:lnTo>
                <a:lnTo>
                  <a:pt x="728663" y="906556"/>
                </a:lnTo>
                <a:lnTo>
                  <a:pt x="733425" y="900081"/>
                </a:lnTo>
                <a:lnTo>
                  <a:pt x="738188" y="893521"/>
                </a:lnTo>
                <a:lnTo>
                  <a:pt x="742950" y="886897"/>
                </a:lnTo>
                <a:lnTo>
                  <a:pt x="747713" y="880225"/>
                </a:lnTo>
                <a:lnTo>
                  <a:pt x="752475" y="873513"/>
                </a:lnTo>
                <a:lnTo>
                  <a:pt x="757238" y="866776"/>
                </a:lnTo>
                <a:lnTo>
                  <a:pt x="762000" y="860028"/>
                </a:lnTo>
                <a:lnTo>
                  <a:pt x="766763" y="853279"/>
                </a:lnTo>
                <a:lnTo>
                  <a:pt x="771525" y="846524"/>
                </a:lnTo>
                <a:lnTo>
                  <a:pt x="776288" y="839739"/>
                </a:lnTo>
                <a:lnTo>
                  <a:pt x="781050" y="832898"/>
                </a:lnTo>
                <a:lnTo>
                  <a:pt x="785813" y="825982"/>
                </a:lnTo>
                <a:lnTo>
                  <a:pt x="790575" y="818987"/>
                </a:lnTo>
                <a:lnTo>
                  <a:pt x="795338" y="811929"/>
                </a:lnTo>
                <a:lnTo>
                  <a:pt x="800100" y="804834"/>
                </a:lnTo>
                <a:lnTo>
                  <a:pt x="804863" y="797716"/>
                </a:lnTo>
                <a:lnTo>
                  <a:pt x="809625" y="790580"/>
                </a:lnTo>
                <a:lnTo>
                  <a:pt x="814388" y="783426"/>
                </a:lnTo>
                <a:lnTo>
                  <a:pt x="819150" y="776253"/>
                </a:lnTo>
                <a:lnTo>
                  <a:pt x="823913" y="769056"/>
                </a:lnTo>
                <a:lnTo>
                  <a:pt x="828675" y="761819"/>
                </a:lnTo>
                <a:lnTo>
                  <a:pt x="833438" y="754517"/>
                </a:lnTo>
                <a:lnTo>
                  <a:pt x="838200" y="747135"/>
                </a:lnTo>
                <a:lnTo>
                  <a:pt x="842963" y="739689"/>
                </a:lnTo>
                <a:lnTo>
                  <a:pt x="847725" y="732210"/>
                </a:lnTo>
                <a:lnTo>
                  <a:pt x="852488" y="724734"/>
                </a:lnTo>
                <a:lnTo>
                  <a:pt x="857250" y="717294"/>
                </a:lnTo>
                <a:lnTo>
                  <a:pt x="862013" y="709918"/>
                </a:lnTo>
                <a:lnTo>
                  <a:pt x="866775" y="702603"/>
                </a:lnTo>
                <a:lnTo>
                  <a:pt x="871538" y="695326"/>
                </a:lnTo>
                <a:lnTo>
                  <a:pt x="876300" y="688049"/>
                </a:lnTo>
                <a:lnTo>
                  <a:pt x="881063" y="680726"/>
                </a:lnTo>
                <a:lnTo>
                  <a:pt x="885825" y="673321"/>
                </a:lnTo>
                <a:lnTo>
                  <a:pt x="890588" y="665828"/>
                </a:lnTo>
                <a:lnTo>
                  <a:pt x="895350" y="658259"/>
                </a:lnTo>
                <a:lnTo>
                  <a:pt x="900113" y="650622"/>
                </a:lnTo>
                <a:lnTo>
                  <a:pt x="904875" y="642938"/>
                </a:lnTo>
                <a:lnTo>
                  <a:pt x="909638" y="635253"/>
                </a:lnTo>
                <a:lnTo>
                  <a:pt x="914400" y="627616"/>
                </a:lnTo>
                <a:lnTo>
                  <a:pt x="919163" y="620045"/>
                </a:lnTo>
                <a:lnTo>
                  <a:pt x="923925" y="612550"/>
                </a:lnTo>
                <a:lnTo>
                  <a:pt x="928688" y="605151"/>
                </a:lnTo>
                <a:lnTo>
                  <a:pt x="933450" y="597852"/>
                </a:lnTo>
                <a:lnTo>
                  <a:pt x="938213" y="590626"/>
                </a:lnTo>
                <a:lnTo>
                  <a:pt x="942975" y="583437"/>
                </a:lnTo>
                <a:lnTo>
                  <a:pt x="947738" y="576258"/>
                </a:lnTo>
                <a:lnTo>
                  <a:pt x="952500" y="569058"/>
                </a:lnTo>
                <a:lnTo>
                  <a:pt x="957263" y="561815"/>
                </a:lnTo>
                <a:lnTo>
                  <a:pt x="962025" y="554494"/>
                </a:lnTo>
                <a:lnTo>
                  <a:pt x="966788" y="547046"/>
                </a:lnTo>
                <a:lnTo>
                  <a:pt x="971550" y="539436"/>
                </a:lnTo>
                <a:lnTo>
                  <a:pt x="976313" y="531691"/>
                </a:lnTo>
                <a:lnTo>
                  <a:pt x="981075" y="523875"/>
                </a:lnTo>
                <a:lnTo>
                  <a:pt x="985838" y="516059"/>
                </a:lnTo>
                <a:lnTo>
                  <a:pt x="990600" y="508314"/>
                </a:lnTo>
                <a:lnTo>
                  <a:pt x="995363" y="500704"/>
                </a:lnTo>
                <a:lnTo>
                  <a:pt x="1000125" y="493256"/>
                </a:lnTo>
                <a:lnTo>
                  <a:pt x="1004888" y="485934"/>
                </a:lnTo>
                <a:lnTo>
                  <a:pt x="1009650" y="478688"/>
                </a:lnTo>
                <a:lnTo>
                  <a:pt x="1014413" y="471494"/>
                </a:lnTo>
                <a:lnTo>
                  <a:pt x="1019175" y="464339"/>
                </a:lnTo>
                <a:lnTo>
                  <a:pt x="1023938" y="457197"/>
                </a:lnTo>
                <a:lnTo>
                  <a:pt x="1028700" y="450054"/>
                </a:lnTo>
                <a:lnTo>
                  <a:pt x="1033463" y="442913"/>
                </a:lnTo>
                <a:lnTo>
                  <a:pt x="1038225" y="435771"/>
                </a:lnTo>
                <a:lnTo>
                  <a:pt x="1042988" y="428625"/>
                </a:lnTo>
                <a:lnTo>
                  <a:pt x="1047750" y="421479"/>
                </a:lnTo>
                <a:lnTo>
                  <a:pt x="1052513" y="414337"/>
                </a:lnTo>
                <a:lnTo>
                  <a:pt x="1057275" y="407195"/>
                </a:lnTo>
                <a:lnTo>
                  <a:pt x="1062038" y="400058"/>
                </a:lnTo>
                <a:lnTo>
                  <a:pt x="1066800" y="392941"/>
                </a:lnTo>
                <a:lnTo>
                  <a:pt x="1071563" y="385853"/>
                </a:lnTo>
                <a:lnTo>
                  <a:pt x="1076325" y="378803"/>
                </a:lnTo>
                <a:lnTo>
                  <a:pt x="1081088" y="371821"/>
                </a:lnTo>
                <a:lnTo>
                  <a:pt x="1085850" y="364935"/>
                </a:lnTo>
                <a:lnTo>
                  <a:pt x="1090613" y="358158"/>
                </a:lnTo>
                <a:lnTo>
                  <a:pt x="1095375" y="351491"/>
                </a:lnTo>
                <a:lnTo>
                  <a:pt x="1100138" y="344956"/>
                </a:lnTo>
                <a:lnTo>
                  <a:pt x="1104900" y="338592"/>
                </a:lnTo>
                <a:lnTo>
                  <a:pt x="1109663" y="332445"/>
                </a:lnTo>
                <a:lnTo>
                  <a:pt x="1114425" y="326560"/>
                </a:lnTo>
                <a:lnTo>
                  <a:pt x="1119188" y="320983"/>
                </a:lnTo>
                <a:lnTo>
                  <a:pt x="1123950" y="315733"/>
                </a:lnTo>
                <a:lnTo>
                  <a:pt x="1128713" y="310781"/>
                </a:lnTo>
                <a:lnTo>
                  <a:pt x="1133475" y="306065"/>
                </a:lnTo>
                <a:lnTo>
                  <a:pt x="1138238" y="301528"/>
                </a:lnTo>
                <a:lnTo>
                  <a:pt x="1143000" y="297118"/>
                </a:lnTo>
                <a:lnTo>
                  <a:pt x="1147763" y="292792"/>
                </a:lnTo>
                <a:lnTo>
                  <a:pt x="1152525" y="288520"/>
                </a:lnTo>
                <a:lnTo>
                  <a:pt x="1157288" y="284286"/>
                </a:lnTo>
                <a:lnTo>
                  <a:pt x="1162050" y="280077"/>
                </a:lnTo>
                <a:lnTo>
                  <a:pt x="1166813" y="275893"/>
                </a:lnTo>
                <a:lnTo>
                  <a:pt x="1171575" y="271731"/>
                </a:lnTo>
                <a:lnTo>
                  <a:pt x="1176338" y="267592"/>
                </a:lnTo>
                <a:lnTo>
                  <a:pt x="1181100" y="263475"/>
                </a:lnTo>
                <a:lnTo>
                  <a:pt x="1185863" y="259380"/>
                </a:lnTo>
                <a:lnTo>
                  <a:pt x="1190625" y="255305"/>
                </a:lnTo>
                <a:lnTo>
                  <a:pt x="1195388" y="251251"/>
                </a:lnTo>
                <a:lnTo>
                  <a:pt x="1200150" y="247217"/>
                </a:lnTo>
                <a:lnTo>
                  <a:pt x="1204913" y="243203"/>
                </a:lnTo>
                <a:lnTo>
                  <a:pt x="1209675" y="239208"/>
                </a:lnTo>
                <a:lnTo>
                  <a:pt x="1214438" y="235231"/>
                </a:lnTo>
                <a:lnTo>
                  <a:pt x="1219200" y="231272"/>
                </a:lnTo>
                <a:lnTo>
                  <a:pt x="1223963" y="227330"/>
                </a:lnTo>
                <a:lnTo>
                  <a:pt x="1228725" y="223406"/>
                </a:lnTo>
                <a:lnTo>
                  <a:pt x="1233488" y="219498"/>
                </a:lnTo>
                <a:lnTo>
                  <a:pt x="1238250" y="215606"/>
                </a:lnTo>
                <a:lnTo>
                  <a:pt x="1243013" y="211729"/>
                </a:lnTo>
                <a:lnTo>
                  <a:pt x="1247775" y="207868"/>
                </a:lnTo>
                <a:lnTo>
                  <a:pt x="1252538" y="204021"/>
                </a:lnTo>
                <a:lnTo>
                  <a:pt x="1257300" y="200188"/>
                </a:lnTo>
                <a:lnTo>
                  <a:pt x="1262063" y="196368"/>
                </a:lnTo>
                <a:lnTo>
                  <a:pt x="1266825" y="192561"/>
                </a:lnTo>
                <a:lnTo>
                  <a:pt x="1271588" y="188767"/>
                </a:lnTo>
                <a:lnTo>
                  <a:pt x="1276350" y="184984"/>
                </a:lnTo>
                <a:lnTo>
                  <a:pt x="1281113" y="181214"/>
                </a:lnTo>
                <a:lnTo>
                  <a:pt x="1285875" y="177454"/>
                </a:lnTo>
                <a:lnTo>
                  <a:pt x="1290638" y="173704"/>
                </a:lnTo>
                <a:lnTo>
                  <a:pt x="1295400" y="169964"/>
                </a:lnTo>
                <a:lnTo>
                  <a:pt x="1300163" y="166234"/>
                </a:lnTo>
                <a:lnTo>
                  <a:pt x="1304925" y="162513"/>
                </a:lnTo>
                <a:lnTo>
                  <a:pt x="1309688" y="158800"/>
                </a:lnTo>
                <a:lnTo>
                  <a:pt x="1314450" y="155095"/>
                </a:lnTo>
                <a:lnTo>
                  <a:pt x="1319213" y="151397"/>
                </a:lnTo>
                <a:lnTo>
                  <a:pt x="1323975" y="147707"/>
                </a:lnTo>
                <a:lnTo>
                  <a:pt x="1328738" y="144022"/>
                </a:lnTo>
                <a:lnTo>
                  <a:pt x="1333500" y="140344"/>
                </a:lnTo>
                <a:lnTo>
                  <a:pt x="1338263" y="136671"/>
                </a:lnTo>
                <a:lnTo>
                  <a:pt x="1343025" y="133003"/>
                </a:lnTo>
                <a:lnTo>
                  <a:pt x="1347788" y="129339"/>
                </a:lnTo>
                <a:lnTo>
                  <a:pt x="1352550" y="125679"/>
                </a:lnTo>
                <a:lnTo>
                  <a:pt x="1357313" y="122022"/>
                </a:lnTo>
                <a:lnTo>
                  <a:pt x="1362075" y="118369"/>
                </a:lnTo>
                <a:lnTo>
                  <a:pt x="1366838" y="114717"/>
                </a:lnTo>
                <a:lnTo>
                  <a:pt x="1371600" y="111068"/>
                </a:lnTo>
                <a:lnTo>
                  <a:pt x="1376363" y="107420"/>
                </a:lnTo>
                <a:lnTo>
                  <a:pt x="1381125" y="103772"/>
                </a:lnTo>
                <a:lnTo>
                  <a:pt x="1385888" y="100125"/>
                </a:lnTo>
                <a:lnTo>
                  <a:pt x="1390650" y="96478"/>
                </a:lnTo>
                <a:lnTo>
                  <a:pt x="1395413" y="92830"/>
                </a:lnTo>
                <a:lnTo>
                  <a:pt x="1400175" y="89181"/>
                </a:lnTo>
                <a:lnTo>
                  <a:pt x="1404938" y="85531"/>
                </a:lnTo>
                <a:lnTo>
                  <a:pt x="1409700" y="81878"/>
                </a:lnTo>
                <a:lnTo>
                  <a:pt x="1414463" y="78222"/>
                </a:lnTo>
                <a:lnTo>
                  <a:pt x="1419225" y="74563"/>
                </a:lnTo>
                <a:lnTo>
                  <a:pt x="1423988" y="70901"/>
                </a:lnTo>
                <a:lnTo>
                  <a:pt x="1428750" y="67234"/>
                </a:lnTo>
                <a:lnTo>
                  <a:pt x="1433513" y="63563"/>
                </a:lnTo>
                <a:lnTo>
                  <a:pt x="1438275" y="59886"/>
                </a:lnTo>
                <a:lnTo>
                  <a:pt x="1443038" y="56204"/>
                </a:lnTo>
                <a:lnTo>
                  <a:pt x="1447800" y="52516"/>
                </a:lnTo>
                <a:lnTo>
                  <a:pt x="1452563" y="48820"/>
                </a:lnTo>
                <a:lnTo>
                  <a:pt x="1457325" y="45118"/>
                </a:lnTo>
                <a:lnTo>
                  <a:pt x="1462088" y="41408"/>
                </a:lnTo>
                <a:lnTo>
                  <a:pt x="1466850" y="37689"/>
                </a:lnTo>
                <a:lnTo>
                  <a:pt x="1471613" y="33962"/>
                </a:lnTo>
                <a:lnTo>
                  <a:pt x="1476375" y="30226"/>
                </a:lnTo>
                <a:lnTo>
                  <a:pt x="1481138" y="26494"/>
                </a:lnTo>
                <a:lnTo>
                  <a:pt x="1485900" y="22786"/>
                </a:lnTo>
                <a:lnTo>
                  <a:pt x="1490663" y="19137"/>
                </a:lnTo>
                <a:lnTo>
                  <a:pt x="1495425" y="15605"/>
                </a:lnTo>
                <a:lnTo>
                  <a:pt x="1500188" y="12273"/>
                </a:lnTo>
                <a:lnTo>
                  <a:pt x="1504950" y="9241"/>
                </a:lnTo>
                <a:lnTo>
                  <a:pt x="1509713" y="6611"/>
                </a:lnTo>
                <a:lnTo>
                  <a:pt x="1514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13" name="AI048-path-13">
            <a:extLst xmlns:a="http://schemas.openxmlformats.org/drawingml/2006/main">
              <a:ext uri="{FF2B5EF4-FFF2-40B4-BE49-F238E27FC236}">
                <a16:creationId xmlns:a16="http://schemas.microsoft.com/office/drawing/2014/main" id="{079937B2-978A-487F-9961-9B01CA4C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828675"/>
            <a:ext cx="1514475" cy="1552575"/>
          </a:xfrm>
          <a:custGeom xmlns:a="http://schemas.openxmlformats.org/drawingml/2006/main">
            <a:pathLst>
              <a:path w="1514475" h="1552575">
                <a:moveTo>
                  <a:pt x="0" y="1552575"/>
                </a:moveTo>
                <a:lnTo>
                  <a:pt x="4763" y="1548220"/>
                </a:lnTo>
                <a:lnTo>
                  <a:pt x="9525" y="1546490"/>
                </a:lnTo>
                <a:lnTo>
                  <a:pt x="14288" y="1544500"/>
                </a:lnTo>
                <a:lnTo>
                  <a:pt x="19050" y="1542316"/>
                </a:lnTo>
                <a:lnTo>
                  <a:pt x="23813" y="1540004"/>
                </a:lnTo>
                <a:lnTo>
                  <a:pt x="28575" y="1537621"/>
                </a:lnTo>
                <a:lnTo>
                  <a:pt x="33338" y="1535205"/>
                </a:lnTo>
                <a:lnTo>
                  <a:pt x="38100" y="1532780"/>
                </a:lnTo>
                <a:lnTo>
                  <a:pt x="42863" y="1530357"/>
                </a:lnTo>
                <a:lnTo>
                  <a:pt x="47625" y="1527947"/>
                </a:lnTo>
                <a:lnTo>
                  <a:pt x="52388" y="1525548"/>
                </a:lnTo>
                <a:lnTo>
                  <a:pt x="57150" y="1523161"/>
                </a:lnTo>
                <a:lnTo>
                  <a:pt x="61913" y="1520786"/>
                </a:lnTo>
                <a:lnTo>
                  <a:pt x="66675" y="1518422"/>
                </a:lnTo>
                <a:lnTo>
                  <a:pt x="71438" y="1516069"/>
                </a:lnTo>
                <a:lnTo>
                  <a:pt x="76200" y="1513726"/>
                </a:lnTo>
                <a:lnTo>
                  <a:pt x="80963" y="1511393"/>
                </a:lnTo>
                <a:lnTo>
                  <a:pt x="85725" y="1509071"/>
                </a:lnTo>
                <a:lnTo>
                  <a:pt x="90488" y="1506758"/>
                </a:lnTo>
                <a:lnTo>
                  <a:pt x="95250" y="1504454"/>
                </a:lnTo>
                <a:lnTo>
                  <a:pt x="100013" y="1502160"/>
                </a:lnTo>
                <a:lnTo>
                  <a:pt x="104775" y="1499874"/>
                </a:lnTo>
                <a:lnTo>
                  <a:pt x="109538" y="1497596"/>
                </a:lnTo>
                <a:lnTo>
                  <a:pt x="114300" y="1495327"/>
                </a:lnTo>
                <a:lnTo>
                  <a:pt x="119063" y="1493066"/>
                </a:lnTo>
                <a:lnTo>
                  <a:pt x="123825" y="1490812"/>
                </a:lnTo>
                <a:lnTo>
                  <a:pt x="128588" y="1488566"/>
                </a:lnTo>
                <a:lnTo>
                  <a:pt x="133350" y="1486326"/>
                </a:lnTo>
                <a:lnTo>
                  <a:pt x="138113" y="1484094"/>
                </a:lnTo>
                <a:lnTo>
                  <a:pt x="142875" y="1481867"/>
                </a:lnTo>
                <a:lnTo>
                  <a:pt x="147638" y="1479647"/>
                </a:lnTo>
                <a:lnTo>
                  <a:pt x="152400" y="1477432"/>
                </a:lnTo>
                <a:lnTo>
                  <a:pt x="157163" y="1475224"/>
                </a:lnTo>
                <a:lnTo>
                  <a:pt x="161925" y="1473020"/>
                </a:lnTo>
                <a:lnTo>
                  <a:pt x="166688" y="1470821"/>
                </a:lnTo>
                <a:lnTo>
                  <a:pt x="171450" y="1468627"/>
                </a:lnTo>
                <a:lnTo>
                  <a:pt x="176213" y="1466437"/>
                </a:lnTo>
                <a:lnTo>
                  <a:pt x="180975" y="1464251"/>
                </a:lnTo>
                <a:lnTo>
                  <a:pt x="185738" y="1462069"/>
                </a:lnTo>
                <a:lnTo>
                  <a:pt x="190500" y="1459890"/>
                </a:lnTo>
                <a:lnTo>
                  <a:pt x="195263" y="1457715"/>
                </a:lnTo>
                <a:lnTo>
                  <a:pt x="200025" y="1455542"/>
                </a:lnTo>
                <a:lnTo>
                  <a:pt x="204788" y="1453372"/>
                </a:lnTo>
                <a:lnTo>
                  <a:pt x="209550" y="1451204"/>
                </a:lnTo>
                <a:lnTo>
                  <a:pt x="214313" y="1449039"/>
                </a:lnTo>
                <a:lnTo>
                  <a:pt x="219075" y="1446874"/>
                </a:lnTo>
                <a:lnTo>
                  <a:pt x="223838" y="1444712"/>
                </a:lnTo>
                <a:lnTo>
                  <a:pt x="228600" y="1442550"/>
                </a:lnTo>
                <a:lnTo>
                  <a:pt x="233363" y="1440389"/>
                </a:lnTo>
                <a:lnTo>
                  <a:pt x="238125" y="1438229"/>
                </a:lnTo>
                <a:lnTo>
                  <a:pt x="242888" y="1436068"/>
                </a:lnTo>
                <a:lnTo>
                  <a:pt x="247650" y="1433908"/>
                </a:lnTo>
                <a:lnTo>
                  <a:pt x="252413" y="1431747"/>
                </a:lnTo>
                <a:lnTo>
                  <a:pt x="257175" y="1429586"/>
                </a:lnTo>
                <a:lnTo>
                  <a:pt x="261938" y="1427424"/>
                </a:lnTo>
                <a:lnTo>
                  <a:pt x="266700" y="1425260"/>
                </a:lnTo>
                <a:lnTo>
                  <a:pt x="271463" y="1423095"/>
                </a:lnTo>
                <a:lnTo>
                  <a:pt x="276225" y="1420927"/>
                </a:lnTo>
                <a:lnTo>
                  <a:pt x="280988" y="1418758"/>
                </a:lnTo>
                <a:lnTo>
                  <a:pt x="285750" y="1416586"/>
                </a:lnTo>
                <a:lnTo>
                  <a:pt x="290513" y="1414412"/>
                </a:lnTo>
                <a:lnTo>
                  <a:pt x="295275" y="1412234"/>
                </a:lnTo>
                <a:lnTo>
                  <a:pt x="300038" y="1410054"/>
                </a:lnTo>
                <a:lnTo>
                  <a:pt x="304800" y="1407869"/>
                </a:lnTo>
                <a:lnTo>
                  <a:pt x="309563" y="1405681"/>
                </a:lnTo>
                <a:lnTo>
                  <a:pt x="314325" y="1403488"/>
                </a:lnTo>
                <a:lnTo>
                  <a:pt x="319088" y="1401291"/>
                </a:lnTo>
                <a:lnTo>
                  <a:pt x="323850" y="1399089"/>
                </a:lnTo>
                <a:lnTo>
                  <a:pt x="328613" y="1396881"/>
                </a:lnTo>
                <a:lnTo>
                  <a:pt x="333375" y="1394669"/>
                </a:lnTo>
                <a:lnTo>
                  <a:pt x="338138" y="1392450"/>
                </a:lnTo>
                <a:lnTo>
                  <a:pt x="342900" y="1390226"/>
                </a:lnTo>
                <a:lnTo>
                  <a:pt x="347663" y="1387996"/>
                </a:lnTo>
                <a:lnTo>
                  <a:pt x="352425" y="1385758"/>
                </a:lnTo>
                <a:lnTo>
                  <a:pt x="357188" y="1383514"/>
                </a:lnTo>
                <a:lnTo>
                  <a:pt x="361950" y="1381263"/>
                </a:lnTo>
                <a:lnTo>
                  <a:pt x="366713" y="1379004"/>
                </a:lnTo>
                <a:lnTo>
                  <a:pt x="371475" y="1376738"/>
                </a:lnTo>
                <a:lnTo>
                  <a:pt x="376238" y="1374463"/>
                </a:lnTo>
                <a:lnTo>
                  <a:pt x="381000" y="1372180"/>
                </a:lnTo>
                <a:lnTo>
                  <a:pt x="385763" y="1369889"/>
                </a:lnTo>
                <a:lnTo>
                  <a:pt x="390525" y="1367588"/>
                </a:lnTo>
                <a:lnTo>
                  <a:pt x="395288" y="1365278"/>
                </a:lnTo>
                <a:lnTo>
                  <a:pt x="400050" y="1362959"/>
                </a:lnTo>
                <a:lnTo>
                  <a:pt x="404813" y="1360630"/>
                </a:lnTo>
                <a:lnTo>
                  <a:pt x="409575" y="1358290"/>
                </a:lnTo>
                <a:lnTo>
                  <a:pt x="414338" y="1355941"/>
                </a:lnTo>
                <a:lnTo>
                  <a:pt x="419100" y="1353580"/>
                </a:lnTo>
                <a:lnTo>
                  <a:pt x="423863" y="1351208"/>
                </a:lnTo>
                <a:lnTo>
                  <a:pt x="428625" y="1348826"/>
                </a:lnTo>
                <a:lnTo>
                  <a:pt x="433388" y="1346431"/>
                </a:lnTo>
                <a:lnTo>
                  <a:pt x="438150" y="1344025"/>
                </a:lnTo>
                <a:lnTo>
                  <a:pt x="442913" y="1341606"/>
                </a:lnTo>
                <a:lnTo>
                  <a:pt x="447675" y="1339175"/>
                </a:lnTo>
                <a:lnTo>
                  <a:pt x="452438" y="1336731"/>
                </a:lnTo>
                <a:lnTo>
                  <a:pt x="457200" y="1334274"/>
                </a:lnTo>
                <a:lnTo>
                  <a:pt x="461963" y="1331804"/>
                </a:lnTo>
                <a:lnTo>
                  <a:pt x="466725" y="1329320"/>
                </a:lnTo>
                <a:lnTo>
                  <a:pt x="471488" y="1326822"/>
                </a:lnTo>
                <a:lnTo>
                  <a:pt x="476250" y="1324310"/>
                </a:lnTo>
                <a:lnTo>
                  <a:pt x="481013" y="1321783"/>
                </a:lnTo>
                <a:lnTo>
                  <a:pt x="485775" y="1319241"/>
                </a:lnTo>
                <a:lnTo>
                  <a:pt x="490538" y="1316684"/>
                </a:lnTo>
                <a:lnTo>
                  <a:pt x="495300" y="1314112"/>
                </a:lnTo>
                <a:lnTo>
                  <a:pt x="500063" y="1311524"/>
                </a:lnTo>
                <a:lnTo>
                  <a:pt x="504825" y="1308920"/>
                </a:lnTo>
                <a:lnTo>
                  <a:pt x="509588" y="1306299"/>
                </a:lnTo>
                <a:lnTo>
                  <a:pt x="514350" y="1303662"/>
                </a:lnTo>
                <a:lnTo>
                  <a:pt x="519113" y="1301008"/>
                </a:lnTo>
                <a:lnTo>
                  <a:pt x="523875" y="1298337"/>
                </a:lnTo>
                <a:lnTo>
                  <a:pt x="528638" y="1295648"/>
                </a:lnTo>
                <a:lnTo>
                  <a:pt x="533400" y="1292942"/>
                </a:lnTo>
                <a:lnTo>
                  <a:pt x="538163" y="1290217"/>
                </a:lnTo>
                <a:lnTo>
                  <a:pt x="542925" y="1287474"/>
                </a:lnTo>
                <a:lnTo>
                  <a:pt x="547688" y="1284712"/>
                </a:lnTo>
                <a:lnTo>
                  <a:pt x="552450" y="1281932"/>
                </a:lnTo>
                <a:lnTo>
                  <a:pt x="557213" y="1279132"/>
                </a:lnTo>
                <a:lnTo>
                  <a:pt x="561975" y="1276312"/>
                </a:lnTo>
                <a:lnTo>
                  <a:pt x="566738" y="1273472"/>
                </a:lnTo>
                <a:lnTo>
                  <a:pt x="571500" y="1270613"/>
                </a:lnTo>
                <a:lnTo>
                  <a:pt x="576263" y="1267733"/>
                </a:lnTo>
                <a:lnTo>
                  <a:pt x="581025" y="1264832"/>
                </a:lnTo>
                <a:lnTo>
                  <a:pt x="585788" y="1261910"/>
                </a:lnTo>
                <a:lnTo>
                  <a:pt x="590550" y="1258966"/>
                </a:lnTo>
                <a:lnTo>
                  <a:pt x="595313" y="1256001"/>
                </a:lnTo>
                <a:lnTo>
                  <a:pt x="600075" y="1253014"/>
                </a:lnTo>
                <a:lnTo>
                  <a:pt x="604838" y="1250005"/>
                </a:lnTo>
                <a:lnTo>
                  <a:pt x="609600" y="1246974"/>
                </a:lnTo>
                <a:lnTo>
                  <a:pt x="614363" y="1243919"/>
                </a:lnTo>
                <a:lnTo>
                  <a:pt x="619125" y="1240841"/>
                </a:lnTo>
                <a:lnTo>
                  <a:pt x="623888" y="1237740"/>
                </a:lnTo>
                <a:lnTo>
                  <a:pt x="628650" y="1234615"/>
                </a:lnTo>
                <a:lnTo>
                  <a:pt x="633413" y="1231467"/>
                </a:lnTo>
                <a:lnTo>
                  <a:pt x="638175" y="1228293"/>
                </a:lnTo>
                <a:lnTo>
                  <a:pt x="642938" y="1225096"/>
                </a:lnTo>
                <a:lnTo>
                  <a:pt x="647700" y="1221873"/>
                </a:lnTo>
                <a:lnTo>
                  <a:pt x="652463" y="1218625"/>
                </a:lnTo>
                <a:lnTo>
                  <a:pt x="657225" y="1215352"/>
                </a:lnTo>
                <a:lnTo>
                  <a:pt x="661988" y="1212053"/>
                </a:lnTo>
                <a:lnTo>
                  <a:pt x="666750" y="1208727"/>
                </a:lnTo>
                <a:lnTo>
                  <a:pt x="671513" y="1205376"/>
                </a:lnTo>
                <a:lnTo>
                  <a:pt x="676275" y="1201998"/>
                </a:lnTo>
                <a:lnTo>
                  <a:pt x="681038" y="1198592"/>
                </a:lnTo>
                <a:lnTo>
                  <a:pt x="685800" y="1195160"/>
                </a:lnTo>
                <a:lnTo>
                  <a:pt x="690563" y="1191697"/>
                </a:lnTo>
                <a:lnTo>
                  <a:pt x="695325" y="1188197"/>
                </a:lnTo>
                <a:lnTo>
                  <a:pt x="700088" y="1184651"/>
                </a:lnTo>
                <a:lnTo>
                  <a:pt x="704850" y="1181043"/>
                </a:lnTo>
                <a:lnTo>
                  <a:pt x="709613" y="1177353"/>
                </a:lnTo>
                <a:lnTo>
                  <a:pt x="714375" y="1173551"/>
                </a:lnTo>
                <a:lnTo>
                  <a:pt x="719138" y="1169604"/>
                </a:lnTo>
                <a:lnTo>
                  <a:pt x="723900" y="1165480"/>
                </a:lnTo>
                <a:lnTo>
                  <a:pt x="728663" y="1161159"/>
                </a:lnTo>
                <a:lnTo>
                  <a:pt x="733425" y="1156630"/>
                </a:lnTo>
                <a:lnTo>
                  <a:pt x="738188" y="1151876"/>
                </a:lnTo>
                <a:lnTo>
                  <a:pt x="742950" y="1146892"/>
                </a:lnTo>
                <a:lnTo>
                  <a:pt x="747713" y="1141684"/>
                </a:lnTo>
                <a:lnTo>
                  <a:pt x="752475" y="1136271"/>
                </a:lnTo>
                <a:lnTo>
                  <a:pt x="757238" y="1130677"/>
                </a:lnTo>
                <a:lnTo>
                  <a:pt x="762000" y="1124939"/>
                </a:lnTo>
                <a:lnTo>
                  <a:pt x="766763" y="1119095"/>
                </a:lnTo>
                <a:lnTo>
                  <a:pt x="771525" y="1113174"/>
                </a:lnTo>
                <a:lnTo>
                  <a:pt x="776288" y="1107196"/>
                </a:lnTo>
                <a:lnTo>
                  <a:pt x="781050" y="1101160"/>
                </a:lnTo>
                <a:lnTo>
                  <a:pt x="785813" y="1095054"/>
                </a:lnTo>
                <a:lnTo>
                  <a:pt x="790575" y="1088870"/>
                </a:lnTo>
                <a:lnTo>
                  <a:pt x="795338" y="1082610"/>
                </a:lnTo>
                <a:lnTo>
                  <a:pt x="800100" y="1076298"/>
                </a:lnTo>
                <a:lnTo>
                  <a:pt x="804863" y="1069954"/>
                </a:lnTo>
                <a:lnTo>
                  <a:pt x="809625" y="1063587"/>
                </a:lnTo>
                <a:lnTo>
                  <a:pt x="814388" y="1057192"/>
                </a:lnTo>
                <a:lnTo>
                  <a:pt x="819150" y="1050739"/>
                </a:lnTo>
                <a:lnTo>
                  <a:pt x="823913" y="1044187"/>
                </a:lnTo>
                <a:lnTo>
                  <a:pt x="828675" y="1037502"/>
                </a:lnTo>
                <a:lnTo>
                  <a:pt x="833438" y="1030679"/>
                </a:lnTo>
                <a:lnTo>
                  <a:pt x="838200" y="1023738"/>
                </a:lnTo>
                <a:lnTo>
                  <a:pt x="842963" y="1016709"/>
                </a:lnTo>
                <a:lnTo>
                  <a:pt x="847725" y="1009623"/>
                </a:lnTo>
                <a:lnTo>
                  <a:pt x="852488" y="1002504"/>
                </a:lnTo>
                <a:lnTo>
                  <a:pt x="857250" y="995366"/>
                </a:lnTo>
                <a:lnTo>
                  <a:pt x="862013" y="988221"/>
                </a:lnTo>
                <a:lnTo>
                  <a:pt x="866775" y="981077"/>
                </a:lnTo>
                <a:lnTo>
                  <a:pt x="871538" y="973925"/>
                </a:lnTo>
                <a:lnTo>
                  <a:pt x="876300" y="966753"/>
                </a:lnTo>
                <a:lnTo>
                  <a:pt x="881063" y="959556"/>
                </a:lnTo>
                <a:lnTo>
                  <a:pt x="885825" y="952319"/>
                </a:lnTo>
                <a:lnTo>
                  <a:pt x="890588" y="945020"/>
                </a:lnTo>
                <a:lnTo>
                  <a:pt x="895350" y="937642"/>
                </a:lnTo>
                <a:lnTo>
                  <a:pt x="900113" y="930182"/>
                </a:lnTo>
                <a:lnTo>
                  <a:pt x="904875" y="922652"/>
                </a:lnTo>
                <a:lnTo>
                  <a:pt x="909638" y="915073"/>
                </a:lnTo>
                <a:lnTo>
                  <a:pt x="914400" y="907455"/>
                </a:lnTo>
                <a:lnTo>
                  <a:pt x="919163" y="899781"/>
                </a:lnTo>
                <a:lnTo>
                  <a:pt x="923925" y="892026"/>
                </a:lnTo>
                <a:lnTo>
                  <a:pt x="928688" y="884185"/>
                </a:lnTo>
                <a:lnTo>
                  <a:pt x="933450" y="876274"/>
                </a:lnTo>
                <a:lnTo>
                  <a:pt x="938213" y="868321"/>
                </a:lnTo>
                <a:lnTo>
                  <a:pt x="942975" y="860341"/>
                </a:lnTo>
                <a:lnTo>
                  <a:pt x="947738" y="852327"/>
                </a:lnTo>
                <a:lnTo>
                  <a:pt x="952500" y="844236"/>
                </a:lnTo>
                <a:lnTo>
                  <a:pt x="957263" y="836011"/>
                </a:lnTo>
                <a:lnTo>
                  <a:pt x="962025" y="827631"/>
                </a:lnTo>
                <a:lnTo>
                  <a:pt x="966788" y="819153"/>
                </a:lnTo>
                <a:lnTo>
                  <a:pt x="971550" y="810676"/>
                </a:lnTo>
                <a:lnTo>
                  <a:pt x="976313" y="802286"/>
                </a:lnTo>
                <a:lnTo>
                  <a:pt x="981075" y="794012"/>
                </a:lnTo>
                <a:lnTo>
                  <a:pt x="985838" y="785806"/>
                </a:lnTo>
                <a:lnTo>
                  <a:pt x="990600" y="777561"/>
                </a:lnTo>
                <a:lnTo>
                  <a:pt x="995363" y="769181"/>
                </a:lnTo>
                <a:lnTo>
                  <a:pt x="1000125" y="760607"/>
                </a:lnTo>
                <a:lnTo>
                  <a:pt x="1004888" y="751840"/>
                </a:lnTo>
                <a:lnTo>
                  <a:pt x="1009650" y="742950"/>
                </a:lnTo>
                <a:lnTo>
                  <a:pt x="1014413" y="734060"/>
                </a:lnTo>
                <a:lnTo>
                  <a:pt x="1019175" y="725293"/>
                </a:lnTo>
                <a:lnTo>
                  <a:pt x="1023938" y="716722"/>
                </a:lnTo>
                <a:lnTo>
                  <a:pt x="1028700" y="708346"/>
                </a:lnTo>
                <a:lnTo>
                  <a:pt x="1033463" y="700091"/>
                </a:lnTo>
                <a:lnTo>
                  <a:pt x="1038225" y="691836"/>
                </a:lnTo>
                <a:lnTo>
                  <a:pt x="1042988" y="683448"/>
                </a:lnTo>
                <a:lnTo>
                  <a:pt x="1047750" y="674828"/>
                </a:lnTo>
                <a:lnTo>
                  <a:pt x="1052513" y="665952"/>
                </a:lnTo>
                <a:lnTo>
                  <a:pt x="1057275" y="656857"/>
                </a:lnTo>
                <a:lnTo>
                  <a:pt x="1062038" y="647624"/>
                </a:lnTo>
                <a:lnTo>
                  <a:pt x="1066800" y="638354"/>
                </a:lnTo>
                <a:lnTo>
                  <a:pt x="1071563" y="629140"/>
                </a:lnTo>
                <a:lnTo>
                  <a:pt x="1076325" y="620064"/>
                </a:lnTo>
                <a:lnTo>
                  <a:pt x="1081088" y="611191"/>
                </a:lnTo>
                <a:lnTo>
                  <a:pt x="1085850" y="602550"/>
                </a:lnTo>
                <a:lnTo>
                  <a:pt x="1090613" y="594113"/>
                </a:lnTo>
                <a:lnTo>
                  <a:pt x="1095375" y="585799"/>
                </a:lnTo>
                <a:lnTo>
                  <a:pt x="1100138" y="577509"/>
                </a:lnTo>
                <a:lnTo>
                  <a:pt x="1104900" y="569150"/>
                </a:lnTo>
                <a:lnTo>
                  <a:pt x="1109663" y="560674"/>
                </a:lnTo>
                <a:lnTo>
                  <a:pt x="1114425" y="552088"/>
                </a:lnTo>
                <a:lnTo>
                  <a:pt x="1119188" y="543446"/>
                </a:lnTo>
                <a:lnTo>
                  <a:pt x="1123950" y="534828"/>
                </a:lnTo>
                <a:lnTo>
                  <a:pt x="1128713" y="526306"/>
                </a:lnTo>
                <a:lnTo>
                  <a:pt x="1133475" y="517924"/>
                </a:lnTo>
                <a:lnTo>
                  <a:pt x="1138238" y="509700"/>
                </a:lnTo>
                <a:lnTo>
                  <a:pt x="1143000" y="501627"/>
                </a:lnTo>
                <a:lnTo>
                  <a:pt x="1147763" y="493686"/>
                </a:lnTo>
                <a:lnTo>
                  <a:pt x="1152525" y="485859"/>
                </a:lnTo>
                <a:lnTo>
                  <a:pt x="1157288" y="478128"/>
                </a:lnTo>
                <a:lnTo>
                  <a:pt x="1162050" y="470481"/>
                </a:lnTo>
                <a:lnTo>
                  <a:pt x="1166813" y="462909"/>
                </a:lnTo>
                <a:lnTo>
                  <a:pt x="1171575" y="455407"/>
                </a:lnTo>
                <a:lnTo>
                  <a:pt x="1176338" y="447973"/>
                </a:lnTo>
                <a:lnTo>
                  <a:pt x="1181100" y="440606"/>
                </a:lnTo>
                <a:lnTo>
                  <a:pt x="1185863" y="433305"/>
                </a:lnTo>
                <a:lnTo>
                  <a:pt x="1190625" y="426067"/>
                </a:lnTo>
                <a:lnTo>
                  <a:pt x="1195388" y="418892"/>
                </a:lnTo>
                <a:lnTo>
                  <a:pt x="1200150" y="411777"/>
                </a:lnTo>
                <a:lnTo>
                  <a:pt x="1204913" y="404722"/>
                </a:lnTo>
                <a:lnTo>
                  <a:pt x="1209675" y="397724"/>
                </a:lnTo>
                <a:lnTo>
                  <a:pt x="1214438" y="390783"/>
                </a:lnTo>
                <a:lnTo>
                  <a:pt x="1219200" y="383896"/>
                </a:lnTo>
                <a:lnTo>
                  <a:pt x="1223963" y="377063"/>
                </a:lnTo>
                <a:lnTo>
                  <a:pt x="1228725" y="370281"/>
                </a:lnTo>
                <a:lnTo>
                  <a:pt x="1233488" y="363549"/>
                </a:lnTo>
                <a:lnTo>
                  <a:pt x="1238250" y="356866"/>
                </a:lnTo>
                <a:lnTo>
                  <a:pt x="1243013" y="350229"/>
                </a:lnTo>
                <a:lnTo>
                  <a:pt x="1247775" y="343638"/>
                </a:lnTo>
                <a:lnTo>
                  <a:pt x="1252538" y="337091"/>
                </a:lnTo>
                <a:lnTo>
                  <a:pt x="1257300" y="330587"/>
                </a:lnTo>
                <a:lnTo>
                  <a:pt x="1262063" y="324123"/>
                </a:lnTo>
                <a:lnTo>
                  <a:pt x="1266825" y="317699"/>
                </a:lnTo>
                <a:lnTo>
                  <a:pt x="1271588" y="311312"/>
                </a:lnTo>
                <a:lnTo>
                  <a:pt x="1276350" y="304962"/>
                </a:lnTo>
                <a:lnTo>
                  <a:pt x="1281113" y="298646"/>
                </a:lnTo>
                <a:lnTo>
                  <a:pt x="1285875" y="292364"/>
                </a:lnTo>
                <a:lnTo>
                  <a:pt x="1290638" y="286113"/>
                </a:lnTo>
                <a:lnTo>
                  <a:pt x="1295400" y="279892"/>
                </a:lnTo>
                <a:lnTo>
                  <a:pt x="1300163" y="273700"/>
                </a:lnTo>
                <a:lnTo>
                  <a:pt x="1304925" y="267535"/>
                </a:lnTo>
                <a:lnTo>
                  <a:pt x="1309688" y="261396"/>
                </a:lnTo>
                <a:lnTo>
                  <a:pt x="1314450" y="255281"/>
                </a:lnTo>
                <a:lnTo>
                  <a:pt x="1319213" y="249188"/>
                </a:lnTo>
                <a:lnTo>
                  <a:pt x="1323975" y="243116"/>
                </a:lnTo>
                <a:lnTo>
                  <a:pt x="1328738" y="237063"/>
                </a:lnTo>
                <a:lnTo>
                  <a:pt x="1333500" y="231029"/>
                </a:lnTo>
                <a:lnTo>
                  <a:pt x="1338263" y="225010"/>
                </a:lnTo>
                <a:lnTo>
                  <a:pt x="1343025" y="219007"/>
                </a:lnTo>
                <a:lnTo>
                  <a:pt x="1347788" y="213017"/>
                </a:lnTo>
                <a:lnTo>
                  <a:pt x="1352550" y="207038"/>
                </a:lnTo>
                <a:lnTo>
                  <a:pt x="1357313" y="201070"/>
                </a:lnTo>
                <a:lnTo>
                  <a:pt x="1362075" y="195110"/>
                </a:lnTo>
                <a:lnTo>
                  <a:pt x="1366838" y="189158"/>
                </a:lnTo>
                <a:lnTo>
                  <a:pt x="1371600" y="183211"/>
                </a:lnTo>
                <a:lnTo>
                  <a:pt x="1376363" y="177268"/>
                </a:lnTo>
                <a:lnTo>
                  <a:pt x="1381125" y="171328"/>
                </a:lnTo>
                <a:lnTo>
                  <a:pt x="1385888" y="165389"/>
                </a:lnTo>
                <a:lnTo>
                  <a:pt x="1390650" y="159449"/>
                </a:lnTo>
                <a:lnTo>
                  <a:pt x="1395413" y="153508"/>
                </a:lnTo>
                <a:lnTo>
                  <a:pt x="1400175" y="147562"/>
                </a:lnTo>
                <a:lnTo>
                  <a:pt x="1404938" y="141612"/>
                </a:lnTo>
                <a:lnTo>
                  <a:pt x="1409700" y="135655"/>
                </a:lnTo>
                <a:lnTo>
                  <a:pt x="1414463" y="129690"/>
                </a:lnTo>
                <a:lnTo>
                  <a:pt x="1419225" y="123715"/>
                </a:lnTo>
                <a:lnTo>
                  <a:pt x="1423988" y="117729"/>
                </a:lnTo>
                <a:lnTo>
                  <a:pt x="1428750" y="111730"/>
                </a:lnTo>
                <a:lnTo>
                  <a:pt x="1433513" y="105717"/>
                </a:lnTo>
                <a:lnTo>
                  <a:pt x="1438275" y="99688"/>
                </a:lnTo>
                <a:lnTo>
                  <a:pt x="1443038" y="93641"/>
                </a:lnTo>
                <a:lnTo>
                  <a:pt x="1447800" y="87576"/>
                </a:lnTo>
                <a:lnTo>
                  <a:pt x="1452563" y="81490"/>
                </a:lnTo>
                <a:lnTo>
                  <a:pt x="1457325" y="75383"/>
                </a:lnTo>
                <a:lnTo>
                  <a:pt x="1462088" y="69251"/>
                </a:lnTo>
                <a:lnTo>
                  <a:pt x="1466850" y="63095"/>
                </a:lnTo>
                <a:lnTo>
                  <a:pt x="1471613" y="56912"/>
                </a:lnTo>
                <a:lnTo>
                  <a:pt x="1476375" y="50701"/>
                </a:lnTo>
                <a:lnTo>
                  <a:pt x="1481138" y="44486"/>
                </a:lnTo>
                <a:lnTo>
                  <a:pt x="1485900" y="38297"/>
                </a:lnTo>
                <a:lnTo>
                  <a:pt x="1490663" y="32193"/>
                </a:lnTo>
                <a:lnTo>
                  <a:pt x="1495425" y="26274"/>
                </a:lnTo>
                <a:lnTo>
                  <a:pt x="1500188" y="20681"/>
                </a:lnTo>
                <a:lnTo>
                  <a:pt x="1504950" y="15584"/>
                </a:lnTo>
                <a:lnTo>
                  <a:pt x="1509713" y="11155"/>
                </a:lnTo>
                <a:lnTo>
                  <a:pt x="1514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14" name="AI048-path-14">
            <a:extLst xmlns:a="http://schemas.openxmlformats.org/drawingml/2006/main">
              <a:ext uri="{FF2B5EF4-FFF2-40B4-BE49-F238E27FC236}">
                <a16:creationId xmlns:a16="http://schemas.microsoft.com/office/drawing/2014/main" id="{BDDFC996-3B10-447F-8BB9-048543AC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828675"/>
            <a:ext cx="1514475" cy="1552575"/>
          </a:xfrm>
          <a:custGeom xmlns:a="http://schemas.openxmlformats.org/drawingml/2006/main">
            <a:pathLst>
              <a:path w="1514475" h="1552575">
                <a:moveTo>
                  <a:pt x="0" y="1552575"/>
                </a:moveTo>
                <a:lnTo>
                  <a:pt x="4763" y="1549392"/>
                </a:lnTo>
                <a:lnTo>
                  <a:pt x="9525" y="1548136"/>
                </a:lnTo>
                <a:lnTo>
                  <a:pt x="14288" y="1546696"/>
                </a:lnTo>
                <a:lnTo>
                  <a:pt x="19050" y="1545121"/>
                </a:lnTo>
                <a:lnTo>
                  <a:pt x="23813" y="1543463"/>
                </a:lnTo>
                <a:lnTo>
                  <a:pt x="28575" y="1541762"/>
                </a:lnTo>
                <a:lnTo>
                  <a:pt x="33338" y="1540047"/>
                </a:lnTo>
                <a:lnTo>
                  <a:pt x="38100" y="1538336"/>
                </a:lnTo>
                <a:lnTo>
                  <a:pt x="42863" y="1536638"/>
                </a:lnTo>
                <a:lnTo>
                  <a:pt x="47625" y="1534959"/>
                </a:lnTo>
                <a:lnTo>
                  <a:pt x="52388" y="1533299"/>
                </a:lnTo>
                <a:lnTo>
                  <a:pt x="57150" y="1531657"/>
                </a:lnTo>
                <a:lnTo>
                  <a:pt x="61913" y="1530034"/>
                </a:lnTo>
                <a:lnTo>
                  <a:pt x="66675" y="1528428"/>
                </a:lnTo>
                <a:lnTo>
                  <a:pt x="71438" y="1526839"/>
                </a:lnTo>
                <a:lnTo>
                  <a:pt x="76200" y="1525266"/>
                </a:lnTo>
                <a:lnTo>
                  <a:pt x="80963" y="1523710"/>
                </a:lnTo>
                <a:lnTo>
                  <a:pt x="85725" y="1522169"/>
                </a:lnTo>
                <a:lnTo>
                  <a:pt x="90488" y="1520644"/>
                </a:lnTo>
                <a:lnTo>
                  <a:pt x="95250" y="1519133"/>
                </a:lnTo>
                <a:lnTo>
                  <a:pt x="100013" y="1517637"/>
                </a:lnTo>
                <a:lnTo>
                  <a:pt x="104775" y="1516155"/>
                </a:lnTo>
                <a:lnTo>
                  <a:pt x="109538" y="1514685"/>
                </a:lnTo>
                <a:lnTo>
                  <a:pt x="114300" y="1513229"/>
                </a:lnTo>
                <a:lnTo>
                  <a:pt x="119063" y="1511785"/>
                </a:lnTo>
                <a:lnTo>
                  <a:pt x="123825" y="1510353"/>
                </a:lnTo>
                <a:lnTo>
                  <a:pt x="128588" y="1508933"/>
                </a:lnTo>
                <a:lnTo>
                  <a:pt x="133350" y="1507523"/>
                </a:lnTo>
                <a:lnTo>
                  <a:pt x="138113" y="1506124"/>
                </a:lnTo>
                <a:lnTo>
                  <a:pt x="142875" y="1504735"/>
                </a:lnTo>
                <a:lnTo>
                  <a:pt x="147638" y="1503356"/>
                </a:lnTo>
                <a:lnTo>
                  <a:pt x="152400" y="1501986"/>
                </a:lnTo>
                <a:lnTo>
                  <a:pt x="157163" y="1500625"/>
                </a:lnTo>
                <a:lnTo>
                  <a:pt x="161925" y="1499271"/>
                </a:lnTo>
                <a:lnTo>
                  <a:pt x="166688" y="1497926"/>
                </a:lnTo>
                <a:lnTo>
                  <a:pt x="171450" y="1496588"/>
                </a:lnTo>
                <a:lnTo>
                  <a:pt x="176213" y="1495257"/>
                </a:lnTo>
                <a:lnTo>
                  <a:pt x="180975" y="1493932"/>
                </a:lnTo>
                <a:lnTo>
                  <a:pt x="185738" y="1492613"/>
                </a:lnTo>
                <a:lnTo>
                  <a:pt x="190500" y="1491299"/>
                </a:lnTo>
                <a:lnTo>
                  <a:pt x="195263" y="1489990"/>
                </a:lnTo>
                <a:lnTo>
                  <a:pt x="200025" y="1488686"/>
                </a:lnTo>
                <a:lnTo>
                  <a:pt x="204788" y="1487386"/>
                </a:lnTo>
                <a:lnTo>
                  <a:pt x="209550" y="1486089"/>
                </a:lnTo>
                <a:lnTo>
                  <a:pt x="214313" y="1484796"/>
                </a:lnTo>
                <a:lnTo>
                  <a:pt x="219075" y="1483505"/>
                </a:lnTo>
                <a:lnTo>
                  <a:pt x="223838" y="1482217"/>
                </a:lnTo>
                <a:lnTo>
                  <a:pt x="228600" y="1480930"/>
                </a:lnTo>
                <a:lnTo>
                  <a:pt x="233363" y="1479644"/>
                </a:lnTo>
                <a:lnTo>
                  <a:pt x="238125" y="1478359"/>
                </a:lnTo>
                <a:lnTo>
                  <a:pt x="242888" y="1477074"/>
                </a:lnTo>
                <a:lnTo>
                  <a:pt x="247650" y="1475790"/>
                </a:lnTo>
                <a:lnTo>
                  <a:pt x="252413" y="1474504"/>
                </a:lnTo>
                <a:lnTo>
                  <a:pt x="257175" y="1473218"/>
                </a:lnTo>
                <a:lnTo>
                  <a:pt x="261938" y="1471930"/>
                </a:lnTo>
                <a:lnTo>
                  <a:pt x="266700" y="1470640"/>
                </a:lnTo>
                <a:lnTo>
                  <a:pt x="271463" y="1469347"/>
                </a:lnTo>
                <a:lnTo>
                  <a:pt x="276225" y="1468052"/>
                </a:lnTo>
                <a:lnTo>
                  <a:pt x="280988" y="1466753"/>
                </a:lnTo>
                <a:lnTo>
                  <a:pt x="285750" y="1465450"/>
                </a:lnTo>
                <a:lnTo>
                  <a:pt x="290513" y="1464143"/>
                </a:lnTo>
                <a:lnTo>
                  <a:pt x="295275" y="1462831"/>
                </a:lnTo>
                <a:lnTo>
                  <a:pt x="300038" y="1461514"/>
                </a:lnTo>
                <a:lnTo>
                  <a:pt x="304800" y="1460191"/>
                </a:lnTo>
                <a:lnTo>
                  <a:pt x="309563" y="1458862"/>
                </a:lnTo>
                <a:lnTo>
                  <a:pt x="314325" y="1457526"/>
                </a:lnTo>
                <a:lnTo>
                  <a:pt x="319088" y="1456183"/>
                </a:lnTo>
                <a:lnTo>
                  <a:pt x="323850" y="1454833"/>
                </a:lnTo>
                <a:lnTo>
                  <a:pt x="328613" y="1453474"/>
                </a:lnTo>
                <a:lnTo>
                  <a:pt x="333375" y="1452107"/>
                </a:lnTo>
                <a:lnTo>
                  <a:pt x="338138" y="1450731"/>
                </a:lnTo>
                <a:lnTo>
                  <a:pt x="342900" y="1449345"/>
                </a:lnTo>
                <a:lnTo>
                  <a:pt x="347663" y="1447950"/>
                </a:lnTo>
                <a:lnTo>
                  <a:pt x="352425" y="1446544"/>
                </a:lnTo>
                <a:lnTo>
                  <a:pt x="357188" y="1445127"/>
                </a:lnTo>
                <a:lnTo>
                  <a:pt x="361950" y="1443699"/>
                </a:lnTo>
                <a:lnTo>
                  <a:pt x="366713" y="1442259"/>
                </a:lnTo>
                <a:lnTo>
                  <a:pt x="371475" y="1440807"/>
                </a:lnTo>
                <a:lnTo>
                  <a:pt x="376238" y="1439342"/>
                </a:lnTo>
                <a:lnTo>
                  <a:pt x="381000" y="1437864"/>
                </a:lnTo>
                <a:lnTo>
                  <a:pt x="385763" y="1436372"/>
                </a:lnTo>
                <a:lnTo>
                  <a:pt x="390525" y="1434866"/>
                </a:lnTo>
                <a:lnTo>
                  <a:pt x="395288" y="1433346"/>
                </a:lnTo>
                <a:lnTo>
                  <a:pt x="400050" y="1431810"/>
                </a:lnTo>
                <a:lnTo>
                  <a:pt x="404813" y="1430259"/>
                </a:lnTo>
                <a:lnTo>
                  <a:pt x="409575" y="1428692"/>
                </a:lnTo>
                <a:lnTo>
                  <a:pt x="414338" y="1427109"/>
                </a:lnTo>
                <a:lnTo>
                  <a:pt x="419100" y="1425509"/>
                </a:lnTo>
                <a:lnTo>
                  <a:pt x="423863" y="1423891"/>
                </a:lnTo>
                <a:lnTo>
                  <a:pt x="428625" y="1422256"/>
                </a:lnTo>
                <a:lnTo>
                  <a:pt x="433388" y="1420602"/>
                </a:lnTo>
                <a:lnTo>
                  <a:pt x="438150" y="1418929"/>
                </a:lnTo>
                <a:lnTo>
                  <a:pt x="442913" y="1417237"/>
                </a:lnTo>
                <a:lnTo>
                  <a:pt x="447675" y="1415526"/>
                </a:lnTo>
                <a:lnTo>
                  <a:pt x="452438" y="1413794"/>
                </a:lnTo>
                <a:lnTo>
                  <a:pt x="457200" y="1412042"/>
                </a:lnTo>
                <a:lnTo>
                  <a:pt x="461963" y="1410268"/>
                </a:lnTo>
                <a:lnTo>
                  <a:pt x="466725" y="1408473"/>
                </a:lnTo>
                <a:lnTo>
                  <a:pt x="471488" y="1406656"/>
                </a:lnTo>
                <a:lnTo>
                  <a:pt x="476250" y="1404817"/>
                </a:lnTo>
                <a:lnTo>
                  <a:pt x="481013" y="1402954"/>
                </a:lnTo>
                <a:lnTo>
                  <a:pt x="485775" y="1401068"/>
                </a:lnTo>
                <a:lnTo>
                  <a:pt x="490538" y="1399159"/>
                </a:lnTo>
                <a:lnTo>
                  <a:pt x="495300" y="1397224"/>
                </a:lnTo>
                <a:lnTo>
                  <a:pt x="500063" y="1395265"/>
                </a:lnTo>
                <a:lnTo>
                  <a:pt x="504825" y="1393281"/>
                </a:lnTo>
                <a:lnTo>
                  <a:pt x="509588" y="1391271"/>
                </a:lnTo>
                <a:lnTo>
                  <a:pt x="514350" y="1389235"/>
                </a:lnTo>
                <a:lnTo>
                  <a:pt x="519113" y="1387172"/>
                </a:lnTo>
                <a:lnTo>
                  <a:pt x="523875" y="1385082"/>
                </a:lnTo>
                <a:lnTo>
                  <a:pt x="528638" y="1382964"/>
                </a:lnTo>
                <a:lnTo>
                  <a:pt x="533400" y="1380819"/>
                </a:lnTo>
                <a:lnTo>
                  <a:pt x="538163" y="1378644"/>
                </a:lnTo>
                <a:lnTo>
                  <a:pt x="542925" y="1376441"/>
                </a:lnTo>
                <a:lnTo>
                  <a:pt x="547688" y="1374208"/>
                </a:lnTo>
                <a:lnTo>
                  <a:pt x="552450" y="1371946"/>
                </a:lnTo>
                <a:lnTo>
                  <a:pt x="557213" y="1369652"/>
                </a:lnTo>
                <a:lnTo>
                  <a:pt x="561975" y="1367328"/>
                </a:lnTo>
                <a:lnTo>
                  <a:pt x="566738" y="1364973"/>
                </a:lnTo>
                <a:lnTo>
                  <a:pt x="571500" y="1362586"/>
                </a:lnTo>
                <a:lnTo>
                  <a:pt x="576263" y="1360167"/>
                </a:lnTo>
                <a:lnTo>
                  <a:pt x="581025" y="1357714"/>
                </a:lnTo>
                <a:lnTo>
                  <a:pt x="585788" y="1355229"/>
                </a:lnTo>
                <a:lnTo>
                  <a:pt x="590550" y="1352710"/>
                </a:lnTo>
                <a:lnTo>
                  <a:pt x="595313" y="1350157"/>
                </a:lnTo>
                <a:lnTo>
                  <a:pt x="600075" y="1347569"/>
                </a:lnTo>
                <a:lnTo>
                  <a:pt x="604838" y="1344946"/>
                </a:lnTo>
                <a:lnTo>
                  <a:pt x="609600" y="1342288"/>
                </a:lnTo>
                <a:lnTo>
                  <a:pt x="614363" y="1339594"/>
                </a:lnTo>
                <a:lnTo>
                  <a:pt x="619125" y="1336863"/>
                </a:lnTo>
                <a:lnTo>
                  <a:pt x="623888" y="1334095"/>
                </a:lnTo>
                <a:lnTo>
                  <a:pt x="628650" y="1331290"/>
                </a:lnTo>
                <a:lnTo>
                  <a:pt x="633413" y="1328447"/>
                </a:lnTo>
                <a:lnTo>
                  <a:pt x="638175" y="1325566"/>
                </a:lnTo>
                <a:lnTo>
                  <a:pt x="642938" y="1322646"/>
                </a:lnTo>
                <a:lnTo>
                  <a:pt x="647700" y="1319687"/>
                </a:lnTo>
                <a:lnTo>
                  <a:pt x="652463" y="1316688"/>
                </a:lnTo>
                <a:lnTo>
                  <a:pt x="657225" y="1313649"/>
                </a:lnTo>
                <a:lnTo>
                  <a:pt x="661988" y="1310569"/>
                </a:lnTo>
                <a:lnTo>
                  <a:pt x="666750" y="1307448"/>
                </a:lnTo>
                <a:lnTo>
                  <a:pt x="671513" y="1304286"/>
                </a:lnTo>
                <a:lnTo>
                  <a:pt x="676275" y="1301081"/>
                </a:lnTo>
                <a:lnTo>
                  <a:pt x="681038" y="1297834"/>
                </a:lnTo>
                <a:lnTo>
                  <a:pt x="685800" y="1294544"/>
                </a:lnTo>
                <a:lnTo>
                  <a:pt x="690563" y="1291199"/>
                </a:lnTo>
                <a:lnTo>
                  <a:pt x="695325" y="1287781"/>
                </a:lnTo>
                <a:lnTo>
                  <a:pt x="700088" y="1284268"/>
                </a:lnTo>
                <a:lnTo>
                  <a:pt x="704850" y="1280619"/>
                </a:lnTo>
                <a:lnTo>
                  <a:pt x="709613" y="1276786"/>
                </a:lnTo>
                <a:lnTo>
                  <a:pt x="714375" y="1272713"/>
                </a:lnTo>
                <a:lnTo>
                  <a:pt x="719138" y="1268356"/>
                </a:lnTo>
                <a:lnTo>
                  <a:pt x="723900" y="1263701"/>
                </a:lnTo>
                <a:lnTo>
                  <a:pt x="728663" y="1258775"/>
                </a:lnTo>
                <a:lnTo>
                  <a:pt x="733425" y="1253630"/>
                </a:lnTo>
                <a:lnTo>
                  <a:pt x="738188" y="1248322"/>
                </a:lnTo>
                <a:lnTo>
                  <a:pt x="742950" y="1242891"/>
                </a:lnTo>
                <a:lnTo>
                  <a:pt x="747713" y="1237353"/>
                </a:lnTo>
                <a:lnTo>
                  <a:pt x="752475" y="1231704"/>
                </a:lnTo>
                <a:lnTo>
                  <a:pt x="757238" y="1225939"/>
                </a:lnTo>
                <a:lnTo>
                  <a:pt x="762000" y="1220050"/>
                </a:lnTo>
                <a:lnTo>
                  <a:pt x="766763" y="1214033"/>
                </a:lnTo>
                <a:lnTo>
                  <a:pt x="771525" y="1207899"/>
                </a:lnTo>
                <a:lnTo>
                  <a:pt x="776288" y="1201667"/>
                </a:lnTo>
                <a:lnTo>
                  <a:pt x="781050" y="1195362"/>
                </a:lnTo>
                <a:lnTo>
                  <a:pt x="785813" y="1189017"/>
                </a:lnTo>
                <a:lnTo>
                  <a:pt x="790575" y="1182650"/>
                </a:lnTo>
                <a:lnTo>
                  <a:pt x="795338" y="1176254"/>
                </a:lnTo>
                <a:lnTo>
                  <a:pt x="800100" y="1169802"/>
                </a:lnTo>
                <a:lnTo>
                  <a:pt x="804863" y="1163250"/>
                </a:lnTo>
                <a:lnTo>
                  <a:pt x="809625" y="1156565"/>
                </a:lnTo>
                <a:lnTo>
                  <a:pt x="814388" y="1149742"/>
                </a:lnTo>
                <a:lnTo>
                  <a:pt x="819150" y="1142803"/>
                </a:lnTo>
                <a:lnTo>
                  <a:pt x="823913" y="1135765"/>
                </a:lnTo>
                <a:lnTo>
                  <a:pt x="828675" y="1128651"/>
                </a:lnTo>
                <a:lnTo>
                  <a:pt x="833438" y="1121478"/>
                </a:lnTo>
                <a:lnTo>
                  <a:pt x="838200" y="1114247"/>
                </a:lnTo>
                <a:lnTo>
                  <a:pt x="842963" y="1106947"/>
                </a:lnTo>
                <a:lnTo>
                  <a:pt x="847725" y="1099567"/>
                </a:lnTo>
                <a:lnTo>
                  <a:pt x="852488" y="1092107"/>
                </a:lnTo>
                <a:lnTo>
                  <a:pt x="857250" y="1084577"/>
                </a:lnTo>
                <a:lnTo>
                  <a:pt x="862013" y="1076998"/>
                </a:lnTo>
                <a:lnTo>
                  <a:pt x="866775" y="1069380"/>
                </a:lnTo>
                <a:lnTo>
                  <a:pt x="871538" y="1061706"/>
                </a:lnTo>
                <a:lnTo>
                  <a:pt x="876300" y="1053951"/>
                </a:lnTo>
                <a:lnTo>
                  <a:pt x="881063" y="1046110"/>
                </a:lnTo>
                <a:lnTo>
                  <a:pt x="885825" y="1038199"/>
                </a:lnTo>
                <a:lnTo>
                  <a:pt x="890588" y="1030247"/>
                </a:lnTo>
                <a:lnTo>
                  <a:pt x="895350" y="1022270"/>
                </a:lnTo>
                <a:lnTo>
                  <a:pt x="900113" y="1014250"/>
                </a:lnTo>
                <a:lnTo>
                  <a:pt x="904875" y="1006135"/>
                </a:lnTo>
                <a:lnTo>
                  <a:pt x="909638" y="997860"/>
                </a:lnTo>
                <a:lnTo>
                  <a:pt x="914400" y="989393"/>
                </a:lnTo>
                <a:lnTo>
                  <a:pt x="919163" y="980772"/>
                </a:lnTo>
                <a:lnTo>
                  <a:pt x="923925" y="972089"/>
                </a:lnTo>
                <a:lnTo>
                  <a:pt x="928688" y="963449"/>
                </a:lnTo>
                <a:lnTo>
                  <a:pt x="933450" y="954927"/>
                </a:lnTo>
                <a:lnTo>
                  <a:pt x="938213" y="946535"/>
                </a:lnTo>
                <a:lnTo>
                  <a:pt x="942975" y="938219"/>
                </a:lnTo>
                <a:lnTo>
                  <a:pt x="947738" y="929890"/>
                </a:lnTo>
                <a:lnTo>
                  <a:pt x="952500" y="921447"/>
                </a:lnTo>
                <a:lnTo>
                  <a:pt x="957263" y="912810"/>
                </a:lnTo>
                <a:lnTo>
                  <a:pt x="962025" y="903943"/>
                </a:lnTo>
                <a:lnTo>
                  <a:pt x="966788" y="894856"/>
                </a:lnTo>
                <a:lnTo>
                  <a:pt x="971550" y="885594"/>
                </a:lnTo>
                <a:lnTo>
                  <a:pt x="976313" y="876210"/>
                </a:lnTo>
                <a:lnTo>
                  <a:pt x="981075" y="866749"/>
                </a:lnTo>
                <a:lnTo>
                  <a:pt x="985838" y="857248"/>
                </a:lnTo>
                <a:lnTo>
                  <a:pt x="990600" y="847728"/>
                </a:lnTo>
                <a:lnTo>
                  <a:pt x="995363" y="838201"/>
                </a:lnTo>
                <a:lnTo>
                  <a:pt x="1000125" y="828675"/>
                </a:lnTo>
                <a:lnTo>
                  <a:pt x="1004888" y="819150"/>
                </a:lnTo>
                <a:lnTo>
                  <a:pt x="1009650" y="809625"/>
                </a:lnTo>
                <a:lnTo>
                  <a:pt x="1014413" y="800100"/>
                </a:lnTo>
                <a:lnTo>
                  <a:pt x="1019175" y="790575"/>
                </a:lnTo>
                <a:lnTo>
                  <a:pt x="1023938" y="781050"/>
                </a:lnTo>
                <a:lnTo>
                  <a:pt x="1028700" y="771525"/>
                </a:lnTo>
                <a:lnTo>
                  <a:pt x="1033463" y="762000"/>
                </a:lnTo>
                <a:lnTo>
                  <a:pt x="1038225" y="752475"/>
                </a:lnTo>
                <a:lnTo>
                  <a:pt x="1042988" y="742950"/>
                </a:lnTo>
                <a:lnTo>
                  <a:pt x="1047750" y="733425"/>
                </a:lnTo>
                <a:lnTo>
                  <a:pt x="1052513" y="723900"/>
                </a:lnTo>
                <a:lnTo>
                  <a:pt x="1057275" y="714375"/>
                </a:lnTo>
                <a:lnTo>
                  <a:pt x="1062038" y="704850"/>
                </a:lnTo>
                <a:lnTo>
                  <a:pt x="1066800" y="695325"/>
                </a:lnTo>
                <a:lnTo>
                  <a:pt x="1071563" y="685800"/>
                </a:lnTo>
                <a:lnTo>
                  <a:pt x="1076325" y="676275"/>
                </a:lnTo>
                <a:lnTo>
                  <a:pt x="1081088" y="666749"/>
                </a:lnTo>
                <a:lnTo>
                  <a:pt x="1085850" y="657223"/>
                </a:lnTo>
                <a:lnTo>
                  <a:pt x="1090613" y="647699"/>
                </a:lnTo>
                <a:lnTo>
                  <a:pt x="1095375" y="638184"/>
                </a:lnTo>
                <a:lnTo>
                  <a:pt x="1100138" y="628686"/>
                </a:lnTo>
                <a:lnTo>
                  <a:pt x="1104900" y="619224"/>
                </a:lnTo>
                <a:lnTo>
                  <a:pt x="1109663" y="609824"/>
                </a:lnTo>
                <a:lnTo>
                  <a:pt x="1114425" y="600517"/>
                </a:lnTo>
                <a:lnTo>
                  <a:pt x="1119188" y="591337"/>
                </a:lnTo>
                <a:lnTo>
                  <a:pt x="1123950" y="582312"/>
                </a:lnTo>
                <a:lnTo>
                  <a:pt x="1128713" y="573458"/>
                </a:lnTo>
                <a:lnTo>
                  <a:pt x="1133475" y="564774"/>
                </a:lnTo>
                <a:lnTo>
                  <a:pt x="1138238" y="556246"/>
                </a:lnTo>
                <a:lnTo>
                  <a:pt x="1143000" y="547853"/>
                </a:lnTo>
                <a:lnTo>
                  <a:pt x="1147763" y="539572"/>
                </a:lnTo>
                <a:lnTo>
                  <a:pt x="1152525" y="531383"/>
                </a:lnTo>
                <a:lnTo>
                  <a:pt x="1157288" y="523272"/>
                </a:lnTo>
                <a:lnTo>
                  <a:pt x="1162050" y="515230"/>
                </a:lnTo>
                <a:lnTo>
                  <a:pt x="1166813" y="507251"/>
                </a:lnTo>
                <a:lnTo>
                  <a:pt x="1171575" y="499330"/>
                </a:lnTo>
                <a:lnTo>
                  <a:pt x="1176338" y="491466"/>
                </a:lnTo>
                <a:lnTo>
                  <a:pt x="1181100" y="483659"/>
                </a:lnTo>
                <a:lnTo>
                  <a:pt x="1185863" y="475906"/>
                </a:lnTo>
                <a:lnTo>
                  <a:pt x="1190625" y="468207"/>
                </a:lnTo>
                <a:lnTo>
                  <a:pt x="1195388" y="460560"/>
                </a:lnTo>
                <a:lnTo>
                  <a:pt x="1200150" y="452964"/>
                </a:lnTo>
                <a:lnTo>
                  <a:pt x="1204913" y="445418"/>
                </a:lnTo>
                <a:lnTo>
                  <a:pt x="1209675" y="437919"/>
                </a:lnTo>
                <a:lnTo>
                  <a:pt x="1214438" y="430468"/>
                </a:lnTo>
                <a:lnTo>
                  <a:pt x="1219200" y="423063"/>
                </a:lnTo>
                <a:lnTo>
                  <a:pt x="1223963" y="415702"/>
                </a:lnTo>
                <a:lnTo>
                  <a:pt x="1228725" y="408384"/>
                </a:lnTo>
                <a:lnTo>
                  <a:pt x="1233488" y="401109"/>
                </a:lnTo>
                <a:lnTo>
                  <a:pt x="1238250" y="393874"/>
                </a:lnTo>
                <a:lnTo>
                  <a:pt x="1243013" y="386678"/>
                </a:lnTo>
                <a:lnTo>
                  <a:pt x="1247775" y="379520"/>
                </a:lnTo>
                <a:lnTo>
                  <a:pt x="1252538" y="372399"/>
                </a:lnTo>
                <a:lnTo>
                  <a:pt x="1257300" y="365314"/>
                </a:lnTo>
                <a:lnTo>
                  <a:pt x="1262063" y="358262"/>
                </a:lnTo>
                <a:lnTo>
                  <a:pt x="1266825" y="351244"/>
                </a:lnTo>
                <a:lnTo>
                  <a:pt x="1271588" y="344257"/>
                </a:lnTo>
                <a:lnTo>
                  <a:pt x="1276350" y="337301"/>
                </a:lnTo>
                <a:lnTo>
                  <a:pt x="1281113" y="330374"/>
                </a:lnTo>
                <a:lnTo>
                  <a:pt x="1285875" y="323475"/>
                </a:lnTo>
                <a:lnTo>
                  <a:pt x="1290638" y="316602"/>
                </a:lnTo>
                <a:lnTo>
                  <a:pt x="1295400" y="309754"/>
                </a:lnTo>
                <a:lnTo>
                  <a:pt x="1300163" y="302930"/>
                </a:lnTo>
                <a:lnTo>
                  <a:pt x="1304925" y="296129"/>
                </a:lnTo>
                <a:lnTo>
                  <a:pt x="1309688" y="289350"/>
                </a:lnTo>
                <a:lnTo>
                  <a:pt x="1314450" y="282590"/>
                </a:lnTo>
                <a:lnTo>
                  <a:pt x="1319213" y="275850"/>
                </a:lnTo>
                <a:lnTo>
                  <a:pt x="1323975" y="269126"/>
                </a:lnTo>
                <a:lnTo>
                  <a:pt x="1328738" y="262419"/>
                </a:lnTo>
                <a:lnTo>
                  <a:pt x="1333500" y="255727"/>
                </a:lnTo>
                <a:lnTo>
                  <a:pt x="1338263" y="249049"/>
                </a:lnTo>
                <a:lnTo>
                  <a:pt x="1343025" y="242383"/>
                </a:lnTo>
                <a:lnTo>
                  <a:pt x="1347788" y="235729"/>
                </a:lnTo>
                <a:lnTo>
                  <a:pt x="1352550" y="229084"/>
                </a:lnTo>
                <a:lnTo>
                  <a:pt x="1357313" y="222447"/>
                </a:lnTo>
                <a:lnTo>
                  <a:pt x="1362075" y="215818"/>
                </a:lnTo>
                <a:lnTo>
                  <a:pt x="1366838" y="209195"/>
                </a:lnTo>
                <a:lnTo>
                  <a:pt x="1371600" y="202577"/>
                </a:lnTo>
                <a:lnTo>
                  <a:pt x="1376363" y="195962"/>
                </a:lnTo>
                <a:lnTo>
                  <a:pt x="1381125" y="189349"/>
                </a:lnTo>
                <a:lnTo>
                  <a:pt x="1385888" y="182737"/>
                </a:lnTo>
                <a:lnTo>
                  <a:pt x="1390650" y="176125"/>
                </a:lnTo>
                <a:lnTo>
                  <a:pt x="1395413" y="169510"/>
                </a:lnTo>
                <a:lnTo>
                  <a:pt x="1400175" y="162893"/>
                </a:lnTo>
                <a:lnTo>
                  <a:pt x="1404938" y="156272"/>
                </a:lnTo>
                <a:lnTo>
                  <a:pt x="1409700" y="149645"/>
                </a:lnTo>
                <a:lnTo>
                  <a:pt x="1414463" y="143011"/>
                </a:lnTo>
                <a:lnTo>
                  <a:pt x="1419225" y="136369"/>
                </a:lnTo>
                <a:lnTo>
                  <a:pt x="1423988" y="129718"/>
                </a:lnTo>
                <a:lnTo>
                  <a:pt x="1428750" y="123056"/>
                </a:lnTo>
                <a:lnTo>
                  <a:pt x="1433513" y="116382"/>
                </a:lnTo>
                <a:lnTo>
                  <a:pt x="1438275" y="109695"/>
                </a:lnTo>
                <a:lnTo>
                  <a:pt x="1443038" y="102993"/>
                </a:lnTo>
                <a:lnTo>
                  <a:pt x="1447800" y="96275"/>
                </a:lnTo>
                <a:lnTo>
                  <a:pt x="1452563" y="89541"/>
                </a:lnTo>
                <a:lnTo>
                  <a:pt x="1457325" y="82787"/>
                </a:lnTo>
                <a:lnTo>
                  <a:pt x="1462088" y="76015"/>
                </a:lnTo>
                <a:lnTo>
                  <a:pt x="1466850" y="69221"/>
                </a:lnTo>
                <a:lnTo>
                  <a:pt x="1471613" y="62405"/>
                </a:lnTo>
                <a:lnTo>
                  <a:pt x="1476375" y="55565"/>
                </a:lnTo>
                <a:lnTo>
                  <a:pt x="1481138" y="48728"/>
                </a:lnTo>
                <a:lnTo>
                  <a:pt x="1485900" y="41927"/>
                </a:lnTo>
                <a:lnTo>
                  <a:pt x="1490663" y="35228"/>
                </a:lnTo>
                <a:lnTo>
                  <a:pt x="1495425" y="28738"/>
                </a:lnTo>
                <a:lnTo>
                  <a:pt x="1500188" y="22610"/>
                </a:lnTo>
                <a:lnTo>
                  <a:pt x="1504950" y="17031"/>
                </a:lnTo>
                <a:lnTo>
                  <a:pt x="1509713" y="12187"/>
                </a:lnTo>
                <a:lnTo>
                  <a:pt x="1514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15" name="AI048-path-15">
            <a:extLst xmlns:a="http://schemas.openxmlformats.org/drawingml/2006/main">
              <a:ext uri="{FF2B5EF4-FFF2-40B4-BE49-F238E27FC236}">
                <a16:creationId xmlns:a16="http://schemas.microsoft.com/office/drawing/2014/main" id="{29337D25-6026-4954-AB63-F036C1E4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828675"/>
            <a:ext cx="1514475" cy="1552575"/>
          </a:xfrm>
          <a:custGeom xmlns:a="http://schemas.openxmlformats.org/drawingml/2006/main">
            <a:pathLst>
              <a:path w="1514475" h="1552575">
                <a:moveTo>
                  <a:pt x="0" y="1552575"/>
                </a:moveTo>
                <a:lnTo>
                  <a:pt x="4763" y="1550561"/>
                </a:lnTo>
                <a:lnTo>
                  <a:pt x="9525" y="1549767"/>
                </a:lnTo>
                <a:lnTo>
                  <a:pt x="14288" y="1548856"/>
                </a:lnTo>
                <a:lnTo>
                  <a:pt x="19050" y="1547860"/>
                </a:lnTo>
                <a:lnTo>
                  <a:pt x="23813" y="1546812"/>
                </a:lnTo>
                <a:lnTo>
                  <a:pt x="28575" y="1545738"/>
                </a:lnTo>
                <a:lnTo>
                  <a:pt x="33338" y="1544655"/>
                </a:lnTo>
                <a:lnTo>
                  <a:pt x="38100" y="1543575"/>
                </a:lnTo>
                <a:lnTo>
                  <a:pt x="42863" y="1542504"/>
                </a:lnTo>
                <a:lnTo>
                  <a:pt x="47625" y="1541445"/>
                </a:lnTo>
                <a:lnTo>
                  <a:pt x="52388" y="1540398"/>
                </a:lnTo>
                <a:lnTo>
                  <a:pt x="57150" y="1539364"/>
                </a:lnTo>
                <a:lnTo>
                  <a:pt x="61913" y="1538341"/>
                </a:lnTo>
                <a:lnTo>
                  <a:pt x="66675" y="1537330"/>
                </a:lnTo>
                <a:lnTo>
                  <a:pt x="71438" y="1536331"/>
                </a:lnTo>
                <a:lnTo>
                  <a:pt x="76200" y="1535342"/>
                </a:lnTo>
                <a:lnTo>
                  <a:pt x="80963" y="1534363"/>
                </a:lnTo>
                <a:lnTo>
                  <a:pt x="85725" y="1533395"/>
                </a:lnTo>
                <a:lnTo>
                  <a:pt x="90488" y="1532437"/>
                </a:lnTo>
                <a:lnTo>
                  <a:pt x="95250" y="1531489"/>
                </a:lnTo>
                <a:lnTo>
                  <a:pt x="100013" y="1530550"/>
                </a:lnTo>
                <a:lnTo>
                  <a:pt x="104775" y="1529620"/>
                </a:lnTo>
                <a:lnTo>
                  <a:pt x="109538" y="1528698"/>
                </a:lnTo>
                <a:lnTo>
                  <a:pt x="114300" y="1527786"/>
                </a:lnTo>
                <a:lnTo>
                  <a:pt x="119063" y="1526881"/>
                </a:lnTo>
                <a:lnTo>
                  <a:pt x="123825" y="1525984"/>
                </a:lnTo>
                <a:lnTo>
                  <a:pt x="128588" y="1525095"/>
                </a:lnTo>
                <a:lnTo>
                  <a:pt x="133350" y="1524213"/>
                </a:lnTo>
                <a:lnTo>
                  <a:pt x="138113" y="1523337"/>
                </a:lnTo>
                <a:lnTo>
                  <a:pt x="142875" y="1522469"/>
                </a:lnTo>
                <a:lnTo>
                  <a:pt x="147638" y="1521607"/>
                </a:lnTo>
                <a:lnTo>
                  <a:pt x="152400" y="1520750"/>
                </a:lnTo>
                <a:lnTo>
                  <a:pt x="157163" y="1519900"/>
                </a:lnTo>
                <a:lnTo>
                  <a:pt x="161925" y="1519055"/>
                </a:lnTo>
                <a:lnTo>
                  <a:pt x="166688" y="1518214"/>
                </a:lnTo>
                <a:lnTo>
                  <a:pt x="171450" y="1517379"/>
                </a:lnTo>
                <a:lnTo>
                  <a:pt x="176213" y="1516548"/>
                </a:lnTo>
                <a:lnTo>
                  <a:pt x="180975" y="1515722"/>
                </a:lnTo>
                <a:lnTo>
                  <a:pt x="185738" y="1514899"/>
                </a:lnTo>
                <a:lnTo>
                  <a:pt x="190500" y="1514080"/>
                </a:lnTo>
                <a:lnTo>
                  <a:pt x="195263" y="1513264"/>
                </a:lnTo>
                <a:lnTo>
                  <a:pt x="200025" y="1512451"/>
                </a:lnTo>
                <a:lnTo>
                  <a:pt x="204788" y="1511640"/>
                </a:lnTo>
                <a:lnTo>
                  <a:pt x="209550" y="1510832"/>
                </a:lnTo>
                <a:lnTo>
                  <a:pt x="214313" y="1510026"/>
                </a:lnTo>
                <a:lnTo>
                  <a:pt x="219075" y="1509222"/>
                </a:lnTo>
                <a:lnTo>
                  <a:pt x="223838" y="1508419"/>
                </a:lnTo>
                <a:lnTo>
                  <a:pt x="228600" y="1507617"/>
                </a:lnTo>
                <a:lnTo>
                  <a:pt x="233363" y="1506816"/>
                </a:lnTo>
                <a:lnTo>
                  <a:pt x="238125" y="1506016"/>
                </a:lnTo>
                <a:lnTo>
                  <a:pt x="242888" y="1505216"/>
                </a:lnTo>
                <a:lnTo>
                  <a:pt x="247650" y="1504416"/>
                </a:lnTo>
                <a:lnTo>
                  <a:pt x="252413" y="1503615"/>
                </a:lnTo>
                <a:lnTo>
                  <a:pt x="257175" y="1502813"/>
                </a:lnTo>
                <a:lnTo>
                  <a:pt x="261938" y="1502011"/>
                </a:lnTo>
                <a:lnTo>
                  <a:pt x="266700" y="1501207"/>
                </a:lnTo>
                <a:lnTo>
                  <a:pt x="271463" y="1500402"/>
                </a:lnTo>
                <a:lnTo>
                  <a:pt x="276225" y="1499594"/>
                </a:lnTo>
                <a:lnTo>
                  <a:pt x="280988" y="1498785"/>
                </a:lnTo>
                <a:lnTo>
                  <a:pt x="285750" y="1497973"/>
                </a:lnTo>
                <a:lnTo>
                  <a:pt x="290513" y="1497158"/>
                </a:lnTo>
                <a:lnTo>
                  <a:pt x="295275" y="1496340"/>
                </a:lnTo>
                <a:lnTo>
                  <a:pt x="300038" y="1495518"/>
                </a:lnTo>
                <a:lnTo>
                  <a:pt x="304800" y="1494693"/>
                </a:lnTo>
                <a:lnTo>
                  <a:pt x="309563" y="1493863"/>
                </a:lnTo>
                <a:lnTo>
                  <a:pt x="314325" y="1493030"/>
                </a:lnTo>
                <a:lnTo>
                  <a:pt x="319088" y="1492191"/>
                </a:lnTo>
                <a:lnTo>
                  <a:pt x="323850" y="1491348"/>
                </a:lnTo>
                <a:lnTo>
                  <a:pt x="328613" y="1490499"/>
                </a:lnTo>
                <a:lnTo>
                  <a:pt x="333375" y="1489645"/>
                </a:lnTo>
                <a:lnTo>
                  <a:pt x="338138" y="1488784"/>
                </a:lnTo>
                <a:lnTo>
                  <a:pt x="342900" y="1487918"/>
                </a:lnTo>
                <a:lnTo>
                  <a:pt x="347663" y="1487045"/>
                </a:lnTo>
                <a:lnTo>
                  <a:pt x="352425" y="1486165"/>
                </a:lnTo>
                <a:lnTo>
                  <a:pt x="357188" y="1485278"/>
                </a:lnTo>
                <a:lnTo>
                  <a:pt x="361950" y="1484384"/>
                </a:lnTo>
                <a:lnTo>
                  <a:pt x="366713" y="1483482"/>
                </a:lnTo>
                <a:lnTo>
                  <a:pt x="371475" y="1482572"/>
                </a:lnTo>
                <a:lnTo>
                  <a:pt x="376238" y="1481654"/>
                </a:lnTo>
                <a:lnTo>
                  <a:pt x="381000" y="1480726"/>
                </a:lnTo>
                <a:lnTo>
                  <a:pt x="385763" y="1479790"/>
                </a:lnTo>
                <a:lnTo>
                  <a:pt x="390525" y="1478845"/>
                </a:lnTo>
                <a:lnTo>
                  <a:pt x="395288" y="1477890"/>
                </a:lnTo>
                <a:lnTo>
                  <a:pt x="400050" y="1476926"/>
                </a:lnTo>
                <a:lnTo>
                  <a:pt x="404813" y="1475951"/>
                </a:lnTo>
                <a:lnTo>
                  <a:pt x="409575" y="1474965"/>
                </a:lnTo>
                <a:lnTo>
                  <a:pt x="414338" y="1473969"/>
                </a:lnTo>
                <a:lnTo>
                  <a:pt x="419100" y="1472962"/>
                </a:lnTo>
                <a:lnTo>
                  <a:pt x="423863" y="1471943"/>
                </a:lnTo>
                <a:lnTo>
                  <a:pt x="428625" y="1470913"/>
                </a:lnTo>
                <a:lnTo>
                  <a:pt x="433388" y="1469871"/>
                </a:lnTo>
                <a:lnTo>
                  <a:pt x="438150" y="1468816"/>
                </a:lnTo>
                <a:lnTo>
                  <a:pt x="442913" y="1467749"/>
                </a:lnTo>
                <a:lnTo>
                  <a:pt x="447675" y="1466669"/>
                </a:lnTo>
                <a:lnTo>
                  <a:pt x="452438" y="1465575"/>
                </a:lnTo>
                <a:lnTo>
                  <a:pt x="457200" y="1464468"/>
                </a:lnTo>
                <a:lnTo>
                  <a:pt x="461963" y="1463347"/>
                </a:lnTo>
                <a:lnTo>
                  <a:pt x="466725" y="1462212"/>
                </a:lnTo>
                <a:lnTo>
                  <a:pt x="471488" y="1461063"/>
                </a:lnTo>
                <a:lnTo>
                  <a:pt x="476250" y="1459899"/>
                </a:lnTo>
                <a:lnTo>
                  <a:pt x="481013" y="1458720"/>
                </a:lnTo>
                <a:lnTo>
                  <a:pt x="485775" y="1457525"/>
                </a:lnTo>
                <a:lnTo>
                  <a:pt x="490538" y="1456315"/>
                </a:lnTo>
                <a:lnTo>
                  <a:pt x="495300" y="1455089"/>
                </a:lnTo>
                <a:lnTo>
                  <a:pt x="500063" y="1453846"/>
                </a:lnTo>
                <a:lnTo>
                  <a:pt x="504825" y="1452587"/>
                </a:lnTo>
                <a:lnTo>
                  <a:pt x="509588" y="1451311"/>
                </a:lnTo>
                <a:lnTo>
                  <a:pt x="514350" y="1450018"/>
                </a:lnTo>
                <a:lnTo>
                  <a:pt x="519113" y="1448708"/>
                </a:lnTo>
                <a:lnTo>
                  <a:pt x="523875" y="1447379"/>
                </a:lnTo>
                <a:lnTo>
                  <a:pt x="528638" y="1446033"/>
                </a:lnTo>
                <a:lnTo>
                  <a:pt x="533400" y="1444668"/>
                </a:lnTo>
                <a:lnTo>
                  <a:pt x="538163" y="1443284"/>
                </a:lnTo>
                <a:lnTo>
                  <a:pt x="542925" y="1441881"/>
                </a:lnTo>
                <a:lnTo>
                  <a:pt x="547688" y="1440459"/>
                </a:lnTo>
                <a:lnTo>
                  <a:pt x="552450" y="1439018"/>
                </a:lnTo>
                <a:lnTo>
                  <a:pt x="557213" y="1437556"/>
                </a:lnTo>
                <a:lnTo>
                  <a:pt x="561975" y="1436074"/>
                </a:lnTo>
                <a:lnTo>
                  <a:pt x="566738" y="1434572"/>
                </a:lnTo>
                <a:lnTo>
                  <a:pt x="571500" y="1433049"/>
                </a:lnTo>
                <a:lnTo>
                  <a:pt x="576263" y="1431504"/>
                </a:lnTo>
                <a:lnTo>
                  <a:pt x="581025" y="1429938"/>
                </a:lnTo>
                <a:lnTo>
                  <a:pt x="585788" y="1428351"/>
                </a:lnTo>
                <a:lnTo>
                  <a:pt x="590550" y="1426741"/>
                </a:lnTo>
                <a:lnTo>
                  <a:pt x="595313" y="1425109"/>
                </a:lnTo>
                <a:lnTo>
                  <a:pt x="600075" y="1423454"/>
                </a:lnTo>
                <a:lnTo>
                  <a:pt x="604838" y="1421776"/>
                </a:lnTo>
                <a:lnTo>
                  <a:pt x="609600" y="1420075"/>
                </a:lnTo>
                <a:lnTo>
                  <a:pt x="614363" y="1418351"/>
                </a:lnTo>
                <a:lnTo>
                  <a:pt x="619125" y="1416602"/>
                </a:lnTo>
                <a:lnTo>
                  <a:pt x="623888" y="1414829"/>
                </a:lnTo>
                <a:lnTo>
                  <a:pt x="628650" y="1413032"/>
                </a:lnTo>
                <a:lnTo>
                  <a:pt x="633413" y="1411210"/>
                </a:lnTo>
                <a:lnTo>
                  <a:pt x="638175" y="1409362"/>
                </a:lnTo>
                <a:lnTo>
                  <a:pt x="642938" y="1407490"/>
                </a:lnTo>
                <a:lnTo>
                  <a:pt x="647700" y="1405591"/>
                </a:lnTo>
                <a:lnTo>
                  <a:pt x="652463" y="1403667"/>
                </a:lnTo>
                <a:lnTo>
                  <a:pt x="657225" y="1401716"/>
                </a:lnTo>
                <a:lnTo>
                  <a:pt x="661988" y="1399738"/>
                </a:lnTo>
                <a:lnTo>
                  <a:pt x="666750" y="1397734"/>
                </a:lnTo>
                <a:lnTo>
                  <a:pt x="671513" y="1395702"/>
                </a:lnTo>
                <a:lnTo>
                  <a:pt x="676275" y="1393643"/>
                </a:lnTo>
                <a:lnTo>
                  <a:pt x="681038" y="1391556"/>
                </a:lnTo>
                <a:lnTo>
                  <a:pt x="685800" y="1389440"/>
                </a:lnTo>
                <a:lnTo>
                  <a:pt x="690563" y="1387290"/>
                </a:lnTo>
                <a:lnTo>
                  <a:pt x="695325" y="1385090"/>
                </a:lnTo>
                <a:lnTo>
                  <a:pt x="700088" y="1382822"/>
                </a:lnTo>
                <a:lnTo>
                  <a:pt x="704850" y="1380449"/>
                </a:lnTo>
                <a:lnTo>
                  <a:pt x="709613" y="1377921"/>
                </a:lnTo>
                <a:lnTo>
                  <a:pt x="714375" y="1375177"/>
                </a:lnTo>
                <a:lnTo>
                  <a:pt x="719138" y="1372153"/>
                </a:lnTo>
                <a:lnTo>
                  <a:pt x="723900" y="1368803"/>
                </a:lnTo>
                <a:lnTo>
                  <a:pt x="728663" y="1365117"/>
                </a:lnTo>
                <a:lnTo>
                  <a:pt x="733425" y="1361127"/>
                </a:lnTo>
                <a:lnTo>
                  <a:pt x="738188" y="1356899"/>
                </a:lnTo>
                <a:lnTo>
                  <a:pt x="742950" y="1352525"/>
                </a:lnTo>
                <a:lnTo>
                  <a:pt x="747713" y="1348106"/>
                </a:lnTo>
                <a:lnTo>
                  <a:pt x="752475" y="1343727"/>
                </a:lnTo>
                <a:lnTo>
                  <a:pt x="757238" y="1339440"/>
                </a:lnTo>
                <a:lnTo>
                  <a:pt x="762000" y="1335250"/>
                </a:lnTo>
                <a:lnTo>
                  <a:pt x="766763" y="1331121"/>
                </a:lnTo>
                <a:lnTo>
                  <a:pt x="771525" y="1326993"/>
                </a:lnTo>
                <a:lnTo>
                  <a:pt x="776288" y="1322799"/>
                </a:lnTo>
                <a:lnTo>
                  <a:pt x="781050" y="1318490"/>
                </a:lnTo>
                <a:lnTo>
                  <a:pt x="785813" y="1314050"/>
                </a:lnTo>
                <a:lnTo>
                  <a:pt x="790575" y="1309491"/>
                </a:lnTo>
                <a:lnTo>
                  <a:pt x="795338" y="1304842"/>
                </a:lnTo>
                <a:lnTo>
                  <a:pt x="800100" y="1300137"/>
                </a:lnTo>
                <a:lnTo>
                  <a:pt x="804863" y="1295398"/>
                </a:lnTo>
                <a:lnTo>
                  <a:pt x="809625" y="1290641"/>
                </a:lnTo>
                <a:lnTo>
                  <a:pt x="814388" y="1285878"/>
                </a:lnTo>
                <a:lnTo>
                  <a:pt x="819150" y="1281116"/>
                </a:lnTo>
                <a:lnTo>
                  <a:pt x="823913" y="1276339"/>
                </a:lnTo>
                <a:lnTo>
                  <a:pt x="828675" y="1271523"/>
                </a:lnTo>
                <a:lnTo>
                  <a:pt x="833438" y="1266639"/>
                </a:lnTo>
                <a:lnTo>
                  <a:pt x="838200" y="1261640"/>
                </a:lnTo>
                <a:lnTo>
                  <a:pt x="842963" y="1256465"/>
                </a:lnTo>
                <a:lnTo>
                  <a:pt x="847725" y="1251058"/>
                </a:lnTo>
                <a:lnTo>
                  <a:pt x="852488" y="1245389"/>
                </a:lnTo>
                <a:lnTo>
                  <a:pt x="857250" y="1239478"/>
                </a:lnTo>
                <a:lnTo>
                  <a:pt x="862013" y="1233394"/>
                </a:lnTo>
                <a:lnTo>
                  <a:pt x="866775" y="1227233"/>
                </a:lnTo>
                <a:lnTo>
                  <a:pt x="871538" y="1221082"/>
                </a:lnTo>
                <a:lnTo>
                  <a:pt x="876300" y="1214981"/>
                </a:lnTo>
                <a:lnTo>
                  <a:pt x="881063" y="1208911"/>
                </a:lnTo>
                <a:lnTo>
                  <a:pt x="885825" y="1202824"/>
                </a:lnTo>
                <a:lnTo>
                  <a:pt x="890588" y="1196677"/>
                </a:lnTo>
                <a:lnTo>
                  <a:pt x="895350" y="1190457"/>
                </a:lnTo>
                <a:lnTo>
                  <a:pt x="900113" y="1184175"/>
                </a:lnTo>
                <a:lnTo>
                  <a:pt x="904875" y="1177853"/>
                </a:lnTo>
                <a:lnTo>
                  <a:pt x="909638" y="1171485"/>
                </a:lnTo>
                <a:lnTo>
                  <a:pt x="914400" y="1165041"/>
                </a:lnTo>
                <a:lnTo>
                  <a:pt x="919163" y="1158489"/>
                </a:lnTo>
                <a:lnTo>
                  <a:pt x="923925" y="1151804"/>
                </a:lnTo>
                <a:lnTo>
                  <a:pt x="928688" y="1144973"/>
                </a:lnTo>
                <a:lnTo>
                  <a:pt x="933450" y="1138003"/>
                </a:lnTo>
                <a:lnTo>
                  <a:pt x="938213" y="1130921"/>
                </a:lnTo>
                <a:lnTo>
                  <a:pt x="942975" y="1123742"/>
                </a:lnTo>
                <a:lnTo>
                  <a:pt x="947738" y="1116468"/>
                </a:lnTo>
                <a:lnTo>
                  <a:pt x="952500" y="1109095"/>
                </a:lnTo>
                <a:lnTo>
                  <a:pt x="957263" y="1101634"/>
                </a:lnTo>
                <a:lnTo>
                  <a:pt x="962025" y="1094102"/>
                </a:lnTo>
                <a:lnTo>
                  <a:pt x="966788" y="1086523"/>
                </a:lnTo>
                <a:lnTo>
                  <a:pt x="971550" y="1078905"/>
                </a:lnTo>
                <a:lnTo>
                  <a:pt x="976313" y="1071231"/>
                </a:lnTo>
                <a:lnTo>
                  <a:pt x="981075" y="1063476"/>
                </a:lnTo>
                <a:lnTo>
                  <a:pt x="985838" y="1055634"/>
                </a:lnTo>
                <a:lnTo>
                  <a:pt x="990600" y="1047722"/>
                </a:lnTo>
                <a:lnTo>
                  <a:pt x="995363" y="1039777"/>
                </a:lnTo>
                <a:lnTo>
                  <a:pt x="1000125" y="1031826"/>
                </a:lnTo>
                <a:lnTo>
                  <a:pt x="1004888" y="1023859"/>
                </a:lnTo>
                <a:lnTo>
                  <a:pt x="1009650" y="1015835"/>
                </a:lnTo>
                <a:lnTo>
                  <a:pt x="1014413" y="1007700"/>
                </a:lnTo>
                <a:lnTo>
                  <a:pt x="1019175" y="999415"/>
                </a:lnTo>
                <a:lnTo>
                  <a:pt x="1023938" y="990981"/>
                </a:lnTo>
                <a:lnTo>
                  <a:pt x="1028700" y="982425"/>
                </a:lnTo>
                <a:lnTo>
                  <a:pt x="1033463" y="973769"/>
                </a:lnTo>
                <a:lnTo>
                  <a:pt x="1038225" y="965017"/>
                </a:lnTo>
                <a:lnTo>
                  <a:pt x="1042988" y="956164"/>
                </a:lnTo>
                <a:lnTo>
                  <a:pt x="1047750" y="947218"/>
                </a:lnTo>
                <a:lnTo>
                  <a:pt x="1052513" y="938217"/>
                </a:lnTo>
                <a:lnTo>
                  <a:pt x="1057275" y="929216"/>
                </a:lnTo>
                <a:lnTo>
                  <a:pt x="1062038" y="920253"/>
                </a:lnTo>
                <a:lnTo>
                  <a:pt x="1066800" y="911326"/>
                </a:lnTo>
                <a:lnTo>
                  <a:pt x="1071563" y="902401"/>
                </a:lnTo>
                <a:lnTo>
                  <a:pt x="1076325" y="893400"/>
                </a:lnTo>
                <a:lnTo>
                  <a:pt x="1081088" y="884234"/>
                </a:lnTo>
                <a:lnTo>
                  <a:pt x="1085850" y="874838"/>
                </a:lnTo>
                <a:lnTo>
                  <a:pt x="1090613" y="865184"/>
                </a:lnTo>
                <a:lnTo>
                  <a:pt x="1095375" y="855298"/>
                </a:lnTo>
                <a:lnTo>
                  <a:pt x="1100138" y="845256"/>
                </a:lnTo>
                <a:lnTo>
                  <a:pt x="1104900" y="835154"/>
                </a:lnTo>
                <a:lnTo>
                  <a:pt x="1109663" y="825082"/>
                </a:lnTo>
                <a:lnTo>
                  <a:pt x="1114425" y="815098"/>
                </a:lnTo>
                <a:lnTo>
                  <a:pt x="1119188" y="805228"/>
                </a:lnTo>
                <a:lnTo>
                  <a:pt x="1123950" y="795465"/>
                </a:lnTo>
                <a:lnTo>
                  <a:pt x="1128713" y="785782"/>
                </a:lnTo>
                <a:lnTo>
                  <a:pt x="1133475" y="776145"/>
                </a:lnTo>
                <a:lnTo>
                  <a:pt x="1138238" y="766532"/>
                </a:lnTo>
                <a:lnTo>
                  <a:pt x="1143000" y="756928"/>
                </a:lnTo>
                <a:lnTo>
                  <a:pt x="1147763" y="747325"/>
                </a:lnTo>
                <a:lnTo>
                  <a:pt x="1152525" y="737715"/>
                </a:lnTo>
                <a:lnTo>
                  <a:pt x="1157288" y="728098"/>
                </a:lnTo>
                <a:lnTo>
                  <a:pt x="1162050" y="718475"/>
                </a:lnTo>
                <a:lnTo>
                  <a:pt x="1166813" y="708848"/>
                </a:lnTo>
                <a:lnTo>
                  <a:pt x="1171575" y="699216"/>
                </a:lnTo>
                <a:lnTo>
                  <a:pt x="1176338" y="689579"/>
                </a:lnTo>
                <a:lnTo>
                  <a:pt x="1181100" y="679938"/>
                </a:lnTo>
                <a:lnTo>
                  <a:pt x="1185863" y="670292"/>
                </a:lnTo>
                <a:lnTo>
                  <a:pt x="1190625" y="660642"/>
                </a:lnTo>
                <a:lnTo>
                  <a:pt x="1195388" y="650988"/>
                </a:lnTo>
                <a:lnTo>
                  <a:pt x="1200150" y="641330"/>
                </a:lnTo>
                <a:lnTo>
                  <a:pt x="1204913" y="631667"/>
                </a:lnTo>
                <a:lnTo>
                  <a:pt x="1209675" y="622001"/>
                </a:lnTo>
                <a:lnTo>
                  <a:pt x="1214438" y="612331"/>
                </a:lnTo>
                <a:lnTo>
                  <a:pt x="1219200" y="602658"/>
                </a:lnTo>
                <a:lnTo>
                  <a:pt x="1223963" y="592981"/>
                </a:lnTo>
                <a:lnTo>
                  <a:pt x="1228725" y="583300"/>
                </a:lnTo>
                <a:lnTo>
                  <a:pt x="1233488" y="573616"/>
                </a:lnTo>
                <a:lnTo>
                  <a:pt x="1238250" y="563929"/>
                </a:lnTo>
                <a:lnTo>
                  <a:pt x="1243013" y="554238"/>
                </a:lnTo>
                <a:lnTo>
                  <a:pt x="1247775" y="544545"/>
                </a:lnTo>
                <a:lnTo>
                  <a:pt x="1252538" y="534849"/>
                </a:lnTo>
                <a:lnTo>
                  <a:pt x="1257300" y="525149"/>
                </a:lnTo>
                <a:lnTo>
                  <a:pt x="1262063" y="515447"/>
                </a:lnTo>
                <a:lnTo>
                  <a:pt x="1266825" y="505743"/>
                </a:lnTo>
                <a:lnTo>
                  <a:pt x="1271588" y="496035"/>
                </a:lnTo>
                <a:lnTo>
                  <a:pt x="1276350" y="486326"/>
                </a:lnTo>
                <a:lnTo>
                  <a:pt x="1281113" y="476614"/>
                </a:lnTo>
                <a:lnTo>
                  <a:pt x="1285875" y="466900"/>
                </a:lnTo>
                <a:lnTo>
                  <a:pt x="1290638" y="457183"/>
                </a:lnTo>
                <a:lnTo>
                  <a:pt x="1295400" y="447465"/>
                </a:lnTo>
                <a:lnTo>
                  <a:pt x="1300163" y="437745"/>
                </a:lnTo>
                <a:lnTo>
                  <a:pt x="1304925" y="428023"/>
                </a:lnTo>
                <a:lnTo>
                  <a:pt x="1309688" y="418299"/>
                </a:lnTo>
                <a:lnTo>
                  <a:pt x="1314450" y="408573"/>
                </a:lnTo>
                <a:lnTo>
                  <a:pt x="1319213" y="398846"/>
                </a:lnTo>
                <a:lnTo>
                  <a:pt x="1323975" y="389118"/>
                </a:lnTo>
                <a:lnTo>
                  <a:pt x="1328738" y="379388"/>
                </a:lnTo>
                <a:lnTo>
                  <a:pt x="1333500" y="369658"/>
                </a:lnTo>
                <a:lnTo>
                  <a:pt x="1338263" y="359926"/>
                </a:lnTo>
                <a:lnTo>
                  <a:pt x="1343025" y="350193"/>
                </a:lnTo>
                <a:lnTo>
                  <a:pt x="1347788" y="340459"/>
                </a:lnTo>
                <a:lnTo>
                  <a:pt x="1352550" y="330724"/>
                </a:lnTo>
                <a:lnTo>
                  <a:pt x="1357313" y="320989"/>
                </a:lnTo>
                <a:lnTo>
                  <a:pt x="1362075" y="311253"/>
                </a:lnTo>
                <a:lnTo>
                  <a:pt x="1366838" y="301516"/>
                </a:lnTo>
                <a:lnTo>
                  <a:pt x="1371600" y="291780"/>
                </a:lnTo>
                <a:lnTo>
                  <a:pt x="1376363" y="282043"/>
                </a:lnTo>
                <a:lnTo>
                  <a:pt x="1381125" y="272305"/>
                </a:lnTo>
                <a:lnTo>
                  <a:pt x="1385888" y="262568"/>
                </a:lnTo>
                <a:lnTo>
                  <a:pt x="1390650" y="252831"/>
                </a:lnTo>
                <a:lnTo>
                  <a:pt x="1395413" y="243094"/>
                </a:lnTo>
                <a:lnTo>
                  <a:pt x="1400175" y="233357"/>
                </a:lnTo>
                <a:lnTo>
                  <a:pt x="1404938" y="223620"/>
                </a:lnTo>
                <a:lnTo>
                  <a:pt x="1409700" y="213884"/>
                </a:lnTo>
                <a:lnTo>
                  <a:pt x="1414463" y="204149"/>
                </a:lnTo>
                <a:lnTo>
                  <a:pt x="1419225" y="194414"/>
                </a:lnTo>
                <a:lnTo>
                  <a:pt x="1423988" y="184680"/>
                </a:lnTo>
                <a:lnTo>
                  <a:pt x="1428750" y="174947"/>
                </a:lnTo>
                <a:lnTo>
                  <a:pt x="1433513" y="165214"/>
                </a:lnTo>
                <a:lnTo>
                  <a:pt x="1438275" y="155483"/>
                </a:lnTo>
                <a:lnTo>
                  <a:pt x="1443038" y="145753"/>
                </a:lnTo>
                <a:lnTo>
                  <a:pt x="1447800" y="136024"/>
                </a:lnTo>
                <a:lnTo>
                  <a:pt x="1452563" y="126297"/>
                </a:lnTo>
                <a:lnTo>
                  <a:pt x="1457325" y="116571"/>
                </a:lnTo>
                <a:lnTo>
                  <a:pt x="1462088" y="106846"/>
                </a:lnTo>
                <a:lnTo>
                  <a:pt x="1466850" y="97124"/>
                </a:lnTo>
                <a:lnTo>
                  <a:pt x="1471613" y="87403"/>
                </a:lnTo>
                <a:lnTo>
                  <a:pt x="1476375" y="77684"/>
                </a:lnTo>
                <a:lnTo>
                  <a:pt x="1481138" y="68004"/>
                </a:lnTo>
                <a:lnTo>
                  <a:pt x="1485900" y="58411"/>
                </a:lnTo>
                <a:lnTo>
                  <a:pt x="1490663" y="48996"/>
                </a:lnTo>
                <a:lnTo>
                  <a:pt x="1495425" y="39906"/>
                </a:lnTo>
                <a:lnTo>
                  <a:pt x="1500188" y="31350"/>
                </a:lnTo>
                <a:lnTo>
                  <a:pt x="1504950" y="23583"/>
                </a:lnTo>
                <a:lnTo>
                  <a:pt x="1509713" y="16854"/>
                </a:lnTo>
                <a:lnTo>
                  <a:pt x="1514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16" name="AI048-path-16">
            <a:extLst xmlns:a="http://schemas.openxmlformats.org/drawingml/2006/main">
              <a:ext uri="{FF2B5EF4-FFF2-40B4-BE49-F238E27FC236}">
                <a16:creationId xmlns:a16="http://schemas.microsoft.com/office/drawing/2014/main" id="{1198DBD5-C026-4B93-B308-93AE78EF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828675"/>
            <a:ext cx="1514475" cy="1552575"/>
          </a:xfrm>
          <a:custGeom xmlns:a="http://schemas.openxmlformats.org/drawingml/2006/main">
            <a:pathLst>
              <a:path w="1514475" h="1552575">
                <a:moveTo>
                  <a:pt x="0" y="1552575"/>
                </a:moveTo>
                <a:lnTo>
                  <a:pt x="4763" y="1550862"/>
                </a:lnTo>
                <a:lnTo>
                  <a:pt x="9525" y="1550184"/>
                </a:lnTo>
                <a:lnTo>
                  <a:pt x="14288" y="1549404"/>
                </a:lnTo>
                <a:lnTo>
                  <a:pt x="19050" y="1548549"/>
                </a:lnTo>
                <a:lnTo>
                  <a:pt x="23813" y="1547645"/>
                </a:lnTo>
                <a:lnTo>
                  <a:pt x="28575" y="1546716"/>
                </a:lnTo>
                <a:lnTo>
                  <a:pt x="33338" y="1545775"/>
                </a:lnTo>
                <a:lnTo>
                  <a:pt x="38100" y="1544833"/>
                </a:lnTo>
                <a:lnTo>
                  <a:pt x="42863" y="1543893"/>
                </a:lnTo>
                <a:lnTo>
                  <a:pt x="47625" y="1542960"/>
                </a:lnTo>
                <a:lnTo>
                  <a:pt x="52388" y="1542034"/>
                </a:lnTo>
                <a:lnTo>
                  <a:pt x="57150" y="1541115"/>
                </a:lnTo>
                <a:lnTo>
                  <a:pt x="61913" y="1540201"/>
                </a:lnTo>
                <a:lnTo>
                  <a:pt x="66675" y="1539294"/>
                </a:lnTo>
                <a:lnTo>
                  <a:pt x="71438" y="1538392"/>
                </a:lnTo>
                <a:lnTo>
                  <a:pt x="76200" y="1537497"/>
                </a:lnTo>
                <a:lnTo>
                  <a:pt x="80963" y="1536607"/>
                </a:lnTo>
                <a:lnTo>
                  <a:pt x="85725" y="1535722"/>
                </a:lnTo>
                <a:lnTo>
                  <a:pt x="90488" y="1534843"/>
                </a:lnTo>
                <a:lnTo>
                  <a:pt x="95250" y="1533969"/>
                </a:lnTo>
                <a:lnTo>
                  <a:pt x="100013" y="1533100"/>
                </a:lnTo>
                <a:lnTo>
                  <a:pt x="104775" y="1532235"/>
                </a:lnTo>
                <a:lnTo>
                  <a:pt x="109538" y="1531376"/>
                </a:lnTo>
                <a:lnTo>
                  <a:pt x="114300" y="1530520"/>
                </a:lnTo>
                <a:lnTo>
                  <a:pt x="119063" y="1529670"/>
                </a:lnTo>
                <a:lnTo>
                  <a:pt x="123825" y="1528823"/>
                </a:lnTo>
                <a:lnTo>
                  <a:pt x="128588" y="1527980"/>
                </a:lnTo>
                <a:lnTo>
                  <a:pt x="133350" y="1527141"/>
                </a:lnTo>
                <a:lnTo>
                  <a:pt x="138113" y="1526306"/>
                </a:lnTo>
                <a:lnTo>
                  <a:pt x="142875" y="1525474"/>
                </a:lnTo>
                <a:lnTo>
                  <a:pt x="147638" y="1524646"/>
                </a:lnTo>
                <a:lnTo>
                  <a:pt x="152400" y="1523820"/>
                </a:lnTo>
                <a:lnTo>
                  <a:pt x="157163" y="1522998"/>
                </a:lnTo>
                <a:lnTo>
                  <a:pt x="161925" y="1522179"/>
                </a:lnTo>
                <a:lnTo>
                  <a:pt x="166688" y="1521362"/>
                </a:lnTo>
                <a:lnTo>
                  <a:pt x="171450" y="1520548"/>
                </a:lnTo>
                <a:lnTo>
                  <a:pt x="176213" y="1519736"/>
                </a:lnTo>
                <a:lnTo>
                  <a:pt x="180975" y="1518927"/>
                </a:lnTo>
                <a:lnTo>
                  <a:pt x="185738" y="1518119"/>
                </a:lnTo>
                <a:lnTo>
                  <a:pt x="190500" y="1517314"/>
                </a:lnTo>
                <a:lnTo>
                  <a:pt x="195263" y="1516510"/>
                </a:lnTo>
                <a:lnTo>
                  <a:pt x="200025" y="1515708"/>
                </a:lnTo>
                <a:lnTo>
                  <a:pt x="204788" y="1514907"/>
                </a:lnTo>
                <a:lnTo>
                  <a:pt x="209550" y="1514107"/>
                </a:lnTo>
                <a:lnTo>
                  <a:pt x="214313" y="1513309"/>
                </a:lnTo>
                <a:lnTo>
                  <a:pt x="219075" y="1512511"/>
                </a:lnTo>
                <a:lnTo>
                  <a:pt x="223838" y="1511714"/>
                </a:lnTo>
                <a:lnTo>
                  <a:pt x="228600" y="1510918"/>
                </a:lnTo>
                <a:lnTo>
                  <a:pt x="233363" y="1510122"/>
                </a:lnTo>
                <a:lnTo>
                  <a:pt x="238125" y="1509326"/>
                </a:lnTo>
                <a:lnTo>
                  <a:pt x="242888" y="1508531"/>
                </a:lnTo>
                <a:lnTo>
                  <a:pt x="247650" y="1507735"/>
                </a:lnTo>
                <a:lnTo>
                  <a:pt x="252413" y="1506940"/>
                </a:lnTo>
                <a:lnTo>
                  <a:pt x="257175" y="1506144"/>
                </a:lnTo>
                <a:lnTo>
                  <a:pt x="261938" y="1505347"/>
                </a:lnTo>
                <a:lnTo>
                  <a:pt x="266700" y="1504550"/>
                </a:lnTo>
                <a:lnTo>
                  <a:pt x="271463" y="1503751"/>
                </a:lnTo>
                <a:lnTo>
                  <a:pt x="276225" y="1502952"/>
                </a:lnTo>
                <a:lnTo>
                  <a:pt x="280988" y="1502152"/>
                </a:lnTo>
                <a:lnTo>
                  <a:pt x="285750" y="1501350"/>
                </a:lnTo>
                <a:lnTo>
                  <a:pt x="290513" y="1500547"/>
                </a:lnTo>
                <a:lnTo>
                  <a:pt x="295275" y="1499742"/>
                </a:lnTo>
                <a:lnTo>
                  <a:pt x="300038" y="1498935"/>
                </a:lnTo>
                <a:lnTo>
                  <a:pt x="304800" y="1498126"/>
                </a:lnTo>
                <a:lnTo>
                  <a:pt x="309563" y="1497315"/>
                </a:lnTo>
                <a:lnTo>
                  <a:pt x="314325" y="1496502"/>
                </a:lnTo>
                <a:lnTo>
                  <a:pt x="319088" y="1495686"/>
                </a:lnTo>
                <a:lnTo>
                  <a:pt x="323850" y="1494867"/>
                </a:lnTo>
                <a:lnTo>
                  <a:pt x="328613" y="1494046"/>
                </a:lnTo>
                <a:lnTo>
                  <a:pt x="333375" y="1493222"/>
                </a:lnTo>
                <a:lnTo>
                  <a:pt x="338138" y="1492395"/>
                </a:lnTo>
                <a:lnTo>
                  <a:pt x="342900" y="1491564"/>
                </a:lnTo>
                <a:lnTo>
                  <a:pt x="347663" y="1490730"/>
                </a:lnTo>
                <a:lnTo>
                  <a:pt x="352425" y="1489892"/>
                </a:lnTo>
                <a:lnTo>
                  <a:pt x="357188" y="1489051"/>
                </a:lnTo>
                <a:lnTo>
                  <a:pt x="361950" y="1488205"/>
                </a:lnTo>
                <a:lnTo>
                  <a:pt x="366713" y="1487356"/>
                </a:lnTo>
                <a:lnTo>
                  <a:pt x="371475" y="1486502"/>
                </a:lnTo>
                <a:lnTo>
                  <a:pt x="376238" y="1485644"/>
                </a:lnTo>
                <a:lnTo>
                  <a:pt x="381000" y="1484781"/>
                </a:lnTo>
                <a:lnTo>
                  <a:pt x="385763" y="1483914"/>
                </a:lnTo>
                <a:lnTo>
                  <a:pt x="390525" y="1483041"/>
                </a:lnTo>
                <a:lnTo>
                  <a:pt x="395288" y="1482164"/>
                </a:lnTo>
                <a:lnTo>
                  <a:pt x="400050" y="1481281"/>
                </a:lnTo>
                <a:lnTo>
                  <a:pt x="404813" y="1480393"/>
                </a:lnTo>
                <a:lnTo>
                  <a:pt x="409575" y="1479499"/>
                </a:lnTo>
                <a:lnTo>
                  <a:pt x="414338" y="1478600"/>
                </a:lnTo>
                <a:lnTo>
                  <a:pt x="419100" y="1477694"/>
                </a:lnTo>
                <a:lnTo>
                  <a:pt x="423863" y="1476783"/>
                </a:lnTo>
                <a:lnTo>
                  <a:pt x="428625" y="1475865"/>
                </a:lnTo>
                <a:lnTo>
                  <a:pt x="433388" y="1474941"/>
                </a:lnTo>
                <a:lnTo>
                  <a:pt x="438150" y="1474011"/>
                </a:lnTo>
                <a:lnTo>
                  <a:pt x="442913" y="1473074"/>
                </a:lnTo>
                <a:lnTo>
                  <a:pt x="447675" y="1472130"/>
                </a:lnTo>
                <a:lnTo>
                  <a:pt x="452438" y="1471179"/>
                </a:lnTo>
                <a:lnTo>
                  <a:pt x="457200" y="1470220"/>
                </a:lnTo>
                <a:lnTo>
                  <a:pt x="461963" y="1469255"/>
                </a:lnTo>
                <a:lnTo>
                  <a:pt x="466725" y="1468282"/>
                </a:lnTo>
                <a:lnTo>
                  <a:pt x="471488" y="1467301"/>
                </a:lnTo>
                <a:lnTo>
                  <a:pt x="476250" y="1466312"/>
                </a:lnTo>
                <a:lnTo>
                  <a:pt x="481013" y="1465316"/>
                </a:lnTo>
                <a:lnTo>
                  <a:pt x="485775" y="1464311"/>
                </a:lnTo>
                <a:lnTo>
                  <a:pt x="490538" y="1463298"/>
                </a:lnTo>
                <a:lnTo>
                  <a:pt x="495300" y="1462277"/>
                </a:lnTo>
                <a:lnTo>
                  <a:pt x="500063" y="1461246"/>
                </a:lnTo>
                <a:lnTo>
                  <a:pt x="504825" y="1460208"/>
                </a:lnTo>
                <a:lnTo>
                  <a:pt x="509588" y="1459160"/>
                </a:lnTo>
                <a:lnTo>
                  <a:pt x="514350" y="1458103"/>
                </a:lnTo>
                <a:lnTo>
                  <a:pt x="519113" y="1457036"/>
                </a:lnTo>
                <a:lnTo>
                  <a:pt x="523875" y="1455961"/>
                </a:lnTo>
                <a:lnTo>
                  <a:pt x="528638" y="1454875"/>
                </a:lnTo>
                <a:lnTo>
                  <a:pt x="533400" y="1453780"/>
                </a:lnTo>
                <a:lnTo>
                  <a:pt x="538163" y="1452675"/>
                </a:lnTo>
                <a:lnTo>
                  <a:pt x="542925" y="1451560"/>
                </a:lnTo>
                <a:lnTo>
                  <a:pt x="547688" y="1450434"/>
                </a:lnTo>
                <a:lnTo>
                  <a:pt x="552450" y="1449299"/>
                </a:lnTo>
                <a:lnTo>
                  <a:pt x="557213" y="1448152"/>
                </a:lnTo>
                <a:lnTo>
                  <a:pt x="561975" y="1446995"/>
                </a:lnTo>
                <a:lnTo>
                  <a:pt x="566738" y="1445827"/>
                </a:lnTo>
                <a:lnTo>
                  <a:pt x="571500" y="1444648"/>
                </a:lnTo>
                <a:lnTo>
                  <a:pt x="576263" y="1443458"/>
                </a:lnTo>
                <a:lnTo>
                  <a:pt x="581025" y="1442256"/>
                </a:lnTo>
                <a:lnTo>
                  <a:pt x="585788" y="1441043"/>
                </a:lnTo>
                <a:lnTo>
                  <a:pt x="590550" y="1439818"/>
                </a:lnTo>
                <a:lnTo>
                  <a:pt x="595313" y="1438581"/>
                </a:lnTo>
                <a:lnTo>
                  <a:pt x="600075" y="1437332"/>
                </a:lnTo>
                <a:lnTo>
                  <a:pt x="604838" y="1436071"/>
                </a:lnTo>
                <a:lnTo>
                  <a:pt x="609600" y="1434797"/>
                </a:lnTo>
                <a:lnTo>
                  <a:pt x="614363" y="1433511"/>
                </a:lnTo>
                <a:lnTo>
                  <a:pt x="619125" y="1432212"/>
                </a:lnTo>
                <a:lnTo>
                  <a:pt x="623888" y="1430901"/>
                </a:lnTo>
                <a:lnTo>
                  <a:pt x="628650" y="1429576"/>
                </a:lnTo>
                <a:lnTo>
                  <a:pt x="633413" y="1428239"/>
                </a:lnTo>
                <a:lnTo>
                  <a:pt x="638175" y="1426888"/>
                </a:lnTo>
                <a:lnTo>
                  <a:pt x="642938" y="1425523"/>
                </a:lnTo>
                <a:lnTo>
                  <a:pt x="647700" y="1424145"/>
                </a:lnTo>
                <a:lnTo>
                  <a:pt x="652463" y="1422753"/>
                </a:lnTo>
                <a:lnTo>
                  <a:pt x="657225" y="1421347"/>
                </a:lnTo>
                <a:lnTo>
                  <a:pt x="661988" y="1419927"/>
                </a:lnTo>
                <a:lnTo>
                  <a:pt x="666750" y="1418492"/>
                </a:lnTo>
                <a:lnTo>
                  <a:pt x="671513" y="1417043"/>
                </a:lnTo>
                <a:lnTo>
                  <a:pt x="676275" y="1415580"/>
                </a:lnTo>
                <a:lnTo>
                  <a:pt x="681038" y="1414101"/>
                </a:lnTo>
                <a:lnTo>
                  <a:pt x="685800" y="1412608"/>
                </a:lnTo>
                <a:lnTo>
                  <a:pt x="690563" y="1411098"/>
                </a:lnTo>
                <a:lnTo>
                  <a:pt x="695325" y="1409567"/>
                </a:lnTo>
                <a:lnTo>
                  <a:pt x="700088" y="1407997"/>
                </a:lnTo>
                <a:lnTo>
                  <a:pt x="704850" y="1406367"/>
                </a:lnTo>
                <a:lnTo>
                  <a:pt x="709613" y="1404656"/>
                </a:lnTo>
                <a:lnTo>
                  <a:pt x="714375" y="1402830"/>
                </a:lnTo>
                <a:lnTo>
                  <a:pt x="719138" y="1400848"/>
                </a:lnTo>
                <a:lnTo>
                  <a:pt x="723900" y="1398679"/>
                </a:lnTo>
                <a:lnTo>
                  <a:pt x="728663" y="1396318"/>
                </a:lnTo>
                <a:lnTo>
                  <a:pt x="733425" y="1393788"/>
                </a:lnTo>
                <a:lnTo>
                  <a:pt x="738188" y="1391128"/>
                </a:lnTo>
                <a:lnTo>
                  <a:pt x="742950" y="1388369"/>
                </a:lnTo>
                <a:lnTo>
                  <a:pt x="747713" y="1385513"/>
                </a:lnTo>
                <a:lnTo>
                  <a:pt x="752475" y="1382550"/>
                </a:lnTo>
                <a:lnTo>
                  <a:pt x="757238" y="1379484"/>
                </a:lnTo>
                <a:lnTo>
                  <a:pt x="762000" y="1376340"/>
                </a:lnTo>
                <a:lnTo>
                  <a:pt x="766763" y="1373150"/>
                </a:lnTo>
                <a:lnTo>
                  <a:pt x="771525" y="1369936"/>
                </a:lnTo>
                <a:lnTo>
                  <a:pt x="776288" y="1366690"/>
                </a:lnTo>
                <a:lnTo>
                  <a:pt x="781050" y="1363367"/>
                </a:lnTo>
                <a:lnTo>
                  <a:pt x="785813" y="1359904"/>
                </a:lnTo>
                <a:lnTo>
                  <a:pt x="790575" y="1356280"/>
                </a:lnTo>
                <a:lnTo>
                  <a:pt x="795338" y="1352555"/>
                </a:lnTo>
                <a:lnTo>
                  <a:pt x="800100" y="1348830"/>
                </a:lnTo>
                <a:lnTo>
                  <a:pt x="804863" y="1345200"/>
                </a:lnTo>
                <a:lnTo>
                  <a:pt x="809625" y="1341695"/>
                </a:lnTo>
                <a:lnTo>
                  <a:pt x="814388" y="1338266"/>
                </a:lnTo>
                <a:lnTo>
                  <a:pt x="819150" y="1334802"/>
                </a:lnTo>
                <a:lnTo>
                  <a:pt x="823913" y="1331185"/>
                </a:lnTo>
                <a:lnTo>
                  <a:pt x="828675" y="1327330"/>
                </a:lnTo>
                <a:lnTo>
                  <a:pt x="833438" y="1323210"/>
                </a:lnTo>
                <a:lnTo>
                  <a:pt x="838200" y="1318848"/>
                </a:lnTo>
                <a:lnTo>
                  <a:pt x="842963" y="1314305"/>
                </a:lnTo>
                <a:lnTo>
                  <a:pt x="847725" y="1309649"/>
                </a:lnTo>
                <a:lnTo>
                  <a:pt x="852488" y="1304928"/>
                </a:lnTo>
                <a:lnTo>
                  <a:pt x="857250" y="1300173"/>
                </a:lnTo>
                <a:lnTo>
                  <a:pt x="862013" y="1295405"/>
                </a:lnTo>
                <a:lnTo>
                  <a:pt x="866775" y="1290638"/>
                </a:lnTo>
                <a:lnTo>
                  <a:pt x="871538" y="1285876"/>
                </a:lnTo>
                <a:lnTo>
                  <a:pt x="876300" y="1281115"/>
                </a:lnTo>
                <a:lnTo>
                  <a:pt x="881063" y="1276347"/>
                </a:lnTo>
                <a:lnTo>
                  <a:pt x="885825" y="1271559"/>
                </a:lnTo>
                <a:lnTo>
                  <a:pt x="890588" y="1266731"/>
                </a:lnTo>
                <a:lnTo>
                  <a:pt x="895350" y="1261826"/>
                </a:lnTo>
                <a:lnTo>
                  <a:pt x="900113" y="1256800"/>
                </a:lnTo>
                <a:lnTo>
                  <a:pt x="904875" y="1251600"/>
                </a:lnTo>
                <a:lnTo>
                  <a:pt x="909638" y="1246174"/>
                </a:lnTo>
                <a:lnTo>
                  <a:pt x="914400" y="1240498"/>
                </a:lnTo>
                <a:lnTo>
                  <a:pt x="919163" y="1234594"/>
                </a:lnTo>
                <a:lnTo>
                  <a:pt x="923925" y="1228519"/>
                </a:lnTo>
                <a:lnTo>
                  <a:pt x="928688" y="1222348"/>
                </a:lnTo>
                <a:lnTo>
                  <a:pt x="933450" y="1216156"/>
                </a:lnTo>
                <a:lnTo>
                  <a:pt x="938213" y="1209991"/>
                </a:lnTo>
                <a:lnTo>
                  <a:pt x="942975" y="1203867"/>
                </a:lnTo>
                <a:lnTo>
                  <a:pt x="947738" y="1197767"/>
                </a:lnTo>
                <a:lnTo>
                  <a:pt x="952500" y="1191648"/>
                </a:lnTo>
                <a:lnTo>
                  <a:pt x="957263" y="1185460"/>
                </a:lnTo>
                <a:lnTo>
                  <a:pt x="962025" y="1179154"/>
                </a:lnTo>
                <a:lnTo>
                  <a:pt x="966788" y="1172693"/>
                </a:lnTo>
                <a:lnTo>
                  <a:pt x="971550" y="1166059"/>
                </a:lnTo>
                <a:lnTo>
                  <a:pt x="976313" y="1159263"/>
                </a:lnTo>
                <a:lnTo>
                  <a:pt x="981075" y="1152331"/>
                </a:lnTo>
                <a:lnTo>
                  <a:pt x="985838" y="1145292"/>
                </a:lnTo>
                <a:lnTo>
                  <a:pt x="990600" y="1138176"/>
                </a:lnTo>
                <a:lnTo>
                  <a:pt x="995363" y="1131003"/>
                </a:lnTo>
                <a:lnTo>
                  <a:pt x="1000125" y="1123772"/>
                </a:lnTo>
                <a:lnTo>
                  <a:pt x="1004888" y="1116472"/>
                </a:lnTo>
                <a:lnTo>
                  <a:pt x="1009650" y="1109092"/>
                </a:lnTo>
                <a:lnTo>
                  <a:pt x="1014413" y="1101635"/>
                </a:lnTo>
                <a:lnTo>
                  <a:pt x="1019175" y="1094109"/>
                </a:lnTo>
                <a:lnTo>
                  <a:pt x="1023938" y="1086518"/>
                </a:lnTo>
                <a:lnTo>
                  <a:pt x="1028700" y="1078851"/>
                </a:lnTo>
                <a:lnTo>
                  <a:pt x="1033463" y="1071067"/>
                </a:lnTo>
                <a:lnTo>
                  <a:pt x="1038225" y="1063108"/>
                </a:lnTo>
                <a:lnTo>
                  <a:pt x="1042988" y="1054925"/>
                </a:lnTo>
                <a:lnTo>
                  <a:pt x="1047750" y="1046511"/>
                </a:lnTo>
                <a:lnTo>
                  <a:pt x="1052513" y="1037917"/>
                </a:lnTo>
                <a:lnTo>
                  <a:pt x="1057275" y="1029242"/>
                </a:lnTo>
                <a:lnTo>
                  <a:pt x="1062038" y="1020600"/>
                </a:lnTo>
                <a:lnTo>
                  <a:pt x="1066800" y="1012077"/>
                </a:lnTo>
                <a:lnTo>
                  <a:pt x="1071563" y="1003685"/>
                </a:lnTo>
                <a:lnTo>
                  <a:pt x="1076325" y="995369"/>
                </a:lnTo>
                <a:lnTo>
                  <a:pt x="1081088" y="987040"/>
                </a:lnTo>
                <a:lnTo>
                  <a:pt x="1085850" y="978598"/>
                </a:lnTo>
                <a:lnTo>
                  <a:pt x="1090613" y="969961"/>
                </a:lnTo>
                <a:lnTo>
                  <a:pt x="1095375" y="961088"/>
                </a:lnTo>
                <a:lnTo>
                  <a:pt x="1100138" y="951988"/>
                </a:lnTo>
                <a:lnTo>
                  <a:pt x="1104900" y="942696"/>
                </a:lnTo>
                <a:lnTo>
                  <a:pt x="1109663" y="933251"/>
                </a:lnTo>
                <a:lnTo>
                  <a:pt x="1114425" y="923683"/>
                </a:lnTo>
                <a:lnTo>
                  <a:pt x="1119188" y="914010"/>
                </a:lnTo>
                <a:lnTo>
                  <a:pt x="1123950" y="904240"/>
                </a:lnTo>
                <a:lnTo>
                  <a:pt x="1128713" y="894375"/>
                </a:lnTo>
                <a:lnTo>
                  <a:pt x="1133475" y="884421"/>
                </a:lnTo>
                <a:lnTo>
                  <a:pt x="1138238" y="874382"/>
                </a:lnTo>
                <a:lnTo>
                  <a:pt x="1143000" y="864266"/>
                </a:lnTo>
                <a:lnTo>
                  <a:pt x="1147763" y="854083"/>
                </a:lnTo>
                <a:lnTo>
                  <a:pt x="1152525" y="843841"/>
                </a:lnTo>
                <a:lnTo>
                  <a:pt x="1157288" y="833547"/>
                </a:lnTo>
                <a:lnTo>
                  <a:pt x="1162050" y="823205"/>
                </a:lnTo>
                <a:lnTo>
                  <a:pt x="1166813" y="812819"/>
                </a:lnTo>
                <a:lnTo>
                  <a:pt x="1171575" y="802389"/>
                </a:lnTo>
                <a:lnTo>
                  <a:pt x="1176338" y="791919"/>
                </a:lnTo>
                <a:lnTo>
                  <a:pt x="1181100" y="781407"/>
                </a:lnTo>
                <a:lnTo>
                  <a:pt x="1185863" y="770856"/>
                </a:lnTo>
                <a:lnTo>
                  <a:pt x="1190625" y="760267"/>
                </a:lnTo>
                <a:lnTo>
                  <a:pt x="1195388" y="749639"/>
                </a:lnTo>
                <a:lnTo>
                  <a:pt x="1200150" y="738974"/>
                </a:lnTo>
                <a:lnTo>
                  <a:pt x="1204913" y="728273"/>
                </a:lnTo>
                <a:lnTo>
                  <a:pt x="1209675" y="717538"/>
                </a:lnTo>
                <a:lnTo>
                  <a:pt x="1214438" y="706768"/>
                </a:lnTo>
                <a:lnTo>
                  <a:pt x="1219200" y="695965"/>
                </a:lnTo>
                <a:lnTo>
                  <a:pt x="1223963" y="685129"/>
                </a:lnTo>
                <a:lnTo>
                  <a:pt x="1228725" y="674263"/>
                </a:lnTo>
                <a:lnTo>
                  <a:pt x="1233488" y="663366"/>
                </a:lnTo>
                <a:lnTo>
                  <a:pt x="1238250" y="652439"/>
                </a:lnTo>
                <a:lnTo>
                  <a:pt x="1243013" y="641484"/>
                </a:lnTo>
                <a:lnTo>
                  <a:pt x="1247775" y="630501"/>
                </a:lnTo>
                <a:lnTo>
                  <a:pt x="1252538" y="619492"/>
                </a:lnTo>
                <a:lnTo>
                  <a:pt x="1257300" y="608456"/>
                </a:lnTo>
                <a:lnTo>
                  <a:pt x="1262063" y="597396"/>
                </a:lnTo>
                <a:lnTo>
                  <a:pt x="1266825" y="586312"/>
                </a:lnTo>
                <a:lnTo>
                  <a:pt x="1271588" y="575205"/>
                </a:lnTo>
                <a:lnTo>
                  <a:pt x="1276350" y="564077"/>
                </a:lnTo>
                <a:lnTo>
                  <a:pt x="1281113" y="552926"/>
                </a:lnTo>
                <a:lnTo>
                  <a:pt x="1285875" y="541756"/>
                </a:lnTo>
                <a:lnTo>
                  <a:pt x="1290638" y="530567"/>
                </a:lnTo>
                <a:lnTo>
                  <a:pt x="1295400" y="519359"/>
                </a:lnTo>
                <a:lnTo>
                  <a:pt x="1300163" y="508134"/>
                </a:lnTo>
                <a:lnTo>
                  <a:pt x="1304925" y="496892"/>
                </a:lnTo>
                <a:lnTo>
                  <a:pt x="1309688" y="485635"/>
                </a:lnTo>
                <a:lnTo>
                  <a:pt x="1314450" y="474363"/>
                </a:lnTo>
                <a:lnTo>
                  <a:pt x="1319213" y="463078"/>
                </a:lnTo>
                <a:lnTo>
                  <a:pt x="1323975" y="451780"/>
                </a:lnTo>
                <a:lnTo>
                  <a:pt x="1328738" y="440470"/>
                </a:lnTo>
                <a:lnTo>
                  <a:pt x="1333500" y="429149"/>
                </a:lnTo>
                <a:lnTo>
                  <a:pt x="1338263" y="417818"/>
                </a:lnTo>
                <a:lnTo>
                  <a:pt x="1343025" y="406479"/>
                </a:lnTo>
                <a:lnTo>
                  <a:pt x="1347788" y="395131"/>
                </a:lnTo>
                <a:lnTo>
                  <a:pt x="1352550" y="383776"/>
                </a:lnTo>
                <a:lnTo>
                  <a:pt x="1357313" y="372415"/>
                </a:lnTo>
                <a:lnTo>
                  <a:pt x="1362075" y="361049"/>
                </a:lnTo>
                <a:lnTo>
                  <a:pt x="1366838" y="349678"/>
                </a:lnTo>
                <a:lnTo>
                  <a:pt x="1371600" y="338304"/>
                </a:lnTo>
                <a:lnTo>
                  <a:pt x="1376363" y="326927"/>
                </a:lnTo>
                <a:lnTo>
                  <a:pt x="1381125" y="315549"/>
                </a:lnTo>
                <a:lnTo>
                  <a:pt x="1385888" y="304170"/>
                </a:lnTo>
                <a:lnTo>
                  <a:pt x="1390650" y="292792"/>
                </a:lnTo>
                <a:lnTo>
                  <a:pt x="1395413" y="281414"/>
                </a:lnTo>
                <a:lnTo>
                  <a:pt x="1400175" y="270039"/>
                </a:lnTo>
                <a:lnTo>
                  <a:pt x="1404938" y="258667"/>
                </a:lnTo>
                <a:lnTo>
                  <a:pt x="1409700" y="247299"/>
                </a:lnTo>
                <a:lnTo>
                  <a:pt x="1414463" y="235936"/>
                </a:lnTo>
                <a:lnTo>
                  <a:pt x="1419225" y="224579"/>
                </a:lnTo>
                <a:lnTo>
                  <a:pt x="1423988" y="213229"/>
                </a:lnTo>
                <a:lnTo>
                  <a:pt x="1428750" y="201887"/>
                </a:lnTo>
                <a:lnTo>
                  <a:pt x="1433513" y="190553"/>
                </a:lnTo>
                <a:lnTo>
                  <a:pt x="1438275" y="179229"/>
                </a:lnTo>
                <a:lnTo>
                  <a:pt x="1443038" y="167915"/>
                </a:lnTo>
                <a:lnTo>
                  <a:pt x="1447800" y="156613"/>
                </a:lnTo>
                <a:lnTo>
                  <a:pt x="1452563" y="145323"/>
                </a:lnTo>
                <a:lnTo>
                  <a:pt x="1457325" y="134047"/>
                </a:lnTo>
                <a:lnTo>
                  <a:pt x="1462088" y="122785"/>
                </a:lnTo>
                <a:lnTo>
                  <a:pt x="1466850" y="111538"/>
                </a:lnTo>
                <a:lnTo>
                  <a:pt x="1471613" y="100307"/>
                </a:lnTo>
                <a:lnTo>
                  <a:pt x="1476375" y="89093"/>
                </a:lnTo>
                <a:lnTo>
                  <a:pt x="1481138" y="77940"/>
                </a:lnTo>
                <a:lnTo>
                  <a:pt x="1485900" y="66902"/>
                </a:lnTo>
                <a:lnTo>
                  <a:pt x="1490663" y="56082"/>
                </a:lnTo>
                <a:lnTo>
                  <a:pt x="1495425" y="45650"/>
                </a:lnTo>
                <a:lnTo>
                  <a:pt x="1500188" y="35843"/>
                </a:lnTo>
                <a:lnTo>
                  <a:pt x="1504950" y="26949"/>
                </a:lnTo>
                <a:lnTo>
                  <a:pt x="1509713" y="19251"/>
                </a:lnTo>
                <a:lnTo>
                  <a:pt x="1514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17" name="AI048-path-17">
            <a:extLst xmlns:a="http://schemas.openxmlformats.org/drawingml/2006/main">
              <a:ext uri="{FF2B5EF4-FFF2-40B4-BE49-F238E27FC236}">
                <a16:creationId xmlns:a16="http://schemas.microsoft.com/office/drawing/2014/main" id="{621526C7-DFF7-4DAD-A307-9C6224C4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828675"/>
            <a:ext cx="1514475" cy="1552575"/>
          </a:xfrm>
          <a:custGeom xmlns:a="http://schemas.openxmlformats.org/drawingml/2006/main">
            <a:pathLst>
              <a:path w="1514475" h="1552575">
                <a:moveTo>
                  <a:pt x="0" y="1552575"/>
                </a:moveTo>
                <a:lnTo>
                  <a:pt x="4763" y="1551568"/>
                </a:lnTo>
                <a:lnTo>
                  <a:pt x="9525" y="1551171"/>
                </a:lnTo>
                <a:lnTo>
                  <a:pt x="14288" y="1550715"/>
                </a:lnTo>
                <a:lnTo>
                  <a:pt x="19050" y="1550218"/>
                </a:lnTo>
                <a:lnTo>
                  <a:pt x="23813" y="1549694"/>
                </a:lnTo>
                <a:lnTo>
                  <a:pt x="28575" y="1549156"/>
                </a:lnTo>
                <a:lnTo>
                  <a:pt x="33338" y="1548615"/>
                </a:lnTo>
                <a:lnTo>
                  <a:pt x="38100" y="1548075"/>
                </a:lnTo>
                <a:lnTo>
                  <a:pt x="42863" y="1547539"/>
                </a:lnTo>
                <a:lnTo>
                  <a:pt x="47625" y="1547010"/>
                </a:lnTo>
                <a:lnTo>
                  <a:pt x="52388" y="1546487"/>
                </a:lnTo>
                <a:lnTo>
                  <a:pt x="57150" y="1545969"/>
                </a:lnTo>
                <a:lnTo>
                  <a:pt x="61913" y="1545458"/>
                </a:lnTo>
                <a:lnTo>
                  <a:pt x="66675" y="1544953"/>
                </a:lnTo>
                <a:lnTo>
                  <a:pt x="71438" y="1544453"/>
                </a:lnTo>
                <a:lnTo>
                  <a:pt x="76200" y="1543958"/>
                </a:lnTo>
                <a:lnTo>
                  <a:pt x="80963" y="1543469"/>
                </a:lnTo>
                <a:lnTo>
                  <a:pt x="85725" y="1542985"/>
                </a:lnTo>
                <a:lnTo>
                  <a:pt x="90488" y="1542506"/>
                </a:lnTo>
                <a:lnTo>
                  <a:pt x="95250" y="1542032"/>
                </a:lnTo>
                <a:lnTo>
                  <a:pt x="100013" y="1541562"/>
                </a:lnTo>
                <a:lnTo>
                  <a:pt x="104775" y="1541097"/>
                </a:lnTo>
                <a:lnTo>
                  <a:pt x="109538" y="1540637"/>
                </a:lnTo>
                <a:lnTo>
                  <a:pt x="114300" y="1540180"/>
                </a:lnTo>
                <a:lnTo>
                  <a:pt x="119063" y="1539728"/>
                </a:lnTo>
                <a:lnTo>
                  <a:pt x="123825" y="1539280"/>
                </a:lnTo>
                <a:lnTo>
                  <a:pt x="128588" y="1538835"/>
                </a:lnTo>
                <a:lnTo>
                  <a:pt x="133350" y="1538394"/>
                </a:lnTo>
                <a:lnTo>
                  <a:pt x="138113" y="1537956"/>
                </a:lnTo>
                <a:lnTo>
                  <a:pt x="142875" y="1537522"/>
                </a:lnTo>
                <a:lnTo>
                  <a:pt x="147638" y="1537091"/>
                </a:lnTo>
                <a:lnTo>
                  <a:pt x="152400" y="1536663"/>
                </a:lnTo>
                <a:lnTo>
                  <a:pt x="157163" y="1536237"/>
                </a:lnTo>
                <a:lnTo>
                  <a:pt x="161925" y="1535815"/>
                </a:lnTo>
                <a:lnTo>
                  <a:pt x="166688" y="1535395"/>
                </a:lnTo>
                <a:lnTo>
                  <a:pt x="171450" y="1534977"/>
                </a:lnTo>
                <a:lnTo>
                  <a:pt x="176213" y="1534562"/>
                </a:lnTo>
                <a:lnTo>
                  <a:pt x="180975" y="1534148"/>
                </a:lnTo>
                <a:lnTo>
                  <a:pt x="185738" y="1533737"/>
                </a:lnTo>
                <a:lnTo>
                  <a:pt x="190500" y="1533327"/>
                </a:lnTo>
                <a:lnTo>
                  <a:pt x="195263" y="1532919"/>
                </a:lnTo>
                <a:lnTo>
                  <a:pt x="200025" y="1532513"/>
                </a:lnTo>
                <a:lnTo>
                  <a:pt x="204788" y="1532108"/>
                </a:lnTo>
                <a:lnTo>
                  <a:pt x="209550" y="1531704"/>
                </a:lnTo>
                <a:lnTo>
                  <a:pt x="214313" y="1531301"/>
                </a:lnTo>
                <a:lnTo>
                  <a:pt x="219075" y="1530898"/>
                </a:lnTo>
                <a:lnTo>
                  <a:pt x="223838" y="1530497"/>
                </a:lnTo>
                <a:lnTo>
                  <a:pt x="228600" y="1530096"/>
                </a:lnTo>
                <a:lnTo>
                  <a:pt x="233363" y="1529696"/>
                </a:lnTo>
                <a:lnTo>
                  <a:pt x="238125" y="1529296"/>
                </a:lnTo>
                <a:lnTo>
                  <a:pt x="242888" y="1528895"/>
                </a:lnTo>
                <a:lnTo>
                  <a:pt x="247650" y="1528495"/>
                </a:lnTo>
                <a:lnTo>
                  <a:pt x="252413" y="1528095"/>
                </a:lnTo>
                <a:lnTo>
                  <a:pt x="257175" y="1527694"/>
                </a:lnTo>
                <a:lnTo>
                  <a:pt x="261938" y="1527293"/>
                </a:lnTo>
                <a:lnTo>
                  <a:pt x="266700" y="1526891"/>
                </a:lnTo>
                <a:lnTo>
                  <a:pt x="271463" y="1526488"/>
                </a:lnTo>
                <a:lnTo>
                  <a:pt x="276225" y="1526085"/>
                </a:lnTo>
                <a:lnTo>
                  <a:pt x="280988" y="1525680"/>
                </a:lnTo>
                <a:lnTo>
                  <a:pt x="285750" y="1525274"/>
                </a:lnTo>
                <a:lnTo>
                  <a:pt x="290513" y="1524866"/>
                </a:lnTo>
                <a:lnTo>
                  <a:pt x="295275" y="1524457"/>
                </a:lnTo>
                <a:lnTo>
                  <a:pt x="300038" y="1524047"/>
                </a:lnTo>
                <a:lnTo>
                  <a:pt x="304800" y="1523634"/>
                </a:lnTo>
                <a:lnTo>
                  <a:pt x="309563" y="1523219"/>
                </a:lnTo>
                <a:lnTo>
                  <a:pt x="314325" y="1522802"/>
                </a:lnTo>
                <a:lnTo>
                  <a:pt x="319088" y="1522383"/>
                </a:lnTo>
                <a:lnTo>
                  <a:pt x="323850" y="1521961"/>
                </a:lnTo>
                <a:lnTo>
                  <a:pt x="328613" y="1521537"/>
                </a:lnTo>
                <a:lnTo>
                  <a:pt x="333375" y="1521110"/>
                </a:lnTo>
                <a:lnTo>
                  <a:pt x="338138" y="1520680"/>
                </a:lnTo>
                <a:lnTo>
                  <a:pt x="342900" y="1520246"/>
                </a:lnTo>
                <a:lnTo>
                  <a:pt x="347663" y="1519810"/>
                </a:lnTo>
                <a:lnTo>
                  <a:pt x="352425" y="1519370"/>
                </a:lnTo>
                <a:lnTo>
                  <a:pt x="357188" y="1518927"/>
                </a:lnTo>
                <a:lnTo>
                  <a:pt x="361950" y="1518480"/>
                </a:lnTo>
                <a:lnTo>
                  <a:pt x="366713" y="1518029"/>
                </a:lnTo>
                <a:lnTo>
                  <a:pt x="371475" y="1517573"/>
                </a:lnTo>
                <a:lnTo>
                  <a:pt x="376238" y="1517114"/>
                </a:lnTo>
                <a:lnTo>
                  <a:pt x="381000" y="1516651"/>
                </a:lnTo>
                <a:lnTo>
                  <a:pt x="385763" y="1516183"/>
                </a:lnTo>
                <a:lnTo>
                  <a:pt x="390525" y="1515710"/>
                </a:lnTo>
                <a:lnTo>
                  <a:pt x="395288" y="1515233"/>
                </a:lnTo>
                <a:lnTo>
                  <a:pt x="400050" y="1514750"/>
                </a:lnTo>
                <a:lnTo>
                  <a:pt x="404813" y="1514263"/>
                </a:lnTo>
                <a:lnTo>
                  <a:pt x="409575" y="1513770"/>
                </a:lnTo>
                <a:lnTo>
                  <a:pt x="414338" y="1513272"/>
                </a:lnTo>
                <a:lnTo>
                  <a:pt x="419100" y="1512768"/>
                </a:lnTo>
                <a:lnTo>
                  <a:pt x="423863" y="1512259"/>
                </a:lnTo>
                <a:lnTo>
                  <a:pt x="428625" y="1511744"/>
                </a:lnTo>
                <a:lnTo>
                  <a:pt x="433388" y="1511223"/>
                </a:lnTo>
                <a:lnTo>
                  <a:pt x="438150" y="1510695"/>
                </a:lnTo>
                <a:lnTo>
                  <a:pt x="442913" y="1510162"/>
                </a:lnTo>
                <a:lnTo>
                  <a:pt x="447675" y="1509622"/>
                </a:lnTo>
                <a:lnTo>
                  <a:pt x="452438" y="1509075"/>
                </a:lnTo>
                <a:lnTo>
                  <a:pt x="457200" y="1508522"/>
                </a:lnTo>
                <a:lnTo>
                  <a:pt x="461963" y="1507961"/>
                </a:lnTo>
                <a:lnTo>
                  <a:pt x="466725" y="1507394"/>
                </a:lnTo>
                <a:lnTo>
                  <a:pt x="471488" y="1506819"/>
                </a:lnTo>
                <a:lnTo>
                  <a:pt x="476250" y="1506237"/>
                </a:lnTo>
                <a:lnTo>
                  <a:pt x="481013" y="1505647"/>
                </a:lnTo>
                <a:lnTo>
                  <a:pt x="485775" y="1505050"/>
                </a:lnTo>
                <a:lnTo>
                  <a:pt x="490538" y="1504445"/>
                </a:lnTo>
                <a:lnTo>
                  <a:pt x="495300" y="1503832"/>
                </a:lnTo>
                <a:lnTo>
                  <a:pt x="500063" y="1503211"/>
                </a:lnTo>
                <a:lnTo>
                  <a:pt x="504825" y="1502581"/>
                </a:lnTo>
                <a:lnTo>
                  <a:pt x="509588" y="1501943"/>
                </a:lnTo>
                <a:lnTo>
                  <a:pt x="514350" y="1501297"/>
                </a:lnTo>
                <a:lnTo>
                  <a:pt x="519113" y="1500641"/>
                </a:lnTo>
                <a:lnTo>
                  <a:pt x="523875" y="1499977"/>
                </a:lnTo>
                <a:lnTo>
                  <a:pt x="528638" y="1499304"/>
                </a:lnTo>
                <a:lnTo>
                  <a:pt x="533400" y="1498621"/>
                </a:lnTo>
                <a:lnTo>
                  <a:pt x="538163" y="1497930"/>
                </a:lnTo>
                <a:lnTo>
                  <a:pt x="542925" y="1497228"/>
                </a:lnTo>
                <a:lnTo>
                  <a:pt x="547688" y="1496517"/>
                </a:lnTo>
                <a:lnTo>
                  <a:pt x="552450" y="1495796"/>
                </a:lnTo>
                <a:lnTo>
                  <a:pt x="557213" y="1495066"/>
                </a:lnTo>
                <a:lnTo>
                  <a:pt x="561975" y="1494325"/>
                </a:lnTo>
                <a:lnTo>
                  <a:pt x="566738" y="1493573"/>
                </a:lnTo>
                <a:lnTo>
                  <a:pt x="571500" y="1492812"/>
                </a:lnTo>
                <a:lnTo>
                  <a:pt x="576263" y="1492040"/>
                </a:lnTo>
                <a:lnTo>
                  <a:pt x="581025" y="1491257"/>
                </a:lnTo>
                <a:lnTo>
                  <a:pt x="585788" y="1490463"/>
                </a:lnTo>
                <a:lnTo>
                  <a:pt x="590550" y="1489658"/>
                </a:lnTo>
                <a:lnTo>
                  <a:pt x="595313" y="1488842"/>
                </a:lnTo>
                <a:lnTo>
                  <a:pt x="600075" y="1488015"/>
                </a:lnTo>
                <a:lnTo>
                  <a:pt x="604838" y="1487176"/>
                </a:lnTo>
                <a:lnTo>
                  <a:pt x="609600" y="1486325"/>
                </a:lnTo>
                <a:lnTo>
                  <a:pt x="614363" y="1485463"/>
                </a:lnTo>
                <a:lnTo>
                  <a:pt x="619125" y="1484589"/>
                </a:lnTo>
                <a:lnTo>
                  <a:pt x="623888" y="1483702"/>
                </a:lnTo>
                <a:lnTo>
                  <a:pt x="628650" y="1482803"/>
                </a:lnTo>
                <a:lnTo>
                  <a:pt x="633413" y="1481892"/>
                </a:lnTo>
                <a:lnTo>
                  <a:pt x="638175" y="1480969"/>
                </a:lnTo>
                <a:lnTo>
                  <a:pt x="642938" y="1480032"/>
                </a:lnTo>
                <a:lnTo>
                  <a:pt x="647700" y="1479083"/>
                </a:lnTo>
                <a:lnTo>
                  <a:pt x="652463" y="1478121"/>
                </a:lnTo>
                <a:lnTo>
                  <a:pt x="657225" y="1477145"/>
                </a:lnTo>
                <a:lnTo>
                  <a:pt x="661988" y="1476157"/>
                </a:lnTo>
                <a:lnTo>
                  <a:pt x="666750" y="1475154"/>
                </a:lnTo>
                <a:lnTo>
                  <a:pt x="671513" y="1474139"/>
                </a:lnTo>
                <a:lnTo>
                  <a:pt x="676275" y="1473109"/>
                </a:lnTo>
                <a:lnTo>
                  <a:pt x="681038" y="1472065"/>
                </a:lnTo>
                <a:lnTo>
                  <a:pt x="685800" y="1471008"/>
                </a:lnTo>
                <a:lnTo>
                  <a:pt x="690563" y="1469932"/>
                </a:lnTo>
                <a:lnTo>
                  <a:pt x="695325" y="1468833"/>
                </a:lnTo>
                <a:lnTo>
                  <a:pt x="700088" y="1467698"/>
                </a:lnTo>
                <a:lnTo>
                  <a:pt x="704850" y="1466512"/>
                </a:lnTo>
                <a:lnTo>
                  <a:pt x="709613" y="1465248"/>
                </a:lnTo>
                <a:lnTo>
                  <a:pt x="714375" y="1463876"/>
                </a:lnTo>
                <a:lnTo>
                  <a:pt x="719138" y="1462365"/>
                </a:lnTo>
                <a:lnTo>
                  <a:pt x="723900" y="1460692"/>
                </a:lnTo>
                <a:lnTo>
                  <a:pt x="728663" y="1458837"/>
                </a:lnTo>
                <a:lnTo>
                  <a:pt x="733425" y="1456799"/>
                </a:lnTo>
                <a:lnTo>
                  <a:pt x="738188" y="1454598"/>
                </a:lnTo>
                <a:lnTo>
                  <a:pt x="742950" y="1452255"/>
                </a:lnTo>
                <a:lnTo>
                  <a:pt x="747713" y="1449780"/>
                </a:lnTo>
                <a:lnTo>
                  <a:pt x="752475" y="1447185"/>
                </a:lnTo>
                <a:lnTo>
                  <a:pt x="757238" y="1444500"/>
                </a:lnTo>
                <a:lnTo>
                  <a:pt x="762000" y="1441761"/>
                </a:lnTo>
                <a:lnTo>
                  <a:pt x="766763" y="1439003"/>
                </a:lnTo>
                <a:lnTo>
                  <a:pt x="771525" y="1436253"/>
                </a:lnTo>
                <a:lnTo>
                  <a:pt x="776288" y="1433509"/>
                </a:lnTo>
                <a:lnTo>
                  <a:pt x="781050" y="1430745"/>
                </a:lnTo>
                <a:lnTo>
                  <a:pt x="785813" y="1427928"/>
                </a:lnTo>
                <a:lnTo>
                  <a:pt x="790575" y="1425028"/>
                </a:lnTo>
                <a:lnTo>
                  <a:pt x="795338" y="1422022"/>
                </a:lnTo>
                <a:lnTo>
                  <a:pt x="800100" y="1418888"/>
                </a:lnTo>
                <a:lnTo>
                  <a:pt x="804863" y="1415607"/>
                </a:lnTo>
                <a:lnTo>
                  <a:pt x="809625" y="1412176"/>
                </a:lnTo>
                <a:lnTo>
                  <a:pt x="814388" y="1408608"/>
                </a:lnTo>
                <a:lnTo>
                  <a:pt x="819150" y="1404948"/>
                </a:lnTo>
                <a:lnTo>
                  <a:pt x="823913" y="1401275"/>
                </a:lnTo>
                <a:lnTo>
                  <a:pt x="828675" y="1397661"/>
                </a:lnTo>
                <a:lnTo>
                  <a:pt x="833438" y="1394125"/>
                </a:lnTo>
                <a:lnTo>
                  <a:pt x="838200" y="1390626"/>
                </a:lnTo>
                <a:lnTo>
                  <a:pt x="842963" y="1387087"/>
                </a:lnTo>
                <a:lnTo>
                  <a:pt x="847725" y="1383415"/>
                </a:lnTo>
                <a:lnTo>
                  <a:pt x="852488" y="1379540"/>
                </a:lnTo>
                <a:lnTo>
                  <a:pt x="857250" y="1375434"/>
                </a:lnTo>
                <a:lnTo>
                  <a:pt x="862013" y="1371110"/>
                </a:lnTo>
                <a:lnTo>
                  <a:pt x="866775" y="1366610"/>
                </a:lnTo>
                <a:lnTo>
                  <a:pt x="871538" y="1361988"/>
                </a:lnTo>
                <a:lnTo>
                  <a:pt x="876300" y="1357288"/>
                </a:lnTo>
                <a:lnTo>
                  <a:pt x="881063" y="1352549"/>
                </a:lnTo>
                <a:lnTo>
                  <a:pt x="885825" y="1347791"/>
                </a:lnTo>
                <a:lnTo>
                  <a:pt x="890588" y="1343027"/>
                </a:lnTo>
                <a:lnTo>
                  <a:pt x="895350" y="1338265"/>
                </a:lnTo>
                <a:lnTo>
                  <a:pt x="900113" y="1333497"/>
                </a:lnTo>
                <a:lnTo>
                  <a:pt x="904875" y="1328709"/>
                </a:lnTo>
                <a:lnTo>
                  <a:pt x="909638" y="1323881"/>
                </a:lnTo>
                <a:lnTo>
                  <a:pt x="914400" y="1318976"/>
                </a:lnTo>
                <a:lnTo>
                  <a:pt x="919163" y="1313950"/>
                </a:lnTo>
                <a:lnTo>
                  <a:pt x="923925" y="1308750"/>
                </a:lnTo>
                <a:lnTo>
                  <a:pt x="928688" y="1303325"/>
                </a:lnTo>
                <a:lnTo>
                  <a:pt x="933450" y="1297651"/>
                </a:lnTo>
                <a:lnTo>
                  <a:pt x="938213" y="1291741"/>
                </a:lnTo>
                <a:lnTo>
                  <a:pt x="942975" y="1285642"/>
                </a:lnTo>
                <a:lnTo>
                  <a:pt x="947738" y="1279412"/>
                </a:lnTo>
                <a:lnTo>
                  <a:pt x="952500" y="1273103"/>
                </a:lnTo>
                <a:lnTo>
                  <a:pt x="957263" y="1266740"/>
                </a:lnTo>
                <a:lnTo>
                  <a:pt x="962025" y="1260320"/>
                </a:lnTo>
                <a:lnTo>
                  <a:pt x="966788" y="1253816"/>
                </a:lnTo>
                <a:lnTo>
                  <a:pt x="971550" y="1247215"/>
                </a:lnTo>
                <a:lnTo>
                  <a:pt x="976313" y="1240541"/>
                </a:lnTo>
                <a:lnTo>
                  <a:pt x="981075" y="1233828"/>
                </a:lnTo>
                <a:lnTo>
                  <a:pt x="985838" y="1227096"/>
                </a:lnTo>
                <a:lnTo>
                  <a:pt x="990600" y="1220344"/>
                </a:lnTo>
                <a:lnTo>
                  <a:pt x="995363" y="1213546"/>
                </a:lnTo>
                <a:lnTo>
                  <a:pt x="1000125" y="1206659"/>
                </a:lnTo>
                <a:lnTo>
                  <a:pt x="1004888" y="1199649"/>
                </a:lnTo>
                <a:lnTo>
                  <a:pt x="1009650" y="1192484"/>
                </a:lnTo>
                <a:lnTo>
                  <a:pt x="1014413" y="1185132"/>
                </a:lnTo>
                <a:lnTo>
                  <a:pt x="1019175" y="1177581"/>
                </a:lnTo>
                <a:lnTo>
                  <a:pt x="1023938" y="1169854"/>
                </a:lnTo>
                <a:lnTo>
                  <a:pt x="1028700" y="1162000"/>
                </a:lnTo>
                <a:lnTo>
                  <a:pt x="1033463" y="1154071"/>
                </a:lnTo>
                <a:lnTo>
                  <a:pt x="1038225" y="1146099"/>
                </a:lnTo>
                <a:lnTo>
                  <a:pt x="1042988" y="1138078"/>
                </a:lnTo>
                <a:lnTo>
                  <a:pt x="1047750" y="1129962"/>
                </a:lnTo>
                <a:lnTo>
                  <a:pt x="1052513" y="1121681"/>
                </a:lnTo>
                <a:lnTo>
                  <a:pt x="1057275" y="1113188"/>
                </a:lnTo>
                <a:lnTo>
                  <a:pt x="1062038" y="1104508"/>
                </a:lnTo>
                <a:lnTo>
                  <a:pt x="1066800" y="1095709"/>
                </a:lnTo>
                <a:lnTo>
                  <a:pt x="1071563" y="1086864"/>
                </a:lnTo>
                <a:lnTo>
                  <a:pt x="1076325" y="1078020"/>
                </a:lnTo>
                <a:lnTo>
                  <a:pt x="1081088" y="1069178"/>
                </a:lnTo>
                <a:lnTo>
                  <a:pt x="1085850" y="1060299"/>
                </a:lnTo>
                <a:lnTo>
                  <a:pt x="1090613" y="1051336"/>
                </a:lnTo>
                <a:lnTo>
                  <a:pt x="1095375" y="1042253"/>
                </a:lnTo>
                <a:lnTo>
                  <a:pt x="1100138" y="1033029"/>
                </a:lnTo>
                <a:lnTo>
                  <a:pt x="1104900" y="1023660"/>
                </a:lnTo>
                <a:lnTo>
                  <a:pt x="1109663" y="1014154"/>
                </a:lnTo>
                <a:lnTo>
                  <a:pt x="1114425" y="1004518"/>
                </a:lnTo>
                <a:lnTo>
                  <a:pt x="1119188" y="994747"/>
                </a:lnTo>
                <a:lnTo>
                  <a:pt x="1123950" y="984832"/>
                </a:lnTo>
                <a:lnTo>
                  <a:pt x="1128713" y="974769"/>
                </a:lnTo>
                <a:lnTo>
                  <a:pt x="1133475" y="964561"/>
                </a:lnTo>
                <a:lnTo>
                  <a:pt x="1138238" y="954217"/>
                </a:lnTo>
                <a:lnTo>
                  <a:pt x="1143000" y="943747"/>
                </a:lnTo>
                <a:lnTo>
                  <a:pt x="1147763" y="933166"/>
                </a:lnTo>
                <a:lnTo>
                  <a:pt x="1152525" y="922488"/>
                </a:lnTo>
                <a:lnTo>
                  <a:pt x="1157288" y="911722"/>
                </a:lnTo>
                <a:lnTo>
                  <a:pt x="1162050" y="900876"/>
                </a:lnTo>
                <a:lnTo>
                  <a:pt x="1166813" y="889954"/>
                </a:lnTo>
                <a:lnTo>
                  <a:pt x="1171575" y="878960"/>
                </a:lnTo>
                <a:lnTo>
                  <a:pt x="1176338" y="867895"/>
                </a:lnTo>
                <a:lnTo>
                  <a:pt x="1181100" y="856761"/>
                </a:lnTo>
                <a:lnTo>
                  <a:pt x="1185863" y="845560"/>
                </a:lnTo>
                <a:lnTo>
                  <a:pt x="1190625" y="834293"/>
                </a:lnTo>
                <a:lnTo>
                  <a:pt x="1195388" y="822962"/>
                </a:lnTo>
                <a:lnTo>
                  <a:pt x="1200150" y="811568"/>
                </a:lnTo>
                <a:lnTo>
                  <a:pt x="1204913" y="800113"/>
                </a:lnTo>
                <a:lnTo>
                  <a:pt x="1209675" y="788599"/>
                </a:lnTo>
                <a:lnTo>
                  <a:pt x="1214438" y="777026"/>
                </a:lnTo>
                <a:lnTo>
                  <a:pt x="1219200" y="765398"/>
                </a:lnTo>
                <a:lnTo>
                  <a:pt x="1223963" y="753714"/>
                </a:lnTo>
                <a:lnTo>
                  <a:pt x="1228725" y="741977"/>
                </a:lnTo>
                <a:lnTo>
                  <a:pt x="1233488" y="730189"/>
                </a:lnTo>
                <a:lnTo>
                  <a:pt x="1238250" y="718351"/>
                </a:lnTo>
                <a:lnTo>
                  <a:pt x="1243013" y="706464"/>
                </a:lnTo>
                <a:lnTo>
                  <a:pt x="1247775" y="694530"/>
                </a:lnTo>
                <a:lnTo>
                  <a:pt x="1252538" y="682551"/>
                </a:lnTo>
                <a:lnTo>
                  <a:pt x="1257300" y="670529"/>
                </a:lnTo>
                <a:lnTo>
                  <a:pt x="1262063" y="658464"/>
                </a:lnTo>
                <a:lnTo>
                  <a:pt x="1266825" y="646358"/>
                </a:lnTo>
                <a:lnTo>
                  <a:pt x="1271588" y="634214"/>
                </a:lnTo>
                <a:lnTo>
                  <a:pt x="1276350" y="622032"/>
                </a:lnTo>
                <a:lnTo>
                  <a:pt x="1281113" y="609815"/>
                </a:lnTo>
                <a:lnTo>
                  <a:pt x="1285875" y="597563"/>
                </a:lnTo>
                <a:lnTo>
                  <a:pt x="1290638" y="585278"/>
                </a:lnTo>
                <a:lnTo>
                  <a:pt x="1295400" y="572963"/>
                </a:lnTo>
                <a:lnTo>
                  <a:pt x="1300163" y="560618"/>
                </a:lnTo>
                <a:lnTo>
                  <a:pt x="1304925" y="548245"/>
                </a:lnTo>
                <a:lnTo>
                  <a:pt x="1309688" y="535846"/>
                </a:lnTo>
                <a:lnTo>
                  <a:pt x="1314450" y="523422"/>
                </a:lnTo>
                <a:lnTo>
                  <a:pt x="1319213" y="510975"/>
                </a:lnTo>
                <a:lnTo>
                  <a:pt x="1323975" y="498506"/>
                </a:lnTo>
                <a:lnTo>
                  <a:pt x="1328738" y="486017"/>
                </a:lnTo>
                <a:lnTo>
                  <a:pt x="1333500" y="473510"/>
                </a:lnTo>
                <a:lnTo>
                  <a:pt x="1338263" y="460986"/>
                </a:lnTo>
                <a:lnTo>
                  <a:pt x="1343025" y="448446"/>
                </a:lnTo>
                <a:lnTo>
                  <a:pt x="1347788" y="435893"/>
                </a:lnTo>
                <a:lnTo>
                  <a:pt x="1352550" y="423328"/>
                </a:lnTo>
                <a:lnTo>
                  <a:pt x="1357313" y="410752"/>
                </a:lnTo>
                <a:lnTo>
                  <a:pt x="1362075" y="398168"/>
                </a:lnTo>
                <a:lnTo>
                  <a:pt x="1366838" y="385576"/>
                </a:lnTo>
                <a:lnTo>
                  <a:pt x="1371600" y="372978"/>
                </a:lnTo>
                <a:lnTo>
                  <a:pt x="1376363" y="360376"/>
                </a:lnTo>
                <a:lnTo>
                  <a:pt x="1381125" y="347771"/>
                </a:lnTo>
                <a:lnTo>
                  <a:pt x="1385888" y="335166"/>
                </a:lnTo>
                <a:lnTo>
                  <a:pt x="1390650" y="322560"/>
                </a:lnTo>
                <a:lnTo>
                  <a:pt x="1395413" y="309957"/>
                </a:lnTo>
                <a:lnTo>
                  <a:pt x="1400175" y="297358"/>
                </a:lnTo>
                <a:lnTo>
                  <a:pt x="1404938" y="284764"/>
                </a:lnTo>
                <a:lnTo>
                  <a:pt x="1409700" y="272177"/>
                </a:lnTo>
                <a:lnTo>
                  <a:pt x="1414463" y="259598"/>
                </a:lnTo>
                <a:lnTo>
                  <a:pt x="1419225" y="247029"/>
                </a:lnTo>
                <a:lnTo>
                  <a:pt x="1423988" y="234472"/>
                </a:lnTo>
                <a:lnTo>
                  <a:pt x="1428750" y="221928"/>
                </a:lnTo>
                <a:lnTo>
                  <a:pt x="1433513" y="209398"/>
                </a:lnTo>
                <a:lnTo>
                  <a:pt x="1438275" y="196885"/>
                </a:lnTo>
                <a:lnTo>
                  <a:pt x="1443038" y="184390"/>
                </a:lnTo>
                <a:lnTo>
                  <a:pt x="1447800" y="171914"/>
                </a:lnTo>
                <a:lnTo>
                  <a:pt x="1452563" y="159460"/>
                </a:lnTo>
                <a:lnTo>
                  <a:pt x="1457325" y="147028"/>
                </a:lnTo>
                <a:lnTo>
                  <a:pt x="1462088" y="134620"/>
                </a:lnTo>
                <a:lnTo>
                  <a:pt x="1466850" y="122238"/>
                </a:lnTo>
                <a:lnTo>
                  <a:pt x="1471613" y="109884"/>
                </a:lnTo>
                <a:lnTo>
                  <a:pt x="1476375" y="97558"/>
                </a:lnTo>
                <a:lnTo>
                  <a:pt x="1481138" y="85309"/>
                </a:lnTo>
                <a:lnTo>
                  <a:pt x="1485900" y="73197"/>
                </a:lnTo>
                <a:lnTo>
                  <a:pt x="1490663" y="61335"/>
                </a:lnTo>
                <a:lnTo>
                  <a:pt x="1495425" y="49907"/>
                </a:lnTo>
                <a:lnTo>
                  <a:pt x="1500188" y="39172"/>
                </a:lnTo>
                <a:lnTo>
                  <a:pt x="1504950" y="29442"/>
                </a:lnTo>
                <a:lnTo>
                  <a:pt x="1509713" y="21026"/>
                </a:lnTo>
                <a:lnTo>
                  <a:pt x="1514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18" name="AI048-path-18">
            <a:extLst xmlns:a="http://schemas.openxmlformats.org/drawingml/2006/main">
              <a:ext uri="{FF2B5EF4-FFF2-40B4-BE49-F238E27FC236}">
                <a16:creationId xmlns:a16="http://schemas.microsoft.com/office/drawing/2014/main" id="{E39D791E-A695-46DF-87C9-BF1F4356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"/>
            <a:ext cx="762000" cy="533400"/>
          </a:xfrm>
          <a:custGeom xmlns:a="http://schemas.openxmlformats.org/drawingml/2006/main">
            <a:pathLst>
              <a:path w="762000" h="533400">
                <a:moveTo>
                  <a:pt x="0" y="533400"/>
                </a:moveTo>
                <a:lnTo>
                  <a:pt x="4763" y="521599"/>
                </a:lnTo>
                <a:lnTo>
                  <a:pt x="9525" y="516833"/>
                </a:lnTo>
                <a:lnTo>
                  <a:pt x="14288" y="511296"/>
                </a:lnTo>
                <a:lnTo>
                  <a:pt x="19050" y="505154"/>
                </a:lnTo>
                <a:lnTo>
                  <a:pt x="23813" y="498575"/>
                </a:lnTo>
                <a:lnTo>
                  <a:pt x="28575" y="491701"/>
                </a:lnTo>
                <a:lnTo>
                  <a:pt x="33338" y="484635"/>
                </a:lnTo>
                <a:lnTo>
                  <a:pt x="38100" y="477441"/>
                </a:lnTo>
                <a:lnTo>
                  <a:pt x="42863" y="470155"/>
                </a:lnTo>
                <a:lnTo>
                  <a:pt x="47625" y="462807"/>
                </a:lnTo>
                <a:lnTo>
                  <a:pt x="52388" y="455401"/>
                </a:lnTo>
                <a:lnTo>
                  <a:pt x="57150" y="447942"/>
                </a:lnTo>
                <a:lnTo>
                  <a:pt x="61913" y="440433"/>
                </a:lnTo>
                <a:lnTo>
                  <a:pt x="66675" y="432879"/>
                </a:lnTo>
                <a:lnTo>
                  <a:pt x="71438" y="425285"/>
                </a:lnTo>
                <a:lnTo>
                  <a:pt x="76200" y="417654"/>
                </a:lnTo>
                <a:lnTo>
                  <a:pt x="80963" y="409991"/>
                </a:lnTo>
                <a:lnTo>
                  <a:pt x="85725" y="402301"/>
                </a:lnTo>
                <a:lnTo>
                  <a:pt x="90488" y="394588"/>
                </a:lnTo>
                <a:lnTo>
                  <a:pt x="95250" y="386856"/>
                </a:lnTo>
                <a:lnTo>
                  <a:pt x="100013" y="379109"/>
                </a:lnTo>
                <a:lnTo>
                  <a:pt x="104775" y="371353"/>
                </a:lnTo>
                <a:lnTo>
                  <a:pt x="109538" y="363590"/>
                </a:lnTo>
                <a:lnTo>
                  <a:pt x="114300" y="355826"/>
                </a:lnTo>
                <a:lnTo>
                  <a:pt x="119063" y="348065"/>
                </a:lnTo>
                <a:lnTo>
                  <a:pt x="123825" y="340311"/>
                </a:lnTo>
                <a:lnTo>
                  <a:pt x="128588" y="332569"/>
                </a:lnTo>
                <a:lnTo>
                  <a:pt x="133350" y="324843"/>
                </a:lnTo>
                <a:lnTo>
                  <a:pt x="138113" y="317137"/>
                </a:lnTo>
                <a:lnTo>
                  <a:pt x="142875" y="309455"/>
                </a:lnTo>
                <a:lnTo>
                  <a:pt x="147638" y="301803"/>
                </a:lnTo>
                <a:lnTo>
                  <a:pt x="152400" y="294184"/>
                </a:lnTo>
                <a:lnTo>
                  <a:pt x="157163" y="286603"/>
                </a:lnTo>
                <a:lnTo>
                  <a:pt x="161925" y="279063"/>
                </a:lnTo>
                <a:lnTo>
                  <a:pt x="166688" y="271570"/>
                </a:lnTo>
                <a:lnTo>
                  <a:pt x="171450" y="264128"/>
                </a:lnTo>
                <a:lnTo>
                  <a:pt x="176213" y="256741"/>
                </a:lnTo>
                <a:lnTo>
                  <a:pt x="180975" y="249413"/>
                </a:lnTo>
                <a:lnTo>
                  <a:pt x="185738" y="242149"/>
                </a:lnTo>
                <a:lnTo>
                  <a:pt x="190500" y="234953"/>
                </a:lnTo>
                <a:lnTo>
                  <a:pt x="195263" y="227830"/>
                </a:lnTo>
                <a:lnTo>
                  <a:pt x="200025" y="220783"/>
                </a:lnTo>
                <a:lnTo>
                  <a:pt x="204788" y="213818"/>
                </a:lnTo>
                <a:lnTo>
                  <a:pt x="209550" y="206938"/>
                </a:lnTo>
                <a:lnTo>
                  <a:pt x="214313" y="200148"/>
                </a:lnTo>
                <a:lnTo>
                  <a:pt x="219075" y="193452"/>
                </a:lnTo>
                <a:lnTo>
                  <a:pt x="223838" y="186854"/>
                </a:lnTo>
                <a:lnTo>
                  <a:pt x="228600" y="180360"/>
                </a:lnTo>
                <a:lnTo>
                  <a:pt x="233363" y="173973"/>
                </a:lnTo>
                <a:lnTo>
                  <a:pt x="238125" y="167697"/>
                </a:lnTo>
                <a:lnTo>
                  <a:pt x="242888" y="161538"/>
                </a:lnTo>
                <a:lnTo>
                  <a:pt x="247650" y="155498"/>
                </a:lnTo>
                <a:lnTo>
                  <a:pt x="252413" y="149583"/>
                </a:lnTo>
                <a:lnTo>
                  <a:pt x="257175" y="143798"/>
                </a:lnTo>
                <a:lnTo>
                  <a:pt x="261938" y="138145"/>
                </a:lnTo>
                <a:lnTo>
                  <a:pt x="266700" y="132630"/>
                </a:lnTo>
                <a:lnTo>
                  <a:pt x="271463" y="127258"/>
                </a:lnTo>
                <a:lnTo>
                  <a:pt x="276225" y="122031"/>
                </a:lnTo>
                <a:lnTo>
                  <a:pt x="280988" y="116955"/>
                </a:lnTo>
                <a:lnTo>
                  <a:pt x="285750" y="112035"/>
                </a:lnTo>
                <a:lnTo>
                  <a:pt x="290513" y="107274"/>
                </a:lnTo>
                <a:lnTo>
                  <a:pt x="295275" y="102676"/>
                </a:lnTo>
                <a:lnTo>
                  <a:pt x="300038" y="98248"/>
                </a:lnTo>
                <a:lnTo>
                  <a:pt x="304800" y="93996"/>
                </a:lnTo>
                <a:lnTo>
                  <a:pt x="309563" y="89929"/>
                </a:lnTo>
                <a:lnTo>
                  <a:pt x="314325" y="86056"/>
                </a:lnTo>
                <a:lnTo>
                  <a:pt x="319088" y="82389"/>
                </a:lnTo>
                <a:lnTo>
                  <a:pt x="323850" y="78944"/>
                </a:lnTo>
                <a:lnTo>
                  <a:pt x="328613" y="75732"/>
                </a:lnTo>
                <a:lnTo>
                  <a:pt x="333375" y="72765"/>
                </a:lnTo>
                <a:lnTo>
                  <a:pt x="338138" y="70049"/>
                </a:lnTo>
                <a:lnTo>
                  <a:pt x="342900" y="67587"/>
                </a:lnTo>
                <a:lnTo>
                  <a:pt x="347663" y="65381"/>
                </a:lnTo>
                <a:lnTo>
                  <a:pt x="352425" y="63434"/>
                </a:lnTo>
                <a:lnTo>
                  <a:pt x="357188" y="61748"/>
                </a:lnTo>
                <a:lnTo>
                  <a:pt x="361950" y="60319"/>
                </a:lnTo>
                <a:lnTo>
                  <a:pt x="366713" y="59126"/>
                </a:lnTo>
                <a:lnTo>
                  <a:pt x="371475" y="58120"/>
                </a:lnTo>
                <a:lnTo>
                  <a:pt x="376238" y="57234"/>
                </a:lnTo>
                <a:lnTo>
                  <a:pt x="381000" y="56384"/>
                </a:lnTo>
                <a:lnTo>
                  <a:pt x="385763" y="55500"/>
                </a:lnTo>
                <a:lnTo>
                  <a:pt x="390525" y="54537"/>
                </a:lnTo>
                <a:lnTo>
                  <a:pt x="395288" y="53482"/>
                </a:lnTo>
                <a:lnTo>
                  <a:pt x="400050" y="52358"/>
                </a:lnTo>
                <a:lnTo>
                  <a:pt x="404813" y="51217"/>
                </a:lnTo>
                <a:lnTo>
                  <a:pt x="409575" y="50105"/>
                </a:lnTo>
                <a:lnTo>
                  <a:pt x="414338" y="49050"/>
                </a:lnTo>
                <a:lnTo>
                  <a:pt x="419100" y="48061"/>
                </a:lnTo>
                <a:lnTo>
                  <a:pt x="423863" y="47130"/>
                </a:lnTo>
                <a:lnTo>
                  <a:pt x="428625" y="46252"/>
                </a:lnTo>
                <a:lnTo>
                  <a:pt x="433388" y="45437"/>
                </a:lnTo>
                <a:lnTo>
                  <a:pt x="438150" y="44710"/>
                </a:lnTo>
                <a:lnTo>
                  <a:pt x="442913" y="44101"/>
                </a:lnTo>
                <a:lnTo>
                  <a:pt x="447675" y="43628"/>
                </a:lnTo>
                <a:lnTo>
                  <a:pt x="452438" y="43289"/>
                </a:lnTo>
                <a:lnTo>
                  <a:pt x="457200" y="43058"/>
                </a:lnTo>
                <a:lnTo>
                  <a:pt x="461963" y="42897"/>
                </a:lnTo>
                <a:lnTo>
                  <a:pt x="466725" y="42762"/>
                </a:lnTo>
                <a:lnTo>
                  <a:pt x="471488" y="42611"/>
                </a:lnTo>
                <a:lnTo>
                  <a:pt x="476250" y="42414"/>
                </a:lnTo>
                <a:lnTo>
                  <a:pt x="481013" y="42144"/>
                </a:lnTo>
                <a:lnTo>
                  <a:pt x="485775" y="41782"/>
                </a:lnTo>
                <a:lnTo>
                  <a:pt x="490538" y="41330"/>
                </a:lnTo>
                <a:lnTo>
                  <a:pt x="495300" y="40795"/>
                </a:lnTo>
                <a:lnTo>
                  <a:pt x="500063" y="40194"/>
                </a:lnTo>
                <a:lnTo>
                  <a:pt x="504825" y="39547"/>
                </a:lnTo>
                <a:lnTo>
                  <a:pt x="509588" y="38873"/>
                </a:lnTo>
                <a:lnTo>
                  <a:pt x="514350" y="38188"/>
                </a:lnTo>
                <a:lnTo>
                  <a:pt x="519113" y="37503"/>
                </a:lnTo>
                <a:lnTo>
                  <a:pt x="523875" y="36820"/>
                </a:lnTo>
                <a:lnTo>
                  <a:pt x="528638" y="36142"/>
                </a:lnTo>
                <a:lnTo>
                  <a:pt x="533400" y="35466"/>
                </a:lnTo>
                <a:lnTo>
                  <a:pt x="538163" y="34790"/>
                </a:lnTo>
                <a:lnTo>
                  <a:pt x="542925" y="34112"/>
                </a:lnTo>
                <a:lnTo>
                  <a:pt x="547688" y="33429"/>
                </a:lnTo>
                <a:lnTo>
                  <a:pt x="552450" y="32742"/>
                </a:lnTo>
                <a:lnTo>
                  <a:pt x="557213" y="32049"/>
                </a:lnTo>
                <a:lnTo>
                  <a:pt x="561975" y="31351"/>
                </a:lnTo>
                <a:lnTo>
                  <a:pt x="566738" y="30649"/>
                </a:lnTo>
                <a:lnTo>
                  <a:pt x="571500" y="29941"/>
                </a:lnTo>
                <a:lnTo>
                  <a:pt x="576263" y="29229"/>
                </a:lnTo>
                <a:lnTo>
                  <a:pt x="581025" y="28512"/>
                </a:lnTo>
                <a:lnTo>
                  <a:pt x="585788" y="27791"/>
                </a:lnTo>
                <a:lnTo>
                  <a:pt x="590550" y="27066"/>
                </a:lnTo>
                <a:lnTo>
                  <a:pt x="595313" y="26337"/>
                </a:lnTo>
                <a:lnTo>
                  <a:pt x="600075" y="25605"/>
                </a:lnTo>
                <a:lnTo>
                  <a:pt x="604838" y="24869"/>
                </a:lnTo>
                <a:lnTo>
                  <a:pt x="609600" y="24130"/>
                </a:lnTo>
                <a:lnTo>
                  <a:pt x="614363" y="23388"/>
                </a:lnTo>
                <a:lnTo>
                  <a:pt x="619125" y="22643"/>
                </a:lnTo>
                <a:lnTo>
                  <a:pt x="623888" y="21896"/>
                </a:lnTo>
                <a:lnTo>
                  <a:pt x="628650" y="21146"/>
                </a:lnTo>
                <a:lnTo>
                  <a:pt x="633413" y="20394"/>
                </a:lnTo>
                <a:lnTo>
                  <a:pt x="638175" y="19640"/>
                </a:lnTo>
                <a:lnTo>
                  <a:pt x="642938" y="18885"/>
                </a:lnTo>
                <a:lnTo>
                  <a:pt x="647700" y="18127"/>
                </a:lnTo>
                <a:lnTo>
                  <a:pt x="652463" y="17369"/>
                </a:lnTo>
                <a:lnTo>
                  <a:pt x="657225" y="16609"/>
                </a:lnTo>
                <a:lnTo>
                  <a:pt x="661988" y="15848"/>
                </a:lnTo>
                <a:lnTo>
                  <a:pt x="666750" y="15087"/>
                </a:lnTo>
                <a:lnTo>
                  <a:pt x="671513" y="14325"/>
                </a:lnTo>
                <a:lnTo>
                  <a:pt x="676275" y="13563"/>
                </a:lnTo>
                <a:lnTo>
                  <a:pt x="681038" y="12800"/>
                </a:lnTo>
                <a:lnTo>
                  <a:pt x="685800" y="12038"/>
                </a:lnTo>
                <a:lnTo>
                  <a:pt x="690563" y="11276"/>
                </a:lnTo>
                <a:lnTo>
                  <a:pt x="695325" y="10514"/>
                </a:lnTo>
                <a:lnTo>
                  <a:pt x="700088" y="9753"/>
                </a:lnTo>
                <a:lnTo>
                  <a:pt x="704850" y="8993"/>
                </a:lnTo>
                <a:lnTo>
                  <a:pt x="709613" y="8234"/>
                </a:lnTo>
                <a:lnTo>
                  <a:pt x="714375" y="7476"/>
                </a:lnTo>
                <a:lnTo>
                  <a:pt x="719138" y="6720"/>
                </a:lnTo>
                <a:lnTo>
                  <a:pt x="723900" y="5966"/>
                </a:lnTo>
                <a:lnTo>
                  <a:pt x="728663" y="5216"/>
                </a:lnTo>
                <a:lnTo>
                  <a:pt x="733425" y="4474"/>
                </a:lnTo>
                <a:lnTo>
                  <a:pt x="738188" y="3749"/>
                </a:lnTo>
                <a:lnTo>
                  <a:pt x="742950" y="3050"/>
                </a:lnTo>
                <a:lnTo>
                  <a:pt x="747713" y="2393"/>
                </a:lnTo>
                <a:lnTo>
                  <a:pt x="752475" y="1798"/>
                </a:lnTo>
                <a:lnTo>
                  <a:pt x="757238" y="1284"/>
                </a:ln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19" name="AI048-path-19">
            <a:extLst xmlns:a="http://schemas.openxmlformats.org/drawingml/2006/main">
              <a:ext uri="{FF2B5EF4-FFF2-40B4-BE49-F238E27FC236}">
                <a16:creationId xmlns:a16="http://schemas.microsoft.com/office/drawing/2014/main" id="{19DC8DA9-C99F-4930-95D9-228B101A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"/>
            <a:ext cx="762000" cy="533400"/>
          </a:xfrm>
          <a:custGeom xmlns:a="http://schemas.openxmlformats.org/drawingml/2006/main">
            <a:pathLst>
              <a:path w="762000" h="533400">
                <a:moveTo>
                  <a:pt x="0" y="533400"/>
                </a:moveTo>
                <a:lnTo>
                  <a:pt x="4763" y="522803"/>
                </a:lnTo>
                <a:lnTo>
                  <a:pt x="9525" y="518483"/>
                </a:lnTo>
                <a:lnTo>
                  <a:pt x="14288" y="513438"/>
                </a:lnTo>
                <a:lnTo>
                  <a:pt x="19050" y="507809"/>
                </a:lnTo>
                <a:lnTo>
                  <a:pt x="23813" y="501741"/>
                </a:lnTo>
                <a:lnTo>
                  <a:pt x="28575" y="495359"/>
                </a:lnTo>
                <a:lnTo>
                  <a:pt x="33338" y="488754"/>
                </a:lnTo>
                <a:lnTo>
                  <a:pt x="38100" y="481984"/>
                </a:lnTo>
                <a:lnTo>
                  <a:pt x="42863" y="475083"/>
                </a:lnTo>
                <a:lnTo>
                  <a:pt x="47625" y="468081"/>
                </a:lnTo>
                <a:lnTo>
                  <a:pt x="52388" y="460984"/>
                </a:lnTo>
                <a:lnTo>
                  <a:pt x="57150" y="453800"/>
                </a:lnTo>
                <a:lnTo>
                  <a:pt x="61913" y="446535"/>
                </a:lnTo>
                <a:lnTo>
                  <a:pt x="66675" y="439198"/>
                </a:lnTo>
                <a:lnTo>
                  <a:pt x="71438" y="431794"/>
                </a:lnTo>
                <a:lnTo>
                  <a:pt x="76200" y="424332"/>
                </a:lnTo>
                <a:lnTo>
                  <a:pt x="80963" y="416817"/>
                </a:lnTo>
                <a:lnTo>
                  <a:pt x="85725" y="409258"/>
                </a:lnTo>
                <a:lnTo>
                  <a:pt x="90488" y="401661"/>
                </a:lnTo>
                <a:lnTo>
                  <a:pt x="95250" y="394033"/>
                </a:lnTo>
                <a:lnTo>
                  <a:pt x="100013" y="386382"/>
                </a:lnTo>
                <a:lnTo>
                  <a:pt x="104775" y="378714"/>
                </a:lnTo>
                <a:lnTo>
                  <a:pt x="109538" y="371036"/>
                </a:lnTo>
                <a:lnTo>
                  <a:pt x="114300" y="363357"/>
                </a:lnTo>
                <a:lnTo>
                  <a:pt x="119063" y="355682"/>
                </a:lnTo>
                <a:lnTo>
                  <a:pt x="123825" y="348018"/>
                </a:lnTo>
                <a:lnTo>
                  <a:pt x="128588" y="340374"/>
                </a:lnTo>
                <a:lnTo>
                  <a:pt x="133350" y="332756"/>
                </a:lnTo>
                <a:lnTo>
                  <a:pt x="138113" y="325170"/>
                </a:lnTo>
                <a:lnTo>
                  <a:pt x="142875" y="317625"/>
                </a:lnTo>
                <a:lnTo>
                  <a:pt x="147638" y="310127"/>
                </a:lnTo>
                <a:lnTo>
                  <a:pt x="152400" y="302684"/>
                </a:lnTo>
                <a:lnTo>
                  <a:pt x="157163" y="295301"/>
                </a:lnTo>
                <a:lnTo>
                  <a:pt x="161925" y="287987"/>
                </a:lnTo>
                <a:lnTo>
                  <a:pt x="166688" y="280749"/>
                </a:lnTo>
                <a:lnTo>
                  <a:pt x="171450" y="273593"/>
                </a:lnTo>
                <a:lnTo>
                  <a:pt x="176213" y="266527"/>
                </a:lnTo>
                <a:lnTo>
                  <a:pt x="180975" y="259558"/>
                </a:lnTo>
                <a:lnTo>
                  <a:pt x="185738" y="252693"/>
                </a:lnTo>
                <a:lnTo>
                  <a:pt x="190500" y="245938"/>
                </a:lnTo>
                <a:lnTo>
                  <a:pt x="195263" y="239302"/>
                </a:lnTo>
                <a:lnTo>
                  <a:pt x="200025" y="232790"/>
                </a:lnTo>
                <a:lnTo>
                  <a:pt x="204788" y="226411"/>
                </a:lnTo>
                <a:lnTo>
                  <a:pt x="209550" y="220171"/>
                </a:lnTo>
                <a:lnTo>
                  <a:pt x="214313" y="214078"/>
                </a:lnTo>
                <a:lnTo>
                  <a:pt x="219075" y="208138"/>
                </a:lnTo>
                <a:lnTo>
                  <a:pt x="223838" y="202358"/>
                </a:lnTo>
                <a:lnTo>
                  <a:pt x="228600" y="196746"/>
                </a:lnTo>
                <a:lnTo>
                  <a:pt x="233363" y="191309"/>
                </a:lnTo>
                <a:lnTo>
                  <a:pt x="238125" y="186053"/>
                </a:lnTo>
                <a:lnTo>
                  <a:pt x="242888" y="180987"/>
                </a:lnTo>
                <a:lnTo>
                  <a:pt x="247650" y="176116"/>
                </a:lnTo>
                <a:lnTo>
                  <a:pt x="252413" y="171448"/>
                </a:lnTo>
                <a:lnTo>
                  <a:pt x="257175" y="166990"/>
                </a:lnTo>
                <a:lnTo>
                  <a:pt x="261938" y="162750"/>
                </a:lnTo>
                <a:lnTo>
                  <a:pt x="266700" y="158733"/>
                </a:lnTo>
                <a:lnTo>
                  <a:pt x="271463" y="154948"/>
                </a:lnTo>
                <a:lnTo>
                  <a:pt x="276225" y="151402"/>
                </a:lnTo>
                <a:lnTo>
                  <a:pt x="280988" y="148100"/>
                </a:lnTo>
                <a:lnTo>
                  <a:pt x="285750" y="145052"/>
                </a:lnTo>
                <a:lnTo>
                  <a:pt x="290513" y="142263"/>
                </a:lnTo>
                <a:lnTo>
                  <a:pt x="295275" y="139741"/>
                </a:lnTo>
                <a:lnTo>
                  <a:pt x="300038" y="137492"/>
                </a:lnTo>
                <a:lnTo>
                  <a:pt x="304800" y="135521"/>
                </a:lnTo>
                <a:lnTo>
                  <a:pt x="309563" y="133828"/>
                </a:lnTo>
                <a:lnTo>
                  <a:pt x="314325" y="132404"/>
                </a:lnTo>
                <a:lnTo>
                  <a:pt x="319088" y="131227"/>
                </a:lnTo>
                <a:lnTo>
                  <a:pt x="323850" y="130257"/>
                </a:lnTo>
                <a:lnTo>
                  <a:pt x="328613" y="129435"/>
                </a:lnTo>
                <a:lnTo>
                  <a:pt x="333375" y="128685"/>
                </a:lnTo>
                <a:lnTo>
                  <a:pt x="338138" y="127923"/>
                </a:lnTo>
                <a:lnTo>
                  <a:pt x="342900" y="127076"/>
                </a:lnTo>
                <a:lnTo>
                  <a:pt x="347663" y="126100"/>
                </a:lnTo>
                <a:lnTo>
                  <a:pt x="352425" y="124996"/>
                </a:lnTo>
                <a:lnTo>
                  <a:pt x="357188" y="123807"/>
                </a:lnTo>
                <a:lnTo>
                  <a:pt x="361950" y="122604"/>
                </a:lnTo>
                <a:lnTo>
                  <a:pt x="366713" y="121451"/>
                </a:lnTo>
                <a:lnTo>
                  <a:pt x="371475" y="120386"/>
                </a:lnTo>
                <a:lnTo>
                  <a:pt x="376238" y="119402"/>
                </a:lnTo>
                <a:lnTo>
                  <a:pt x="381000" y="118460"/>
                </a:lnTo>
                <a:lnTo>
                  <a:pt x="385763" y="117504"/>
                </a:lnTo>
                <a:lnTo>
                  <a:pt x="390525" y="116494"/>
                </a:lnTo>
                <a:lnTo>
                  <a:pt x="395288" y="115414"/>
                </a:lnTo>
                <a:lnTo>
                  <a:pt x="400050" y="114279"/>
                </a:lnTo>
                <a:lnTo>
                  <a:pt x="404813" y="113132"/>
                </a:lnTo>
                <a:lnTo>
                  <a:pt x="409575" y="112008"/>
                </a:lnTo>
                <a:lnTo>
                  <a:pt x="414338" y="110924"/>
                </a:lnTo>
                <a:lnTo>
                  <a:pt x="419100" y="109870"/>
                </a:lnTo>
                <a:lnTo>
                  <a:pt x="423863" y="108814"/>
                </a:lnTo>
                <a:lnTo>
                  <a:pt x="428625" y="107728"/>
                </a:lnTo>
                <a:lnTo>
                  <a:pt x="433388" y="106601"/>
                </a:lnTo>
                <a:lnTo>
                  <a:pt x="438150" y="105453"/>
                </a:lnTo>
                <a:lnTo>
                  <a:pt x="442913" y="104330"/>
                </a:lnTo>
                <a:lnTo>
                  <a:pt x="447675" y="103288"/>
                </a:lnTo>
                <a:lnTo>
                  <a:pt x="452438" y="102374"/>
                </a:lnTo>
                <a:lnTo>
                  <a:pt x="457200" y="101614"/>
                </a:lnTo>
                <a:lnTo>
                  <a:pt x="461963" y="101007"/>
                </a:lnTo>
                <a:lnTo>
                  <a:pt x="466725" y="100528"/>
                </a:lnTo>
                <a:lnTo>
                  <a:pt x="471488" y="100137"/>
                </a:lnTo>
                <a:lnTo>
                  <a:pt x="476250" y="99789"/>
                </a:lnTo>
                <a:lnTo>
                  <a:pt x="481013" y="99437"/>
                </a:lnTo>
                <a:lnTo>
                  <a:pt x="485775" y="99038"/>
                </a:lnTo>
                <a:lnTo>
                  <a:pt x="490538" y="98569"/>
                </a:lnTo>
                <a:lnTo>
                  <a:pt x="495300" y="98018"/>
                </a:lnTo>
                <a:lnTo>
                  <a:pt x="500063" y="97385"/>
                </a:lnTo>
                <a:lnTo>
                  <a:pt x="504825" y="96677"/>
                </a:lnTo>
                <a:lnTo>
                  <a:pt x="509588" y="95902"/>
                </a:lnTo>
                <a:lnTo>
                  <a:pt x="514350" y="95067"/>
                </a:lnTo>
                <a:lnTo>
                  <a:pt x="519113" y="94174"/>
                </a:lnTo>
                <a:lnTo>
                  <a:pt x="523875" y="93226"/>
                </a:lnTo>
                <a:lnTo>
                  <a:pt x="528638" y="92219"/>
                </a:lnTo>
                <a:lnTo>
                  <a:pt x="533400" y="91151"/>
                </a:lnTo>
                <a:lnTo>
                  <a:pt x="538163" y="90020"/>
                </a:lnTo>
                <a:lnTo>
                  <a:pt x="542925" y="88826"/>
                </a:lnTo>
                <a:lnTo>
                  <a:pt x="547688" y="87568"/>
                </a:lnTo>
                <a:lnTo>
                  <a:pt x="552450" y="86247"/>
                </a:lnTo>
                <a:lnTo>
                  <a:pt x="557213" y="84866"/>
                </a:lnTo>
                <a:lnTo>
                  <a:pt x="561975" y="83425"/>
                </a:lnTo>
                <a:lnTo>
                  <a:pt x="566738" y="81928"/>
                </a:lnTo>
                <a:lnTo>
                  <a:pt x="571500" y="80377"/>
                </a:lnTo>
                <a:lnTo>
                  <a:pt x="576263" y="78774"/>
                </a:lnTo>
                <a:lnTo>
                  <a:pt x="581025" y="77122"/>
                </a:lnTo>
                <a:lnTo>
                  <a:pt x="585788" y="75422"/>
                </a:lnTo>
                <a:lnTo>
                  <a:pt x="590550" y="73677"/>
                </a:lnTo>
                <a:lnTo>
                  <a:pt x="595313" y="71889"/>
                </a:lnTo>
                <a:lnTo>
                  <a:pt x="600075" y="70060"/>
                </a:lnTo>
                <a:lnTo>
                  <a:pt x="604838" y="68194"/>
                </a:lnTo>
                <a:lnTo>
                  <a:pt x="609600" y="66291"/>
                </a:lnTo>
                <a:lnTo>
                  <a:pt x="614363" y="64355"/>
                </a:lnTo>
                <a:lnTo>
                  <a:pt x="619125" y="62388"/>
                </a:lnTo>
                <a:lnTo>
                  <a:pt x="623888" y="60392"/>
                </a:lnTo>
                <a:lnTo>
                  <a:pt x="628650" y="58369"/>
                </a:lnTo>
                <a:lnTo>
                  <a:pt x="633413" y="56321"/>
                </a:lnTo>
                <a:lnTo>
                  <a:pt x="638175" y="54251"/>
                </a:lnTo>
                <a:lnTo>
                  <a:pt x="642938" y="52162"/>
                </a:lnTo>
                <a:lnTo>
                  <a:pt x="647700" y="50055"/>
                </a:lnTo>
                <a:lnTo>
                  <a:pt x="652463" y="47932"/>
                </a:lnTo>
                <a:lnTo>
                  <a:pt x="657225" y="45797"/>
                </a:lnTo>
                <a:lnTo>
                  <a:pt x="661988" y="43651"/>
                </a:lnTo>
                <a:lnTo>
                  <a:pt x="666750" y="41497"/>
                </a:lnTo>
                <a:lnTo>
                  <a:pt x="671513" y="39336"/>
                </a:lnTo>
                <a:lnTo>
                  <a:pt x="676275" y="37172"/>
                </a:lnTo>
                <a:lnTo>
                  <a:pt x="681038" y="35006"/>
                </a:lnTo>
                <a:lnTo>
                  <a:pt x="685800" y="32840"/>
                </a:lnTo>
                <a:lnTo>
                  <a:pt x="690563" y="30678"/>
                </a:lnTo>
                <a:lnTo>
                  <a:pt x="695325" y="28522"/>
                </a:lnTo>
                <a:lnTo>
                  <a:pt x="700088" y="26372"/>
                </a:lnTo>
                <a:lnTo>
                  <a:pt x="704850" y="24233"/>
                </a:lnTo>
                <a:lnTo>
                  <a:pt x="709613" y="22106"/>
                </a:lnTo>
                <a:lnTo>
                  <a:pt x="714375" y="19994"/>
                </a:lnTo>
                <a:lnTo>
                  <a:pt x="719138" y="17898"/>
                </a:lnTo>
                <a:lnTo>
                  <a:pt x="723900" y="15822"/>
                </a:lnTo>
                <a:lnTo>
                  <a:pt x="728663" y="13773"/>
                </a:lnTo>
                <a:lnTo>
                  <a:pt x="733425" y="11765"/>
                </a:lnTo>
                <a:lnTo>
                  <a:pt x="738188" y="9814"/>
                </a:lnTo>
                <a:lnTo>
                  <a:pt x="742950" y="7950"/>
                </a:lnTo>
                <a:lnTo>
                  <a:pt x="747713" y="6214"/>
                </a:lnTo>
                <a:lnTo>
                  <a:pt x="752475" y="4653"/>
                </a:lnTo>
                <a:lnTo>
                  <a:pt x="757238" y="3311"/>
                </a:ln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20" name="AI048-path-20">
            <a:extLst xmlns:a="http://schemas.openxmlformats.org/drawingml/2006/main">
              <a:ext uri="{FF2B5EF4-FFF2-40B4-BE49-F238E27FC236}">
                <a16:creationId xmlns:a16="http://schemas.microsoft.com/office/drawing/2014/main" id="{FAED4610-9500-4519-95E7-3894CFDF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"/>
            <a:ext cx="762000" cy="533400"/>
          </a:xfrm>
          <a:custGeom xmlns:a="http://schemas.openxmlformats.org/drawingml/2006/main">
            <a:pathLst>
              <a:path w="762000" h="533400">
                <a:moveTo>
                  <a:pt x="0" y="533400"/>
                </a:moveTo>
                <a:lnTo>
                  <a:pt x="4763" y="525172"/>
                </a:lnTo>
                <a:lnTo>
                  <a:pt x="9525" y="521817"/>
                </a:lnTo>
                <a:lnTo>
                  <a:pt x="14288" y="517900"/>
                </a:lnTo>
                <a:lnTo>
                  <a:pt x="19050" y="513529"/>
                </a:lnTo>
                <a:lnTo>
                  <a:pt x="23813" y="508818"/>
                </a:lnTo>
                <a:lnTo>
                  <a:pt x="28575" y="503863"/>
                </a:lnTo>
                <a:lnTo>
                  <a:pt x="33338" y="498734"/>
                </a:lnTo>
                <a:lnTo>
                  <a:pt x="38100" y="493477"/>
                </a:lnTo>
                <a:lnTo>
                  <a:pt x="42863" y="488118"/>
                </a:lnTo>
                <a:lnTo>
                  <a:pt x="47625" y="482681"/>
                </a:lnTo>
                <a:lnTo>
                  <a:pt x="52388" y="477171"/>
                </a:lnTo>
                <a:lnTo>
                  <a:pt x="57150" y="471593"/>
                </a:lnTo>
                <a:lnTo>
                  <a:pt x="61913" y="465952"/>
                </a:lnTo>
                <a:lnTo>
                  <a:pt x="66675" y="460255"/>
                </a:lnTo>
                <a:lnTo>
                  <a:pt x="71438" y="454506"/>
                </a:lnTo>
                <a:lnTo>
                  <a:pt x="76200" y="448712"/>
                </a:lnTo>
                <a:lnTo>
                  <a:pt x="80963" y="442877"/>
                </a:lnTo>
                <a:lnTo>
                  <a:pt x="85725" y="437007"/>
                </a:lnTo>
                <a:lnTo>
                  <a:pt x="90488" y="431108"/>
                </a:lnTo>
                <a:lnTo>
                  <a:pt x="95250" y="425186"/>
                </a:lnTo>
                <a:lnTo>
                  <a:pt x="100013" y="419245"/>
                </a:lnTo>
                <a:lnTo>
                  <a:pt x="104775" y="413291"/>
                </a:lnTo>
                <a:lnTo>
                  <a:pt x="109538" y="407329"/>
                </a:lnTo>
                <a:lnTo>
                  <a:pt x="114300" y="401366"/>
                </a:lnTo>
                <a:lnTo>
                  <a:pt x="119063" y="395407"/>
                </a:lnTo>
                <a:lnTo>
                  <a:pt x="123825" y="389457"/>
                </a:lnTo>
                <a:lnTo>
                  <a:pt x="128588" y="383521"/>
                </a:lnTo>
                <a:lnTo>
                  <a:pt x="133350" y="377606"/>
                </a:lnTo>
                <a:lnTo>
                  <a:pt x="138113" y="371716"/>
                </a:lnTo>
                <a:lnTo>
                  <a:pt x="142875" y="365857"/>
                </a:lnTo>
                <a:lnTo>
                  <a:pt x="147638" y="360035"/>
                </a:lnTo>
                <a:lnTo>
                  <a:pt x="152400" y="354255"/>
                </a:lnTo>
                <a:lnTo>
                  <a:pt x="157163" y="348523"/>
                </a:lnTo>
                <a:lnTo>
                  <a:pt x="161925" y="342844"/>
                </a:lnTo>
                <a:lnTo>
                  <a:pt x="166688" y="337224"/>
                </a:lnTo>
                <a:lnTo>
                  <a:pt x="171450" y="331668"/>
                </a:lnTo>
                <a:lnTo>
                  <a:pt x="176213" y="326181"/>
                </a:lnTo>
                <a:lnTo>
                  <a:pt x="180975" y="320770"/>
                </a:lnTo>
                <a:lnTo>
                  <a:pt x="185738" y="315439"/>
                </a:lnTo>
                <a:lnTo>
                  <a:pt x="190500" y="310194"/>
                </a:lnTo>
                <a:lnTo>
                  <a:pt x="195263" y="305041"/>
                </a:lnTo>
                <a:lnTo>
                  <a:pt x="200025" y="299986"/>
                </a:lnTo>
                <a:lnTo>
                  <a:pt x="204788" y="295032"/>
                </a:lnTo>
                <a:lnTo>
                  <a:pt x="209550" y="290187"/>
                </a:lnTo>
                <a:lnTo>
                  <a:pt x="214313" y="285456"/>
                </a:lnTo>
                <a:lnTo>
                  <a:pt x="219075" y="280844"/>
                </a:lnTo>
                <a:lnTo>
                  <a:pt x="223838" y="276356"/>
                </a:lnTo>
                <a:lnTo>
                  <a:pt x="228600" y="271998"/>
                </a:lnTo>
                <a:lnTo>
                  <a:pt x="233363" y="267776"/>
                </a:lnTo>
                <a:lnTo>
                  <a:pt x="238125" y="263696"/>
                </a:lnTo>
                <a:lnTo>
                  <a:pt x="242888" y="259761"/>
                </a:lnTo>
                <a:lnTo>
                  <a:pt x="247650" y="255979"/>
                </a:lnTo>
                <a:lnTo>
                  <a:pt x="252413" y="252355"/>
                </a:lnTo>
                <a:lnTo>
                  <a:pt x="257175" y="248894"/>
                </a:lnTo>
                <a:lnTo>
                  <a:pt x="261938" y="245601"/>
                </a:lnTo>
                <a:lnTo>
                  <a:pt x="266700" y="242482"/>
                </a:lnTo>
                <a:lnTo>
                  <a:pt x="271463" y="239543"/>
                </a:lnTo>
                <a:lnTo>
                  <a:pt x="276225" y="236789"/>
                </a:lnTo>
                <a:lnTo>
                  <a:pt x="280988" y="234226"/>
                </a:lnTo>
                <a:lnTo>
                  <a:pt x="285750" y="231859"/>
                </a:lnTo>
                <a:lnTo>
                  <a:pt x="290513" y="229694"/>
                </a:lnTo>
                <a:lnTo>
                  <a:pt x="295275" y="227735"/>
                </a:lnTo>
                <a:lnTo>
                  <a:pt x="300038" y="225989"/>
                </a:lnTo>
                <a:lnTo>
                  <a:pt x="304800" y="224458"/>
                </a:lnTo>
                <a:lnTo>
                  <a:pt x="309563" y="223143"/>
                </a:lnTo>
                <a:lnTo>
                  <a:pt x="314325" y="222035"/>
                </a:lnTo>
                <a:lnTo>
                  <a:pt x="319088" y="221113"/>
                </a:lnTo>
                <a:lnTo>
                  <a:pt x="323850" y="220341"/>
                </a:lnTo>
                <a:lnTo>
                  <a:pt x="328613" y="219666"/>
                </a:lnTo>
                <a:lnTo>
                  <a:pt x="333375" y="219018"/>
                </a:lnTo>
                <a:lnTo>
                  <a:pt x="338138" y="218324"/>
                </a:lnTo>
                <a:lnTo>
                  <a:pt x="342900" y="217518"/>
                </a:lnTo>
                <a:lnTo>
                  <a:pt x="347663" y="216566"/>
                </a:lnTo>
                <a:lnTo>
                  <a:pt x="352425" y="215474"/>
                </a:lnTo>
                <a:lnTo>
                  <a:pt x="357188" y="214292"/>
                </a:lnTo>
                <a:lnTo>
                  <a:pt x="361950" y="213090"/>
                </a:lnTo>
                <a:lnTo>
                  <a:pt x="366713" y="211938"/>
                </a:lnTo>
                <a:lnTo>
                  <a:pt x="371475" y="210873"/>
                </a:lnTo>
                <a:lnTo>
                  <a:pt x="376238" y="209890"/>
                </a:lnTo>
                <a:lnTo>
                  <a:pt x="381000" y="208948"/>
                </a:lnTo>
                <a:lnTo>
                  <a:pt x="385763" y="207992"/>
                </a:lnTo>
                <a:lnTo>
                  <a:pt x="390525" y="206982"/>
                </a:lnTo>
                <a:lnTo>
                  <a:pt x="395288" y="205901"/>
                </a:lnTo>
                <a:lnTo>
                  <a:pt x="400050" y="204767"/>
                </a:lnTo>
                <a:lnTo>
                  <a:pt x="404813" y="203619"/>
                </a:lnTo>
                <a:lnTo>
                  <a:pt x="409575" y="202496"/>
                </a:lnTo>
                <a:lnTo>
                  <a:pt x="414338" y="201412"/>
                </a:lnTo>
                <a:lnTo>
                  <a:pt x="419100" y="200357"/>
                </a:lnTo>
                <a:lnTo>
                  <a:pt x="423863" y="199302"/>
                </a:lnTo>
                <a:lnTo>
                  <a:pt x="428625" y="198216"/>
                </a:lnTo>
                <a:lnTo>
                  <a:pt x="433388" y="197089"/>
                </a:lnTo>
                <a:lnTo>
                  <a:pt x="438150" y="195941"/>
                </a:lnTo>
                <a:lnTo>
                  <a:pt x="442913" y="194817"/>
                </a:lnTo>
                <a:lnTo>
                  <a:pt x="447675" y="193773"/>
                </a:lnTo>
                <a:lnTo>
                  <a:pt x="452438" y="192852"/>
                </a:lnTo>
                <a:lnTo>
                  <a:pt x="457200" y="192075"/>
                </a:lnTo>
                <a:lnTo>
                  <a:pt x="461963" y="191432"/>
                </a:lnTo>
                <a:lnTo>
                  <a:pt x="466725" y="190888"/>
                </a:lnTo>
                <a:lnTo>
                  <a:pt x="471488" y="190385"/>
                </a:lnTo>
                <a:lnTo>
                  <a:pt x="476250" y="189861"/>
                </a:lnTo>
                <a:lnTo>
                  <a:pt x="481013" y="189253"/>
                </a:lnTo>
                <a:lnTo>
                  <a:pt x="485775" y="188506"/>
                </a:lnTo>
                <a:lnTo>
                  <a:pt x="490538" y="187592"/>
                </a:lnTo>
                <a:lnTo>
                  <a:pt x="495300" y="186502"/>
                </a:lnTo>
                <a:lnTo>
                  <a:pt x="500063" y="185243"/>
                </a:lnTo>
                <a:lnTo>
                  <a:pt x="504825" y="183836"/>
                </a:lnTo>
                <a:lnTo>
                  <a:pt x="509588" y="182298"/>
                </a:lnTo>
                <a:lnTo>
                  <a:pt x="514350" y="180646"/>
                </a:lnTo>
                <a:lnTo>
                  <a:pt x="519113" y="178889"/>
                </a:lnTo>
                <a:lnTo>
                  <a:pt x="523875" y="177027"/>
                </a:lnTo>
                <a:lnTo>
                  <a:pt x="528638" y="175060"/>
                </a:lnTo>
                <a:lnTo>
                  <a:pt x="533400" y="172981"/>
                </a:lnTo>
                <a:lnTo>
                  <a:pt x="538163" y="170787"/>
                </a:lnTo>
                <a:lnTo>
                  <a:pt x="542925" y="168476"/>
                </a:lnTo>
                <a:lnTo>
                  <a:pt x="547688" y="166049"/>
                </a:lnTo>
                <a:lnTo>
                  <a:pt x="552450" y="163507"/>
                </a:lnTo>
                <a:lnTo>
                  <a:pt x="557213" y="160854"/>
                </a:lnTo>
                <a:lnTo>
                  <a:pt x="561975" y="158092"/>
                </a:lnTo>
                <a:lnTo>
                  <a:pt x="566738" y="155226"/>
                </a:lnTo>
                <a:lnTo>
                  <a:pt x="571500" y="152261"/>
                </a:lnTo>
                <a:lnTo>
                  <a:pt x="576263" y="149201"/>
                </a:lnTo>
                <a:lnTo>
                  <a:pt x="581025" y="146050"/>
                </a:lnTo>
                <a:lnTo>
                  <a:pt x="585788" y="142811"/>
                </a:lnTo>
                <a:lnTo>
                  <a:pt x="590550" y="139490"/>
                </a:lnTo>
                <a:lnTo>
                  <a:pt x="595313" y="136090"/>
                </a:lnTo>
                <a:lnTo>
                  <a:pt x="600075" y="132616"/>
                </a:lnTo>
                <a:lnTo>
                  <a:pt x="604838" y="129072"/>
                </a:lnTo>
                <a:lnTo>
                  <a:pt x="609600" y="125462"/>
                </a:lnTo>
                <a:lnTo>
                  <a:pt x="614363" y="121790"/>
                </a:lnTo>
                <a:lnTo>
                  <a:pt x="619125" y="118061"/>
                </a:lnTo>
                <a:lnTo>
                  <a:pt x="623888" y="114278"/>
                </a:lnTo>
                <a:lnTo>
                  <a:pt x="628650" y="110447"/>
                </a:lnTo>
                <a:lnTo>
                  <a:pt x="633413" y="106570"/>
                </a:lnTo>
                <a:lnTo>
                  <a:pt x="638175" y="102653"/>
                </a:lnTo>
                <a:lnTo>
                  <a:pt x="642938" y="98700"/>
                </a:lnTo>
                <a:lnTo>
                  <a:pt x="647700" y="94714"/>
                </a:lnTo>
                <a:lnTo>
                  <a:pt x="652463" y="90700"/>
                </a:lnTo>
                <a:lnTo>
                  <a:pt x="657225" y="86662"/>
                </a:lnTo>
                <a:lnTo>
                  <a:pt x="661988" y="82605"/>
                </a:lnTo>
                <a:lnTo>
                  <a:pt x="666750" y="78532"/>
                </a:lnTo>
                <a:lnTo>
                  <a:pt x="671513" y="74448"/>
                </a:lnTo>
                <a:lnTo>
                  <a:pt x="676275" y="70357"/>
                </a:lnTo>
                <a:lnTo>
                  <a:pt x="681038" y="66263"/>
                </a:lnTo>
                <a:lnTo>
                  <a:pt x="685800" y="62171"/>
                </a:lnTo>
                <a:lnTo>
                  <a:pt x="690563" y="58084"/>
                </a:lnTo>
                <a:lnTo>
                  <a:pt x="695325" y="54007"/>
                </a:lnTo>
                <a:lnTo>
                  <a:pt x="700088" y="49944"/>
                </a:lnTo>
                <a:lnTo>
                  <a:pt x="704850" y="45899"/>
                </a:lnTo>
                <a:lnTo>
                  <a:pt x="709613" y="41877"/>
                </a:lnTo>
                <a:lnTo>
                  <a:pt x="714375" y="37881"/>
                </a:lnTo>
                <a:lnTo>
                  <a:pt x="719138" y="33916"/>
                </a:lnTo>
                <a:lnTo>
                  <a:pt x="723900" y="29986"/>
                </a:lnTo>
                <a:lnTo>
                  <a:pt x="728663" y="26109"/>
                </a:lnTo>
                <a:lnTo>
                  <a:pt x="733425" y="22305"/>
                </a:lnTo>
                <a:lnTo>
                  <a:pt x="738188" y="18610"/>
                </a:lnTo>
                <a:lnTo>
                  <a:pt x="742950" y="15079"/>
                </a:lnTo>
                <a:lnTo>
                  <a:pt x="747713" y="11788"/>
                </a:lnTo>
                <a:lnTo>
                  <a:pt x="752475" y="8827"/>
                </a:lnTo>
                <a:lnTo>
                  <a:pt x="757238" y="6282"/>
                </a:ln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21" name="AI048-path-21">
            <a:extLst xmlns:a="http://schemas.openxmlformats.org/drawingml/2006/main">
              <a:ext uri="{FF2B5EF4-FFF2-40B4-BE49-F238E27FC236}">
                <a16:creationId xmlns:a16="http://schemas.microsoft.com/office/drawing/2014/main" id="{050DC614-890F-417C-A21C-574124C8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"/>
            <a:ext cx="762000" cy="533400"/>
          </a:xfrm>
          <a:custGeom xmlns:a="http://schemas.openxmlformats.org/drawingml/2006/main">
            <a:pathLst>
              <a:path w="762000" h="533400">
                <a:moveTo>
                  <a:pt x="0" y="533400"/>
                </a:moveTo>
                <a:lnTo>
                  <a:pt x="4763" y="525670"/>
                </a:lnTo>
                <a:lnTo>
                  <a:pt x="9525" y="522519"/>
                </a:lnTo>
                <a:lnTo>
                  <a:pt x="14288" y="518840"/>
                </a:lnTo>
                <a:lnTo>
                  <a:pt x="19050" y="514734"/>
                </a:lnTo>
                <a:lnTo>
                  <a:pt x="23813" y="510308"/>
                </a:lnTo>
                <a:lnTo>
                  <a:pt x="28575" y="505653"/>
                </a:lnTo>
                <a:lnTo>
                  <a:pt x="33338" y="500835"/>
                </a:lnTo>
                <a:lnTo>
                  <a:pt x="38100" y="495896"/>
                </a:lnTo>
                <a:lnTo>
                  <a:pt x="42863" y="490863"/>
                </a:lnTo>
                <a:lnTo>
                  <a:pt x="47625" y="485755"/>
                </a:lnTo>
                <a:lnTo>
                  <a:pt x="52388" y="480579"/>
                </a:lnTo>
                <a:lnTo>
                  <a:pt x="57150" y="475339"/>
                </a:lnTo>
                <a:lnTo>
                  <a:pt x="61913" y="470040"/>
                </a:lnTo>
                <a:lnTo>
                  <a:pt x="66675" y="464688"/>
                </a:lnTo>
                <a:lnTo>
                  <a:pt x="71438" y="459288"/>
                </a:lnTo>
                <a:lnTo>
                  <a:pt x="76200" y="453844"/>
                </a:lnTo>
                <a:lnTo>
                  <a:pt x="80963" y="448363"/>
                </a:lnTo>
                <a:lnTo>
                  <a:pt x="85725" y="442849"/>
                </a:lnTo>
                <a:lnTo>
                  <a:pt x="90488" y="437308"/>
                </a:lnTo>
                <a:lnTo>
                  <a:pt x="95250" y="431744"/>
                </a:lnTo>
                <a:lnTo>
                  <a:pt x="100013" y="426163"/>
                </a:lnTo>
                <a:lnTo>
                  <a:pt x="104775" y="420570"/>
                </a:lnTo>
                <a:lnTo>
                  <a:pt x="109538" y="414970"/>
                </a:lnTo>
                <a:lnTo>
                  <a:pt x="114300" y="409368"/>
                </a:lnTo>
                <a:lnTo>
                  <a:pt x="119063" y="403770"/>
                </a:lnTo>
                <a:lnTo>
                  <a:pt x="123825" y="398181"/>
                </a:lnTo>
                <a:lnTo>
                  <a:pt x="128588" y="392605"/>
                </a:lnTo>
                <a:lnTo>
                  <a:pt x="133350" y="387048"/>
                </a:lnTo>
                <a:lnTo>
                  <a:pt x="138113" y="381515"/>
                </a:lnTo>
                <a:lnTo>
                  <a:pt x="142875" y="376011"/>
                </a:lnTo>
                <a:lnTo>
                  <a:pt x="147638" y="370542"/>
                </a:lnTo>
                <a:lnTo>
                  <a:pt x="152400" y="365113"/>
                </a:lnTo>
                <a:lnTo>
                  <a:pt x="157163" y="359728"/>
                </a:lnTo>
                <a:lnTo>
                  <a:pt x="161925" y="354393"/>
                </a:lnTo>
                <a:lnTo>
                  <a:pt x="166688" y="349113"/>
                </a:lnTo>
                <a:lnTo>
                  <a:pt x="171450" y="343894"/>
                </a:lnTo>
                <a:lnTo>
                  <a:pt x="176213" y="338740"/>
                </a:lnTo>
                <a:lnTo>
                  <a:pt x="180975" y="333656"/>
                </a:lnTo>
                <a:lnTo>
                  <a:pt x="185738" y="328649"/>
                </a:lnTo>
                <a:lnTo>
                  <a:pt x="190500" y="323722"/>
                </a:lnTo>
                <a:lnTo>
                  <a:pt x="195263" y="318881"/>
                </a:lnTo>
                <a:lnTo>
                  <a:pt x="200025" y="314132"/>
                </a:lnTo>
                <a:lnTo>
                  <a:pt x="204788" y="309479"/>
                </a:lnTo>
                <a:lnTo>
                  <a:pt x="209550" y="304927"/>
                </a:lnTo>
                <a:lnTo>
                  <a:pt x="214313" y="300483"/>
                </a:lnTo>
                <a:lnTo>
                  <a:pt x="219075" y="296150"/>
                </a:lnTo>
                <a:lnTo>
                  <a:pt x="223838" y="291934"/>
                </a:lnTo>
                <a:lnTo>
                  <a:pt x="228600" y="287841"/>
                </a:lnTo>
                <a:lnTo>
                  <a:pt x="233363" y="283875"/>
                </a:lnTo>
                <a:lnTo>
                  <a:pt x="238125" y="280041"/>
                </a:lnTo>
                <a:lnTo>
                  <a:pt x="242888" y="276346"/>
                </a:lnTo>
                <a:lnTo>
                  <a:pt x="247650" y="272793"/>
                </a:lnTo>
                <a:lnTo>
                  <a:pt x="252413" y="269388"/>
                </a:lnTo>
                <a:lnTo>
                  <a:pt x="257175" y="266136"/>
                </a:lnTo>
                <a:lnTo>
                  <a:pt x="261938" y="263043"/>
                </a:lnTo>
                <a:lnTo>
                  <a:pt x="266700" y="260114"/>
                </a:lnTo>
                <a:lnTo>
                  <a:pt x="271463" y="257353"/>
                </a:lnTo>
                <a:lnTo>
                  <a:pt x="276225" y="254766"/>
                </a:lnTo>
                <a:lnTo>
                  <a:pt x="280988" y="252358"/>
                </a:lnTo>
                <a:lnTo>
                  <a:pt x="285750" y="250134"/>
                </a:lnTo>
                <a:lnTo>
                  <a:pt x="290513" y="248100"/>
                </a:lnTo>
                <a:lnTo>
                  <a:pt x="295275" y="246260"/>
                </a:lnTo>
                <a:lnTo>
                  <a:pt x="300038" y="244620"/>
                </a:lnTo>
                <a:lnTo>
                  <a:pt x="304800" y="243182"/>
                </a:lnTo>
                <a:lnTo>
                  <a:pt x="309563" y="241947"/>
                </a:lnTo>
                <a:lnTo>
                  <a:pt x="314325" y="240904"/>
                </a:lnTo>
                <a:lnTo>
                  <a:pt x="319088" y="240036"/>
                </a:lnTo>
                <a:lnTo>
                  <a:pt x="323850" y="239306"/>
                </a:lnTo>
                <a:lnTo>
                  <a:pt x="328613" y="238662"/>
                </a:lnTo>
                <a:lnTo>
                  <a:pt x="333375" y="238036"/>
                </a:lnTo>
                <a:lnTo>
                  <a:pt x="338138" y="237356"/>
                </a:lnTo>
                <a:lnTo>
                  <a:pt x="342900" y="236559"/>
                </a:lnTo>
                <a:lnTo>
                  <a:pt x="347663" y="235612"/>
                </a:lnTo>
                <a:lnTo>
                  <a:pt x="352425" y="234522"/>
                </a:lnTo>
                <a:lnTo>
                  <a:pt x="357188" y="233341"/>
                </a:lnTo>
                <a:lnTo>
                  <a:pt x="361950" y="232140"/>
                </a:lnTo>
                <a:lnTo>
                  <a:pt x="366713" y="230988"/>
                </a:lnTo>
                <a:lnTo>
                  <a:pt x="371475" y="229923"/>
                </a:lnTo>
                <a:lnTo>
                  <a:pt x="376238" y="228940"/>
                </a:lnTo>
                <a:lnTo>
                  <a:pt x="381000" y="227998"/>
                </a:lnTo>
                <a:lnTo>
                  <a:pt x="385763" y="227042"/>
                </a:lnTo>
                <a:lnTo>
                  <a:pt x="390525" y="226032"/>
                </a:lnTo>
                <a:lnTo>
                  <a:pt x="395288" y="224959"/>
                </a:lnTo>
                <a:lnTo>
                  <a:pt x="400050" y="223853"/>
                </a:lnTo>
                <a:lnTo>
                  <a:pt x="404813" y="222769"/>
                </a:lnTo>
                <a:lnTo>
                  <a:pt x="409575" y="221765"/>
                </a:lnTo>
                <a:lnTo>
                  <a:pt x="414338" y="220883"/>
                </a:lnTo>
                <a:lnTo>
                  <a:pt x="419100" y="220133"/>
                </a:lnTo>
                <a:lnTo>
                  <a:pt x="423863" y="219484"/>
                </a:lnTo>
                <a:lnTo>
                  <a:pt x="428625" y="218871"/>
                </a:lnTo>
                <a:lnTo>
                  <a:pt x="433388" y="218217"/>
                </a:lnTo>
                <a:lnTo>
                  <a:pt x="438150" y="217448"/>
                </a:lnTo>
                <a:lnTo>
                  <a:pt x="442913" y="216525"/>
                </a:lnTo>
                <a:lnTo>
                  <a:pt x="447675" y="215457"/>
                </a:lnTo>
                <a:lnTo>
                  <a:pt x="452438" y="214295"/>
                </a:lnTo>
                <a:lnTo>
                  <a:pt x="457200" y="213120"/>
                </a:lnTo>
                <a:lnTo>
                  <a:pt x="461963" y="212009"/>
                </a:lnTo>
                <a:lnTo>
                  <a:pt x="466725" y="211011"/>
                </a:lnTo>
                <a:lnTo>
                  <a:pt x="471488" y="210128"/>
                </a:lnTo>
                <a:lnTo>
                  <a:pt x="476250" y="209321"/>
                </a:lnTo>
                <a:lnTo>
                  <a:pt x="481013" y="208523"/>
                </a:lnTo>
                <a:lnTo>
                  <a:pt x="485775" y="207665"/>
                </a:lnTo>
                <a:lnTo>
                  <a:pt x="490538" y="206692"/>
                </a:lnTo>
                <a:lnTo>
                  <a:pt x="495300" y="205573"/>
                </a:lnTo>
                <a:lnTo>
                  <a:pt x="500063" y="204298"/>
                </a:lnTo>
                <a:lnTo>
                  <a:pt x="504825" y="202874"/>
                </a:lnTo>
                <a:lnTo>
                  <a:pt x="509588" y="201311"/>
                </a:lnTo>
                <a:lnTo>
                  <a:pt x="514350" y="199622"/>
                </a:lnTo>
                <a:lnTo>
                  <a:pt x="519113" y="197810"/>
                </a:lnTo>
                <a:lnTo>
                  <a:pt x="523875" y="195877"/>
                </a:lnTo>
                <a:lnTo>
                  <a:pt x="528638" y="193818"/>
                </a:lnTo>
                <a:lnTo>
                  <a:pt x="533400" y="191626"/>
                </a:lnTo>
                <a:lnTo>
                  <a:pt x="538163" y="189298"/>
                </a:lnTo>
                <a:lnTo>
                  <a:pt x="542925" y="186831"/>
                </a:lnTo>
                <a:lnTo>
                  <a:pt x="547688" y="184227"/>
                </a:lnTo>
                <a:lnTo>
                  <a:pt x="552450" y="181487"/>
                </a:lnTo>
                <a:lnTo>
                  <a:pt x="557213" y="178615"/>
                </a:lnTo>
                <a:lnTo>
                  <a:pt x="561975" y="175616"/>
                </a:lnTo>
                <a:lnTo>
                  <a:pt x="566738" y="172494"/>
                </a:lnTo>
                <a:lnTo>
                  <a:pt x="571500" y="169255"/>
                </a:lnTo>
                <a:lnTo>
                  <a:pt x="576263" y="165904"/>
                </a:lnTo>
                <a:lnTo>
                  <a:pt x="581025" y="162445"/>
                </a:lnTo>
                <a:lnTo>
                  <a:pt x="585788" y="158884"/>
                </a:lnTo>
                <a:lnTo>
                  <a:pt x="590550" y="155225"/>
                </a:lnTo>
                <a:lnTo>
                  <a:pt x="595313" y="151473"/>
                </a:lnTo>
                <a:lnTo>
                  <a:pt x="600075" y="147634"/>
                </a:lnTo>
                <a:lnTo>
                  <a:pt x="604838" y="143712"/>
                </a:lnTo>
                <a:lnTo>
                  <a:pt x="609600" y="139712"/>
                </a:lnTo>
                <a:lnTo>
                  <a:pt x="614363" y="135640"/>
                </a:lnTo>
                <a:lnTo>
                  <a:pt x="619125" y="131499"/>
                </a:lnTo>
                <a:lnTo>
                  <a:pt x="623888" y="127296"/>
                </a:lnTo>
                <a:lnTo>
                  <a:pt x="628650" y="123035"/>
                </a:lnTo>
                <a:lnTo>
                  <a:pt x="633413" y="118722"/>
                </a:lnTo>
                <a:lnTo>
                  <a:pt x="638175" y="114360"/>
                </a:lnTo>
                <a:lnTo>
                  <a:pt x="642938" y="109955"/>
                </a:lnTo>
                <a:lnTo>
                  <a:pt x="647700" y="105512"/>
                </a:lnTo>
                <a:lnTo>
                  <a:pt x="652463" y="101036"/>
                </a:lnTo>
                <a:lnTo>
                  <a:pt x="657225" y="96532"/>
                </a:lnTo>
                <a:lnTo>
                  <a:pt x="661988" y="92005"/>
                </a:lnTo>
                <a:lnTo>
                  <a:pt x="666750" y="87459"/>
                </a:lnTo>
                <a:lnTo>
                  <a:pt x="671513" y="82901"/>
                </a:lnTo>
                <a:lnTo>
                  <a:pt x="676275" y="78334"/>
                </a:lnTo>
                <a:lnTo>
                  <a:pt x="681038" y="73764"/>
                </a:lnTo>
                <a:lnTo>
                  <a:pt x="685800" y="69195"/>
                </a:lnTo>
                <a:lnTo>
                  <a:pt x="690563" y="64633"/>
                </a:lnTo>
                <a:lnTo>
                  <a:pt x="695325" y="60083"/>
                </a:lnTo>
                <a:lnTo>
                  <a:pt x="700088" y="55549"/>
                </a:lnTo>
                <a:lnTo>
                  <a:pt x="704850" y="51037"/>
                </a:lnTo>
                <a:lnTo>
                  <a:pt x="709613" y="46551"/>
                </a:lnTo>
                <a:lnTo>
                  <a:pt x="714375" y="42096"/>
                </a:lnTo>
                <a:lnTo>
                  <a:pt x="719138" y="37678"/>
                </a:lnTo>
                <a:lnTo>
                  <a:pt x="723900" y="33302"/>
                </a:lnTo>
                <a:lnTo>
                  <a:pt x="728663" y="28986"/>
                </a:lnTo>
                <a:lnTo>
                  <a:pt x="733425" y="24754"/>
                </a:lnTo>
                <a:lnTo>
                  <a:pt x="738188" y="20646"/>
                </a:lnTo>
                <a:lnTo>
                  <a:pt x="742950" y="16723"/>
                </a:lnTo>
                <a:lnTo>
                  <a:pt x="747713" y="13070"/>
                </a:lnTo>
                <a:lnTo>
                  <a:pt x="752475" y="9783"/>
                </a:lnTo>
                <a:lnTo>
                  <a:pt x="757238" y="6961"/>
                </a:ln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22" name="AI048-path-22">
            <a:extLst xmlns:a="http://schemas.openxmlformats.org/drawingml/2006/main">
              <a:ext uri="{FF2B5EF4-FFF2-40B4-BE49-F238E27FC236}">
                <a16:creationId xmlns:a16="http://schemas.microsoft.com/office/drawing/2014/main" id="{7DF54A1A-18BF-40DD-9A01-1311E793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"/>
            <a:ext cx="762000" cy="533400"/>
          </a:xfrm>
          <a:custGeom xmlns:a="http://schemas.openxmlformats.org/drawingml/2006/main">
            <a:pathLst>
              <a:path w="762000" h="533400">
                <a:moveTo>
                  <a:pt x="0" y="533400"/>
                </a:moveTo>
                <a:lnTo>
                  <a:pt x="4763" y="530408"/>
                </a:lnTo>
                <a:lnTo>
                  <a:pt x="9525" y="529188"/>
                </a:lnTo>
                <a:lnTo>
                  <a:pt x="14288" y="527764"/>
                </a:lnTo>
                <a:lnTo>
                  <a:pt x="19050" y="526174"/>
                </a:lnTo>
                <a:lnTo>
                  <a:pt x="23813" y="524461"/>
                </a:lnTo>
                <a:lnTo>
                  <a:pt x="28575" y="522659"/>
                </a:lnTo>
                <a:lnTo>
                  <a:pt x="33338" y="520794"/>
                </a:lnTo>
                <a:lnTo>
                  <a:pt x="38100" y="518882"/>
                </a:lnTo>
                <a:lnTo>
                  <a:pt x="42863" y="516934"/>
                </a:lnTo>
                <a:lnTo>
                  <a:pt x="47625" y="514957"/>
                </a:lnTo>
                <a:lnTo>
                  <a:pt x="52388" y="512953"/>
                </a:lnTo>
                <a:lnTo>
                  <a:pt x="57150" y="510925"/>
                </a:lnTo>
                <a:lnTo>
                  <a:pt x="61913" y="508874"/>
                </a:lnTo>
                <a:lnTo>
                  <a:pt x="66675" y="506802"/>
                </a:lnTo>
                <a:lnTo>
                  <a:pt x="71438" y="504711"/>
                </a:lnTo>
                <a:lnTo>
                  <a:pt x="76200" y="502604"/>
                </a:lnTo>
                <a:lnTo>
                  <a:pt x="80963" y="500483"/>
                </a:lnTo>
                <a:lnTo>
                  <a:pt x="85725" y="498348"/>
                </a:lnTo>
                <a:lnTo>
                  <a:pt x="90488" y="496203"/>
                </a:lnTo>
                <a:lnTo>
                  <a:pt x="95250" y="494049"/>
                </a:lnTo>
                <a:lnTo>
                  <a:pt x="100013" y="491889"/>
                </a:lnTo>
                <a:lnTo>
                  <a:pt x="104775" y="489724"/>
                </a:lnTo>
                <a:lnTo>
                  <a:pt x="109538" y="487556"/>
                </a:lnTo>
                <a:lnTo>
                  <a:pt x="114300" y="485388"/>
                </a:lnTo>
                <a:lnTo>
                  <a:pt x="119063" y="483221"/>
                </a:lnTo>
                <a:lnTo>
                  <a:pt x="123825" y="481057"/>
                </a:lnTo>
                <a:lnTo>
                  <a:pt x="128588" y="478899"/>
                </a:lnTo>
                <a:lnTo>
                  <a:pt x="133350" y="476748"/>
                </a:lnTo>
                <a:lnTo>
                  <a:pt x="138113" y="474606"/>
                </a:lnTo>
                <a:lnTo>
                  <a:pt x="142875" y="472475"/>
                </a:lnTo>
                <a:lnTo>
                  <a:pt x="147638" y="470358"/>
                </a:lnTo>
                <a:lnTo>
                  <a:pt x="152400" y="468257"/>
                </a:lnTo>
                <a:lnTo>
                  <a:pt x="157163" y="466172"/>
                </a:lnTo>
                <a:lnTo>
                  <a:pt x="161925" y="464107"/>
                </a:lnTo>
                <a:lnTo>
                  <a:pt x="166688" y="462063"/>
                </a:lnTo>
                <a:lnTo>
                  <a:pt x="171450" y="460043"/>
                </a:lnTo>
                <a:lnTo>
                  <a:pt x="176213" y="458048"/>
                </a:lnTo>
                <a:lnTo>
                  <a:pt x="180975" y="456080"/>
                </a:lnTo>
                <a:lnTo>
                  <a:pt x="185738" y="454141"/>
                </a:lnTo>
                <a:lnTo>
                  <a:pt x="190500" y="452234"/>
                </a:lnTo>
                <a:lnTo>
                  <a:pt x="195263" y="450361"/>
                </a:lnTo>
                <a:lnTo>
                  <a:pt x="200025" y="448522"/>
                </a:lnTo>
                <a:lnTo>
                  <a:pt x="204788" y="446721"/>
                </a:lnTo>
                <a:lnTo>
                  <a:pt x="209550" y="444959"/>
                </a:lnTo>
                <a:lnTo>
                  <a:pt x="214313" y="443238"/>
                </a:lnTo>
                <a:lnTo>
                  <a:pt x="219075" y="441561"/>
                </a:lnTo>
                <a:lnTo>
                  <a:pt x="223838" y="439929"/>
                </a:lnTo>
                <a:lnTo>
                  <a:pt x="228600" y="438345"/>
                </a:lnTo>
                <a:lnTo>
                  <a:pt x="233363" y="436810"/>
                </a:lnTo>
                <a:lnTo>
                  <a:pt x="238125" y="435326"/>
                </a:lnTo>
                <a:lnTo>
                  <a:pt x="242888" y="433895"/>
                </a:lnTo>
                <a:lnTo>
                  <a:pt x="247650" y="432520"/>
                </a:lnTo>
                <a:lnTo>
                  <a:pt x="252413" y="431202"/>
                </a:lnTo>
                <a:lnTo>
                  <a:pt x="257175" y="429943"/>
                </a:lnTo>
                <a:lnTo>
                  <a:pt x="261938" y="428746"/>
                </a:lnTo>
                <a:lnTo>
                  <a:pt x="266700" y="427612"/>
                </a:lnTo>
                <a:lnTo>
                  <a:pt x="271463" y="426543"/>
                </a:lnTo>
                <a:lnTo>
                  <a:pt x="276225" y="425542"/>
                </a:lnTo>
                <a:lnTo>
                  <a:pt x="280988" y="424610"/>
                </a:lnTo>
                <a:lnTo>
                  <a:pt x="285750" y="423749"/>
                </a:lnTo>
                <a:lnTo>
                  <a:pt x="290513" y="422961"/>
                </a:lnTo>
                <a:lnTo>
                  <a:pt x="295275" y="422249"/>
                </a:lnTo>
                <a:lnTo>
                  <a:pt x="300038" y="421614"/>
                </a:lnTo>
                <a:lnTo>
                  <a:pt x="304800" y="421058"/>
                </a:lnTo>
                <a:lnTo>
                  <a:pt x="309563" y="420579"/>
                </a:lnTo>
                <a:lnTo>
                  <a:pt x="314325" y="420174"/>
                </a:lnTo>
                <a:lnTo>
                  <a:pt x="319088" y="419834"/>
                </a:lnTo>
                <a:lnTo>
                  <a:pt x="323850" y="419542"/>
                </a:lnTo>
                <a:lnTo>
                  <a:pt x="328613" y="419274"/>
                </a:lnTo>
                <a:lnTo>
                  <a:pt x="333375" y="418999"/>
                </a:lnTo>
                <a:lnTo>
                  <a:pt x="338138" y="418684"/>
                </a:lnTo>
                <a:lnTo>
                  <a:pt x="342900" y="418300"/>
                </a:lnTo>
                <a:lnTo>
                  <a:pt x="347663" y="417835"/>
                </a:lnTo>
                <a:lnTo>
                  <a:pt x="352425" y="417291"/>
                </a:lnTo>
                <a:lnTo>
                  <a:pt x="357188" y="416691"/>
                </a:lnTo>
                <a:lnTo>
                  <a:pt x="361950" y="416065"/>
                </a:lnTo>
                <a:lnTo>
                  <a:pt x="366713" y="415435"/>
                </a:lnTo>
                <a:lnTo>
                  <a:pt x="371475" y="414805"/>
                </a:lnTo>
                <a:lnTo>
                  <a:pt x="376238" y="414152"/>
                </a:lnTo>
                <a:lnTo>
                  <a:pt x="381000" y="413439"/>
                </a:lnTo>
                <a:lnTo>
                  <a:pt x="385763" y="412628"/>
                </a:lnTo>
                <a:lnTo>
                  <a:pt x="390525" y="411701"/>
                </a:lnTo>
                <a:lnTo>
                  <a:pt x="395288" y="410663"/>
                </a:lnTo>
                <a:lnTo>
                  <a:pt x="400050" y="409548"/>
                </a:lnTo>
                <a:lnTo>
                  <a:pt x="404813" y="408406"/>
                </a:lnTo>
                <a:lnTo>
                  <a:pt x="409575" y="407280"/>
                </a:lnTo>
                <a:lnTo>
                  <a:pt x="414338" y="406185"/>
                </a:lnTo>
                <a:lnTo>
                  <a:pt x="419100" y="405103"/>
                </a:lnTo>
                <a:lnTo>
                  <a:pt x="423863" y="403990"/>
                </a:lnTo>
                <a:lnTo>
                  <a:pt x="428625" y="402798"/>
                </a:lnTo>
                <a:lnTo>
                  <a:pt x="433388" y="401491"/>
                </a:lnTo>
                <a:lnTo>
                  <a:pt x="438150" y="400061"/>
                </a:lnTo>
                <a:lnTo>
                  <a:pt x="442913" y="398525"/>
                </a:lnTo>
                <a:lnTo>
                  <a:pt x="447675" y="396908"/>
                </a:lnTo>
                <a:lnTo>
                  <a:pt x="452438" y="395231"/>
                </a:lnTo>
                <a:lnTo>
                  <a:pt x="457200" y="393503"/>
                </a:lnTo>
                <a:lnTo>
                  <a:pt x="461963" y="391726"/>
                </a:lnTo>
                <a:lnTo>
                  <a:pt x="466725" y="389903"/>
                </a:lnTo>
                <a:lnTo>
                  <a:pt x="471488" y="388048"/>
                </a:lnTo>
                <a:lnTo>
                  <a:pt x="476250" y="386182"/>
                </a:lnTo>
                <a:lnTo>
                  <a:pt x="481013" y="384325"/>
                </a:lnTo>
                <a:lnTo>
                  <a:pt x="485775" y="382483"/>
                </a:lnTo>
                <a:lnTo>
                  <a:pt x="490538" y="380648"/>
                </a:lnTo>
                <a:lnTo>
                  <a:pt x="495300" y="378789"/>
                </a:lnTo>
                <a:lnTo>
                  <a:pt x="500063" y="376862"/>
                </a:lnTo>
                <a:lnTo>
                  <a:pt x="504825" y="374811"/>
                </a:lnTo>
                <a:lnTo>
                  <a:pt x="509588" y="372579"/>
                </a:lnTo>
                <a:lnTo>
                  <a:pt x="514350" y="370118"/>
                </a:lnTo>
                <a:lnTo>
                  <a:pt x="519113" y="367389"/>
                </a:lnTo>
                <a:lnTo>
                  <a:pt x="523875" y="364366"/>
                </a:lnTo>
                <a:lnTo>
                  <a:pt x="528638" y="361034"/>
                </a:lnTo>
                <a:lnTo>
                  <a:pt x="533400" y="357390"/>
                </a:lnTo>
                <a:lnTo>
                  <a:pt x="538163" y="353435"/>
                </a:lnTo>
                <a:lnTo>
                  <a:pt x="542925" y="349175"/>
                </a:lnTo>
                <a:lnTo>
                  <a:pt x="547688" y="344621"/>
                </a:lnTo>
                <a:lnTo>
                  <a:pt x="552450" y="339780"/>
                </a:lnTo>
                <a:lnTo>
                  <a:pt x="557213" y="334665"/>
                </a:lnTo>
                <a:lnTo>
                  <a:pt x="561975" y="329284"/>
                </a:lnTo>
                <a:lnTo>
                  <a:pt x="566738" y="323649"/>
                </a:lnTo>
                <a:lnTo>
                  <a:pt x="571500" y="317769"/>
                </a:lnTo>
                <a:lnTo>
                  <a:pt x="576263" y="311656"/>
                </a:lnTo>
                <a:lnTo>
                  <a:pt x="581025" y="305319"/>
                </a:lnTo>
                <a:lnTo>
                  <a:pt x="585788" y="298769"/>
                </a:lnTo>
                <a:lnTo>
                  <a:pt x="590550" y="292015"/>
                </a:lnTo>
                <a:lnTo>
                  <a:pt x="595313" y="285069"/>
                </a:lnTo>
                <a:lnTo>
                  <a:pt x="600075" y="277941"/>
                </a:lnTo>
                <a:lnTo>
                  <a:pt x="604838" y="270640"/>
                </a:lnTo>
                <a:lnTo>
                  <a:pt x="609600" y="263178"/>
                </a:lnTo>
                <a:lnTo>
                  <a:pt x="614363" y="255565"/>
                </a:lnTo>
                <a:lnTo>
                  <a:pt x="619125" y="247810"/>
                </a:lnTo>
                <a:lnTo>
                  <a:pt x="623888" y="239925"/>
                </a:lnTo>
                <a:lnTo>
                  <a:pt x="628650" y="231919"/>
                </a:lnTo>
                <a:lnTo>
                  <a:pt x="633413" y="223803"/>
                </a:lnTo>
                <a:lnTo>
                  <a:pt x="638175" y="215587"/>
                </a:lnTo>
                <a:lnTo>
                  <a:pt x="642938" y="207282"/>
                </a:lnTo>
                <a:lnTo>
                  <a:pt x="647700" y="198898"/>
                </a:lnTo>
                <a:lnTo>
                  <a:pt x="652463" y="190445"/>
                </a:lnTo>
                <a:lnTo>
                  <a:pt x="657225" y="181933"/>
                </a:lnTo>
                <a:lnTo>
                  <a:pt x="661988" y="173374"/>
                </a:lnTo>
                <a:lnTo>
                  <a:pt x="666750" y="164776"/>
                </a:lnTo>
                <a:lnTo>
                  <a:pt x="671513" y="156151"/>
                </a:lnTo>
                <a:lnTo>
                  <a:pt x="676275" y="147509"/>
                </a:lnTo>
                <a:lnTo>
                  <a:pt x="681038" y="138860"/>
                </a:lnTo>
                <a:lnTo>
                  <a:pt x="685800" y="130214"/>
                </a:lnTo>
                <a:lnTo>
                  <a:pt x="690563" y="121582"/>
                </a:lnTo>
                <a:lnTo>
                  <a:pt x="695325" y="112974"/>
                </a:lnTo>
                <a:lnTo>
                  <a:pt x="700088" y="104401"/>
                </a:lnTo>
                <a:lnTo>
                  <a:pt x="704850" y="95872"/>
                </a:lnTo>
                <a:lnTo>
                  <a:pt x="709613" y="87398"/>
                </a:lnTo>
                <a:lnTo>
                  <a:pt x="714375" y="78990"/>
                </a:lnTo>
                <a:lnTo>
                  <a:pt x="719138" y="70657"/>
                </a:lnTo>
                <a:lnTo>
                  <a:pt x="723900" y="62411"/>
                </a:lnTo>
                <a:lnTo>
                  <a:pt x="728663" y="54287"/>
                </a:lnTo>
                <a:lnTo>
                  <a:pt x="733425" y="46332"/>
                </a:lnTo>
                <a:lnTo>
                  <a:pt x="738188" y="38618"/>
                </a:lnTo>
                <a:lnTo>
                  <a:pt x="742950" y="31261"/>
                </a:lnTo>
                <a:lnTo>
                  <a:pt x="747713" y="24416"/>
                </a:lnTo>
                <a:lnTo>
                  <a:pt x="752475" y="18267"/>
                </a:lnTo>
                <a:lnTo>
                  <a:pt x="757238" y="12990"/>
                </a:ln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23" name="AI048-path-23">
            <a:extLst xmlns:a="http://schemas.openxmlformats.org/drawingml/2006/main">
              <a:ext uri="{FF2B5EF4-FFF2-40B4-BE49-F238E27FC236}">
                <a16:creationId xmlns:a16="http://schemas.microsoft.com/office/drawing/2014/main" id="{3362DD14-E118-4527-BAE5-CB07C54C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"/>
            <a:ext cx="762000" cy="533400"/>
          </a:xfrm>
          <a:custGeom xmlns:a="http://schemas.openxmlformats.org/drawingml/2006/main">
            <a:pathLst>
              <a:path w="762000" h="533400">
                <a:moveTo>
                  <a:pt x="0" y="533400"/>
                </a:moveTo>
                <a:lnTo>
                  <a:pt x="4763" y="532029"/>
                </a:lnTo>
                <a:lnTo>
                  <a:pt x="9525" y="531470"/>
                </a:lnTo>
                <a:lnTo>
                  <a:pt x="14288" y="530817"/>
                </a:lnTo>
                <a:lnTo>
                  <a:pt x="19050" y="530088"/>
                </a:lnTo>
                <a:lnTo>
                  <a:pt x="23813" y="529303"/>
                </a:lnTo>
                <a:lnTo>
                  <a:pt x="28575" y="528477"/>
                </a:lnTo>
                <a:lnTo>
                  <a:pt x="33338" y="527622"/>
                </a:lnTo>
                <a:lnTo>
                  <a:pt x="38100" y="526746"/>
                </a:lnTo>
                <a:lnTo>
                  <a:pt x="42863" y="525853"/>
                </a:lnTo>
                <a:lnTo>
                  <a:pt x="47625" y="524947"/>
                </a:lnTo>
                <a:lnTo>
                  <a:pt x="52388" y="524028"/>
                </a:lnTo>
                <a:lnTo>
                  <a:pt x="57150" y="523099"/>
                </a:lnTo>
                <a:lnTo>
                  <a:pt x="61913" y="522159"/>
                </a:lnTo>
                <a:lnTo>
                  <a:pt x="66675" y="521209"/>
                </a:lnTo>
                <a:lnTo>
                  <a:pt x="71438" y="520251"/>
                </a:lnTo>
                <a:lnTo>
                  <a:pt x="76200" y="519285"/>
                </a:lnTo>
                <a:lnTo>
                  <a:pt x="80963" y="518313"/>
                </a:lnTo>
                <a:lnTo>
                  <a:pt x="85725" y="517335"/>
                </a:lnTo>
                <a:lnTo>
                  <a:pt x="90488" y="516351"/>
                </a:lnTo>
                <a:lnTo>
                  <a:pt x="95250" y="515364"/>
                </a:lnTo>
                <a:lnTo>
                  <a:pt x="100013" y="514374"/>
                </a:lnTo>
                <a:lnTo>
                  <a:pt x="104775" y="513382"/>
                </a:lnTo>
                <a:lnTo>
                  <a:pt x="109538" y="512388"/>
                </a:lnTo>
                <a:lnTo>
                  <a:pt x="114300" y="511394"/>
                </a:lnTo>
                <a:lnTo>
                  <a:pt x="119063" y="510401"/>
                </a:lnTo>
                <a:lnTo>
                  <a:pt x="123825" y="509409"/>
                </a:lnTo>
                <a:lnTo>
                  <a:pt x="128588" y="508420"/>
                </a:lnTo>
                <a:lnTo>
                  <a:pt x="133350" y="507434"/>
                </a:lnTo>
                <a:lnTo>
                  <a:pt x="138113" y="506453"/>
                </a:lnTo>
                <a:lnTo>
                  <a:pt x="142875" y="505476"/>
                </a:lnTo>
                <a:lnTo>
                  <a:pt x="147638" y="504506"/>
                </a:lnTo>
                <a:lnTo>
                  <a:pt x="152400" y="503543"/>
                </a:lnTo>
                <a:lnTo>
                  <a:pt x="157163" y="502587"/>
                </a:lnTo>
                <a:lnTo>
                  <a:pt x="161925" y="501641"/>
                </a:lnTo>
                <a:lnTo>
                  <a:pt x="166688" y="500704"/>
                </a:lnTo>
                <a:lnTo>
                  <a:pt x="171450" y="499778"/>
                </a:lnTo>
                <a:lnTo>
                  <a:pt x="176213" y="498864"/>
                </a:lnTo>
                <a:lnTo>
                  <a:pt x="180975" y="497962"/>
                </a:lnTo>
                <a:lnTo>
                  <a:pt x="185738" y="497073"/>
                </a:lnTo>
                <a:lnTo>
                  <a:pt x="190500" y="496199"/>
                </a:lnTo>
                <a:lnTo>
                  <a:pt x="195263" y="495340"/>
                </a:lnTo>
                <a:lnTo>
                  <a:pt x="200025" y="494498"/>
                </a:lnTo>
                <a:lnTo>
                  <a:pt x="204788" y="493672"/>
                </a:lnTo>
                <a:lnTo>
                  <a:pt x="209550" y="492865"/>
                </a:lnTo>
                <a:lnTo>
                  <a:pt x="214313" y="492076"/>
                </a:lnTo>
                <a:lnTo>
                  <a:pt x="219075" y="491307"/>
                </a:lnTo>
                <a:lnTo>
                  <a:pt x="223838" y="490559"/>
                </a:lnTo>
                <a:lnTo>
                  <a:pt x="228600" y="489833"/>
                </a:lnTo>
                <a:lnTo>
                  <a:pt x="233363" y="489129"/>
                </a:lnTo>
                <a:lnTo>
                  <a:pt x="238125" y="488449"/>
                </a:lnTo>
                <a:lnTo>
                  <a:pt x="242888" y="487794"/>
                </a:lnTo>
                <a:lnTo>
                  <a:pt x="247650" y="487163"/>
                </a:lnTo>
                <a:lnTo>
                  <a:pt x="252413" y="486559"/>
                </a:lnTo>
                <a:lnTo>
                  <a:pt x="257175" y="485982"/>
                </a:lnTo>
                <a:lnTo>
                  <a:pt x="261938" y="485433"/>
                </a:lnTo>
                <a:lnTo>
                  <a:pt x="266700" y="484914"/>
                </a:lnTo>
                <a:lnTo>
                  <a:pt x="271463" y="484424"/>
                </a:lnTo>
                <a:lnTo>
                  <a:pt x="276225" y="483965"/>
                </a:lnTo>
                <a:lnTo>
                  <a:pt x="280988" y="483538"/>
                </a:lnTo>
                <a:lnTo>
                  <a:pt x="285750" y="483143"/>
                </a:lnTo>
                <a:lnTo>
                  <a:pt x="290513" y="482782"/>
                </a:lnTo>
                <a:lnTo>
                  <a:pt x="295275" y="482456"/>
                </a:lnTo>
                <a:lnTo>
                  <a:pt x="300038" y="482165"/>
                </a:lnTo>
                <a:lnTo>
                  <a:pt x="304800" y="481910"/>
                </a:lnTo>
                <a:lnTo>
                  <a:pt x="309563" y="481690"/>
                </a:lnTo>
                <a:lnTo>
                  <a:pt x="314325" y="481504"/>
                </a:lnTo>
                <a:lnTo>
                  <a:pt x="319088" y="481347"/>
                </a:lnTo>
                <a:lnTo>
                  <a:pt x="323850" y="481207"/>
                </a:lnTo>
                <a:lnTo>
                  <a:pt x="328613" y="481070"/>
                </a:lnTo>
                <a:lnTo>
                  <a:pt x="333375" y="480913"/>
                </a:lnTo>
                <a:lnTo>
                  <a:pt x="338138" y="480702"/>
                </a:lnTo>
                <a:lnTo>
                  <a:pt x="342900" y="480401"/>
                </a:lnTo>
                <a:lnTo>
                  <a:pt x="347663" y="479971"/>
                </a:lnTo>
                <a:lnTo>
                  <a:pt x="352425" y="479376"/>
                </a:lnTo>
                <a:lnTo>
                  <a:pt x="357188" y="478588"/>
                </a:lnTo>
                <a:lnTo>
                  <a:pt x="361950" y="477591"/>
                </a:lnTo>
                <a:lnTo>
                  <a:pt x="366713" y="476388"/>
                </a:lnTo>
                <a:lnTo>
                  <a:pt x="371475" y="475001"/>
                </a:lnTo>
                <a:lnTo>
                  <a:pt x="376238" y="473474"/>
                </a:lnTo>
                <a:lnTo>
                  <a:pt x="381000" y="471868"/>
                </a:lnTo>
                <a:lnTo>
                  <a:pt x="385763" y="470250"/>
                </a:lnTo>
                <a:lnTo>
                  <a:pt x="390525" y="468688"/>
                </a:lnTo>
                <a:lnTo>
                  <a:pt x="395288" y="467232"/>
                </a:lnTo>
                <a:lnTo>
                  <a:pt x="400050" y="465916"/>
                </a:lnTo>
                <a:lnTo>
                  <a:pt x="404813" y="464750"/>
                </a:lnTo>
                <a:lnTo>
                  <a:pt x="409575" y="463719"/>
                </a:lnTo>
                <a:lnTo>
                  <a:pt x="414338" y="462776"/>
                </a:lnTo>
                <a:lnTo>
                  <a:pt x="419100" y="461858"/>
                </a:lnTo>
                <a:lnTo>
                  <a:pt x="423863" y="460888"/>
                </a:lnTo>
                <a:lnTo>
                  <a:pt x="428625" y="459802"/>
                </a:lnTo>
                <a:lnTo>
                  <a:pt x="433388" y="458565"/>
                </a:lnTo>
                <a:lnTo>
                  <a:pt x="438150" y="457177"/>
                </a:lnTo>
                <a:lnTo>
                  <a:pt x="442913" y="455661"/>
                </a:lnTo>
                <a:lnTo>
                  <a:pt x="447675" y="454050"/>
                </a:lnTo>
                <a:lnTo>
                  <a:pt x="452438" y="452366"/>
                </a:lnTo>
                <a:lnTo>
                  <a:pt x="457200" y="450615"/>
                </a:lnTo>
                <a:lnTo>
                  <a:pt x="461963" y="448789"/>
                </a:lnTo>
                <a:lnTo>
                  <a:pt x="466725" y="446880"/>
                </a:lnTo>
                <a:lnTo>
                  <a:pt x="471488" y="444883"/>
                </a:lnTo>
                <a:lnTo>
                  <a:pt x="476250" y="442807"/>
                </a:lnTo>
                <a:lnTo>
                  <a:pt x="481013" y="440661"/>
                </a:lnTo>
                <a:lnTo>
                  <a:pt x="485775" y="438445"/>
                </a:lnTo>
                <a:lnTo>
                  <a:pt x="490538" y="436153"/>
                </a:lnTo>
                <a:lnTo>
                  <a:pt x="495300" y="433762"/>
                </a:lnTo>
                <a:lnTo>
                  <a:pt x="500063" y="431236"/>
                </a:lnTo>
                <a:lnTo>
                  <a:pt x="504825" y="428532"/>
                </a:lnTo>
                <a:lnTo>
                  <a:pt x="509588" y="425605"/>
                </a:lnTo>
                <a:lnTo>
                  <a:pt x="514350" y="422413"/>
                </a:lnTo>
                <a:lnTo>
                  <a:pt x="519113" y="418926"/>
                </a:lnTo>
                <a:lnTo>
                  <a:pt x="523875" y="415121"/>
                </a:lnTo>
                <a:lnTo>
                  <a:pt x="528638" y="410988"/>
                </a:lnTo>
                <a:lnTo>
                  <a:pt x="533400" y="406523"/>
                </a:lnTo>
                <a:lnTo>
                  <a:pt x="538163" y="401731"/>
                </a:lnTo>
                <a:lnTo>
                  <a:pt x="542925" y="396619"/>
                </a:lnTo>
                <a:lnTo>
                  <a:pt x="547688" y="391195"/>
                </a:lnTo>
                <a:lnTo>
                  <a:pt x="552450" y="385471"/>
                </a:lnTo>
                <a:lnTo>
                  <a:pt x="557213" y="379456"/>
                </a:lnTo>
                <a:lnTo>
                  <a:pt x="561975" y="373162"/>
                </a:lnTo>
                <a:lnTo>
                  <a:pt x="566738" y="366601"/>
                </a:lnTo>
                <a:lnTo>
                  <a:pt x="571500" y="359781"/>
                </a:lnTo>
                <a:lnTo>
                  <a:pt x="576263" y="352716"/>
                </a:lnTo>
                <a:lnTo>
                  <a:pt x="581025" y="345414"/>
                </a:lnTo>
                <a:lnTo>
                  <a:pt x="585788" y="337888"/>
                </a:lnTo>
                <a:lnTo>
                  <a:pt x="590550" y="330148"/>
                </a:lnTo>
                <a:lnTo>
                  <a:pt x="595313" y="322205"/>
                </a:lnTo>
                <a:lnTo>
                  <a:pt x="600075" y="314070"/>
                </a:lnTo>
                <a:lnTo>
                  <a:pt x="604838" y="305754"/>
                </a:lnTo>
                <a:lnTo>
                  <a:pt x="609600" y="297267"/>
                </a:lnTo>
                <a:lnTo>
                  <a:pt x="614363" y="288621"/>
                </a:lnTo>
                <a:lnTo>
                  <a:pt x="619125" y="279827"/>
                </a:lnTo>
                <a:lnTo>
                  <a:pt x="623888" y="270894"/>
                </a:lnTo>
                <a:lnTo>
                  <a:pt x="628650" y="261835"/>
                </a:lnTo>
                <a:lnTo>
                  <a:pt x="633413" y="252659"/>
                </a:lnTo>
                <a:lnTo>
                  <a:pt x="638175" y="243379"/>
                </a:lnTo>
                <a:lnTo>
                  <a:pt x="642938" y="234004"/>
                </a:lnTo>
                <a:lnTo>
                  <a:pt x="647700" y="224546"/>
                </a:lnTo>
                <a:lnTo>
                  <a:pt x="652463" y="215015"/>
                </a:lnTo>
                <a:lnTo>
                  <a:pt x="657225" y="205423"/>
                </a:lnTo>
                <a:lnTo>
                  <a:pt x="661988" y="195780"/>
                </a:lnTo>
                <a:lnTo>
                  <a:pt x="666750" y="186097"/>
                </a:lnTo>
                <a:lnTo>
                  <a:pt x="671513" y="176386"/>
                </a:lnTo>
                <a:lnTo>
                  <a:pt x="676275" y="166656"/>
                </a:lnTo>
                <a:lnTo>
                  <a:pt x="681038" y="156918"/>
                </a:lnTo>
                <a:lnTo>
                  <a:pt x="685800" y="147185"/>
                </a:lnTo>
                <a:lnTo>
                  <a:pt x="690563" y="137466"/>
                </a:lnTo>
                <a:lnTo>
                  <a:pt x="695325" y="127772"/>
                </a:lnTo>
                <a:lnTo>
                  <a:pt x="700088" y="118115"/>
                </a:lnTo>
                <a:lnTo>
                  <a:pt x="704850" y="108504"/>
                </a:lnTo>
                <a:lnTo>
                  <a:pt x="709613" y="98952"/>
                </a:lnTo>
                <a:lnTo>
                  <a:pt x="714375" y="89469"/>
                </a:lnTo>
                <a:lnTo>
                  <a:pt x="719138" y="80065"/>
                </a:lnTo>
                <a:lnTo>
                  <a:pt x="723900" y="70752"/>
                </a:lnTo>
                <a:lnTo>
                  <a:pt x="728663" y="61571"/>
                </a:lnTo>
                <a:lnTo>
                  <a:pt x="733425" y="52572"/>
                </a:lnTo>
                <a:lnTo>
                  <a:pt x="738188" y="43840"/>
                </a:lnTo>
                <a:lnTo>
                  <a:pt x="742950" y="35504"/>
                </a:lnTo>
                <a:lnTo>
                  <a:pt x="747713" y="27742"/>
                </a:lnTo>
                <a:lnTo>
                  <a:pt x="752475" y="20763"/>
                </a:lnTo>
                <a:lnTo>
                  <a:pt x="757238" y="14771"/>
                </a:ln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24" name="AI048-path-24">
            <a:extLst xmlns:a="http://schemas.openxmlformats.org/drawingml/2006/main">
              <a:ext uri="{FF2B5EF4-FFF2-40B4-BE49-F238E27FC236}">
                <a16:creationId xmlns:a16="http://schemas.microsoft.com/office/drawing/2014/main" id="{87033129-4615-4B54-A7D2-A7C9483D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"/>
            <a:ext cx="762000" cy="533400"/>
          </a:xfrm>
          <a:custGeom xmlns:a="http://schemas.openxmlformats.org/drawingml/2006/main">
            <a:pathLst>
              <a:path w="762000" h="533400">
                <a:moveTo>
                  <a:pt x="0" y="533400"/>
                </a:moveTo>
                <a:lnTo>
                  <a:pt x="4763" y="532777"/>
                </a:lnTo>
                <a:lnTo>
                  <a:pt x="9525" y="532523"/>
                </a:lnTo>
                <a:lnTo>
                  <a:pt x="14288" y="532226"/>
                </a:lnTo>
                <a:lnTo>
                  <a:pt x="19050" y="531895"/>
                </a:lnTo>
                <a:lnTo>
                  <a:pt x="23813" y="531538"/>
                </a:lnTo>
                <a:lnTo>
                  <a:pt x="28575" y="531162"/>
                </a:lnTo>
                <a:lnTo>
                  <a:pt x="33338" y="530774"/>
                </a:lnTo>
                <a:lnTo>
                  <a:pt x="38100" y="530376"/>
                </a:lnTo>
                <a:lnTo>
                  <a:pt x="42863" y="529970"/>
                </a:lnTo>
                <a:lnTo>
                  <a:pt x="47625" y="529558"/>
                </a:lnTo>
                <a:lnTo>
                  <a:pt x="52388" y="529140"/>
                </a:lnTo>
                <a:lnTo>
                  <a:pt x="57150" y="528718"/>
                </a:lnTo>
                <a:lnTo>
                  <a:pt x="61913" y="528290"/>
                </a:lnTo>
                <a:lnTo>
                  <a:pt x="66675" y="527859"/>
                </a:lnTo>
                <a:lnTo>
                  <a:pt x="71438" y="527423"/>
                </a:lnTo>
                <a:lnTo>
                  <a:pt x="76200" y="526984"/>
                </a:lnTo>
                <a:lnTo>
                  <a:pt x="80963" y="526542"/>
                </a:lnTo>
                <a:lnTo>
                  <a:pt x="85725" y="526098"/>
                </a:lnTo>
                <a:lnTo>
                  <a:pt x="90488" y="525651"/>
                </a:lnTo>
                <a:lnTo>
                  <a:pt x="95250" y="525202"/>
                </a:lnTo>
                <a:lnTo>
                  <a:pt x="100013" y="524752"/>
                </a:lnTo>
                <a:lnTo>
                  <a:pt x="104775" y="524301"/>
                </a:lnTo>
                <a:lnTo>
                  <a:pt x="109538" y="523849"/>
                </a:lnTo>
                <a:lnTo>
                  <a:pt x="114300" y="523397"/>
                </a:lnTo>
                <a:lnTo>
                  <a:pt x="119063" y="522946"/>
                </a:lnTo>
                <a:lnTo>
                  <a:pt x="123825" y="522495"/>
                </a:lnTo>
                <a:lnTo>
                  <a:pt x="128588" y="522046"/>
                </a:lnTo>
                <a:lnTo>
                  <a:pt x="133350" y="521597"/>
                </a:lnTo>
                <a:lnTo>
                  <a:pt x="138113" y="521151"/>
                </a:lnTo>
                <a:lnTo>
                  <a:pt x="142875" y="520707"/>
                </a:lnTo>
                <a:lnTo>
                  <a:pt x="147638" y="520266"/>
                </a:lnTo>
                <a:lnTo>
                  <a:pt x="152400" y="519828"/>
                </a:lnTo>
                <a:lnTo>
                  <a:pt x="157163" y="519394"/>
                </a:lnTo>
                <a:lnTo>
                  <a:pt x="161925" y="518964"/>
                </a:lnTo>
                <a:lnTo>
                  <a:pt x="166688" y="518538"/>
                </a:lnTo>
                <a:lnTo>
                  <a:pt x="171450" y="518117"/>
                </a:lnTo>
                <a:lnTo>
                  <a:pt x="176213" y="517702"/>
                </a:lnTo>
                <a:lnTo>
                  <a:pt x="180975" y="517292"/>
                </a:lnTo>
                <a:lnTo>
                  <a:pt x="185738" y="516888"/>
                </a:lnTo>
                <a:lnTo>
                  <a:pt x="190500" y="516490"/>
                </a:lnTo>
                <a:lnTo>
                  <a:pt x="195263" y="516100"/>
                </a:lnTo>
                <a:lnTo>
                  <a:pt x="200025" y="515717"/>
                </a:lnTo>
                <a:lnTo>
                  <a:pt x="204788" y="515342"/>
                </a:lnTo>
                <a:lnTo>
                  <a:pt x="209550" y="514975"/>
                </a:lnTo>
                <a:lnTo>
                  <a:pt x="214313" y="514616"/>
                </a:lnTo>
                <a:lnTo>
                  <a:pt x="219075" y="514267"/>
                </a:lnTo>
                <a:lnTo>
                  <a:pt x="223838" y="513927"/>
                </a:lnTo>
                <a:lnTo>
                  <a:pt x="228600" y="513597"/>
                </a:lnTo>
                <a:lnTo>
                  <a:pt x="233363" y="513277"/>
                </a:lnTo>
                <a:lnTo>
                  <a:pt x="238125" y="512968"/>
                </a:lnTo>
                <a:lnTo>
                  <a:pt x="242888" y="512670"/>
                </a:lnTo>
                <a:lnTo>
                  <a:pt x="247650" y="512383"/>
                </a:lnTo>
                <a:lnTo>
                  <a:pt x="252413" y="512109"/>
                </a:lnTo>
                <a:lnTo>
                  <a:pt x="257175" y="511846"/>
                </a:lnTo>
                <a:lnTo>
                  <a:pt x="261938" y="511597"/>
                </a:lnTo>
                <a:lnTo>
                  <a:pt x="266700" y="511361"/>
                </a:lnTo>
                <a:lnTo>
                  <a:pt x="271463" y="511138"/>
                </a:lnTo>
                <a:lnTo>
                  <a:pt x="276225" y="510930"/>
                </a:lnTo>
                <a:lnTo>
                  <a:pt x="280988" y="510735"/>
                </a:lnTo>
                <a:lnTo>
                  <a:pt x="285750" y="510556"/>
                </a:lnTo>
                <a:lnTo>
                  <a:pt x="290513" y="510392"/>
                </a:lnTo>
                <a:lnTo>
                  <a:pt x="295275" y="510244"/>
                </a:lnTo>
                <a:lnTo>
                  <a:pt x="300038" y="510111"/>
                </a:lnTo>
                <a:lnTo>
                  <a:pt x="304800" y="509995"/>
                </a:lnTo>
                <a:lnTo>
                  <a:pt x="309563" y="509895"/>
                </a:lnTo>
                <a:lnTo>
                  <a:pt x="314325" y="509809"/>
                </a:lnTo>
                <a:lnTo>
                  <a:pt x="319088" y="509732"/>
                </a:lnTo>
                <a:lnTo>
                  <a:pt x="323850" y="509655"/>
                </a:lnTo>
                <a:lnTo>
                  <a:pt x="328613" y="509564"/>
                </a:lnTo>
                <a:lnTo>
                  <a:pt x="333375" y="509439"/>
                </a:lnTo>
                <a:lnTo>
                  <a:pt x="338138" y="509250"/>
                </a:lnTo>
                <a:lnTo>
                  <a:pt x="342900" y="508962"/>
                </a:lnTo>
                <a:lnTo>
                  <a:pt x="347663" y="508539"/>
                </a:lnTo>
                <a:lnTo>
                  <a:pt x="352425" y="507948"/>
                </a:lnTo>
                <a:lnTo>
                  <a:pt x="357188" y="507162"/>
                </a:lnTo>
                <a:lnTo>
                  <a:pt x="361950" y="506166"/>
                </a:lnTo>
                <a:lnTo>
                  <a:pt x="366713" y="504963"/>
                </a:lnTo>
                <a:lnTo>
                  <a:pt x="371475" y="503576"/>
                </a:lnTo>
                <a:lnTo>
                  <a:pt x="376238" y="502049"/>
                </a:lnTo>
                <a:lnTo>
                  <a:pt x="381000" y="500443"/>
                </a:lnTo>
                <a:lnTo>
                  <a:pt x="385763" y="498825"/>
                </a:lnTo>
                <a:lnTo>
                  <a:pt x="390525" y="497263"/>
                </a:lnTo>
                <a:lnTo>
                  <a:pt x="395288" y="495807"/>
                </a:lnTo>
                <a:lnTo>
                  <a:pt x="400050" y="494491"/>
                </a:lnTo>
                <a:lnTo>
                  <a:pt x="404813" y="493325"/>
                </a:lnTo>
                <a:lnTo>
                  <a:pt x="409575" y="492294"/>
                </a:lnTo>
                <a:lnTo>
                  <a:pt x="414338" y="491351"/>
                </a:lnTo>
                <a:lnTo>
                  <a:pt x="419100" y="490433"/>
                </a:lnTo>
                <a:lnTo>
                  <a:pt x="423863" y="489463"/>
                </a:lnTo>
                <a:lnTo>
                  <a:pt x="428625" y="488377"/>
                </a:lnTo>
                <a:lnTo>
                  <a:pt x="433388" y="487140"/>
                </a:lnTo>
                <a:lnTo>
                  <a:pt x="438150" y="485752"/>
                </a:lnTo>
                <a:lnTo>
                  <a:pt x="442913" y="484236"/>
                </a:lnTo>
                <a:lnTo>
                  <a:pt x="447675" y="482625"/>
                </a:lnTo>
                <a:lnTo>
                  <a:pt x="452438" y="480941"/>
                </a:lnTo>
                <a:lnTo>
                  <a:pt x="457200" y="479190"/>
                </a:lnTo>
                <a:lnTo>
                  <a:pt x="461963" y="477365"/>
                </a:lnTo>
                <a:lnTo>
                  <a:pt x="466725" y="475457"/>
                </a:lnTo>
                <a:lnTo>
                  <a:pt x="471488" y="473463"/>
                </a:lnTo>
                <a:lnTo>
                  <a:pt x="476250" y="471390"/>
                </a:lnTo>
                <a:lnTo>
                  <a:pt x="481013" y="469246"/>
                </a:lnTo>
                <a:lnTo>
                  <a:pt x="485775" y="467033"/>
                </a:lnTo>
                <a:lnTo>
                  <a:pt x="490538" y="464741"/>
                </a:lnTo>
                <a:lnTo>
                  <a:pt x="495300" y="462347"/>
                </a:lnTo>
                <a:lnTo>
                  <a:pt x="500063" y="459812"/>
                </a:lnTo>
                <a:lnTo>
                  <a:pt x="504825" y="457088"/>
                </a:lnTo>
                <a:lnTo>
                  <a:pt x="509588" y="454126"/>
                </a:lnTo>
                <a:lnTo>
                  <a:pt x="514350" y="450882"/>
                </a:lnTo>
                <a:lnTo>
                  <a:pt x="519113" y="447318"/>
                </a:lnTo>
                <a:lnTo>
                  <a:pt x="523875" y="443411"/>
                </a:lnTo>
                <a:lnTo>
                  <a:pt x="528638" y="439146"/>
                </a:lnTo>
                <a:lnTo>
                  <a:pt x="533400" y="434518"/>
                </a:lnTo>
                <a:lnTo>
                  <a:pt x="538163" y="429530"/>
                </a:lnTo>
                <a:lnTo>
                  <a:pt x="542925" y="424188"/>
                </a:lnTo>
                <a:lnTo>
                  <a:pt x="547688" y="418503"/>
                </a:lnTo>
                <a:lnTo>
                  <a:pt x="552450" y="412486"/>
                </a:lnTo>
                <a:lnTo>
                  <a:pt x="557213" y="406148"/>
                </a:lnTo>
                <a:lnTo>
                  <a:pt x="561975" y="399501"/>
                </a:lnTo>
                <a:lnTo>
                  <a:pt x="566738" y="392558"/>
                </a:lnTo>
                <a:lnTo>
                  <a:pt x="571500" y="385330"/>
                </a:lnTo>
                <a:lnTo>
                  <a:pt x="576263" y="377829"/>
                </a:lnTo>
                <a:lnTo>
                  <a:pt x="581025" y="370068"/>
                </a:lnTo>
                <a:lnTo>
                  <a:pt x="585788" y="362059"/>
                </a:lnTo>
                <a:lnTo>
                  <a:pt x="590550" y="353813"/>
                </a:lnTo>
                <a:lnTo>
                  <a:pt x="595313" y="345342"/>
                </a:lnTo>
                <a:lnTo>
                  <a:pt x="600075" y="336660"/>
                </a:lnTo>
                <a:lnTo>
                  <a:pt x="604838" y="327776"/>
                </a:lnTo>
                <a:lnTo>
                  <a:pt x="609600" y="318705"/>
                </a:lnTo>
                <a:lnTo>
                  <a:pt x="614363" y="309457"/>
                </a:lnTo>
                <a:lnTo>
                  <a:pt x="619125" y="300044"/>
                </a:lnTo>
                <a:lnTo>
                  <a:pt x="623888" y="290480"/>
                </a:lnTo>
                <a:lnTo>
                  <a:pt x="628650" y="280775"/>
                </a:lnTo>
                <a:lnTo>
                  <a:pt x="633413" y="270942"/>
                </a:lnTo>
                <a:lnTo>
                  <a:pt x="638175" y="260992"/>
                </a:lnTo>
                <a:lnTo>
                  <a:pt x="642938" y="250939"/>
                </a:lnTo>
                <a:lnTo>
                  <a:pt x="647700" y="240793"/>
                </a:lnTo>
                <a:lnTo>
                  <a:pt x="652463" y="230567"/>
                </a:lnTo>
                <a:lnTo>
                  <a:pt x="657225" y="220273"/>
                </a:lnTo>
                <a:lnTo>
                  <a:pt x="661988" y="209922"/>
                </a:lnTo>
                <a:lnTo>
                  <a:pt x="666750" y="199528"/>
                </a:lnTo>
                <a:lnTo>
                  <a:pt x="671513" y="189102"/>
                </a:lnTo>
                <a:lnTo>
                  <a:pt x="676275" y="178655"/>
                </a:lnTo>
                <a:lnTo>
                  <a:pt x="681038" y="168201"/>
                </a:lnTo>
                <a:lnTo>
                  <a:pt x="685800" y="157750"/>
                </a:lnTo>
                <a:lnTo>
                  <a:pt x="690563" y="147316"/>
                </a:lnTo>
                <a:lnTo>
                  <a:pt x="695325" y="136910"/>
                </a:lnTo>
                <a:lnTo>
                  <a:pt x="700088" y="126543"/>
                </a:lnTo>
                <a:lnTo>
                  <a:pt x="704850" y="116229"/>
                </a:lnTo>
                <a:lnTo>
                  <a:pt x="709613" y="105979"/>
                </a:lnTo>
                <a:lnTo>
                  <a:pt x="714375" y="95805"/>
                </a:lnTo>
                <a:lnTo>
                  <a:pt x="719138" y="85720"/>
                </a:lnTo>
                <a:lnTo>
                  <a:pt x="723900" y="75734"/>
                </a:lnTo>
                <a:lnTo>
                  <a:pt x="728663" y="65894"/>
                </a:lnTo>
                <a:lnTo>
                  <a:pt x="733425" y="56252"/>
                </a:lnTo>
                <a:lnTo>
                  <a:pt x="738188" y="46899"/>
                </a:lnTo>
                <a:lnTo>
                  <a:pt x="742950" y="37974"/>
                </a:lnTo>
                <a:lnTo>
                  <a:pt x="747713" y="29666"/>
                </a:lnTo>
                <a:lnTo>
                  <a:pt x="752475" y="22200"/>
                </a:lnTo>
                <a:lnTo>
                  <a:pt x="757238" y="15790"/>
                </a:ln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2A88C7"/>
            </a:solidFill>
          </a:ln>
        </p:spPr>
      </p:sp>
      <p:sp>
        <p:nvSpPr>
          <p:cNvPr id="25" name="AI048-25">
            <a:extLst xmlns:a="http://schemas.openxmlformats.org/drawingml/2006/main">
              <a:ext uri="{FF2B5EF4-FFF2-40B4-BE49-F238E27FC236}">
                <a16:creationId xmlns:a16="http://schemas.microsoft.com/office/drawing/2014/main" id="{6C77962A-5176-4247-B1CB-1BF3D6F3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771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26" name="AI048-26">
            <a:extLst xmlns:a="http://schemas.openxmlformats.org/drawingml/2006/main">
              <a:ext uri="{FF2B5EF4-FFF2-40B4-BE49-F238E27FC236}">
                <a16:creationId xmlns:a16="http://schemas.microsoft.com/office/drawing/2014/main" id="{300E29EB-3507-4FD7-9382-05AF8068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6925" y="2343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27" name="AI048-27">
            <a:extLst xmlns:a="http://schemas.openxmlformats.org/drawingml/2006/main">
              <a:ext uri="{FF2B5EF4-FFF2-40B4-BE49-F238E27FC236}">
                <a16:creationId xmlns:a16="http://schemas.microsoft.com/office/drawing/2014/main" id="{9B094E7C-5AD4-4E99-85F2-9EF0CDFA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79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28" name="Translucent quadrature sample 0">
            <a:extLst xmlns:a="http://schemas.openxmlformats.org/drawingml/2006/main">
              <a:ext uri="{FF2B5EF4-FFF2-40B4-BE49-F238E27FC236}">
                <a16:creationId xmlns:a16="http://schemas.microsoft.com/office/drawing/2014/main" id="{C11FEBAC-128E-4D10-BD5D-86C26486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6225"/>
            <a:ext cx="3781425" cy="2819400"/>
          </a:xfrm>
          <a:custGeom xmlns:a="http://schemas.openxmlformats.org/drawingml/2006/main">
            <a:pathLst>
              <a:path w="3781425" h="2819400">
                <a:moveTo>
                  <a:pt x="0" y="2819400"/>
                </a:moveTo>
                <a:lnTo>
                  <a:pt x="0" y="2533650"/>
                </a:lnTo>
                <a:lnTo>
                  <a:pt x="66675" y="2533650"/>
                </a:lnTo>
                <a:lnTo>
                  <a:pt x="66675" y="2114550"/>
                </a:lnTo>
                <a:lnTo>
                  <a:pt x="323850" y="2114550"/>
                </a:lnTo>
                <a:lnTo>
                  <a:pt x="323850" y="561975"/>
                </a:lnTo>
                <a:lnTo>
                  <a:pt x="1495425" y="561975"/>
                </a:lnTo>
                <a:lnTo>
                  <a:pt x="1495425" y="0"/>
                </a:lnTo>
                <a:lnTo>
                  <a:pt x="3781425" y="0"/>
                </a:lnTo>
                <a:lnTo>
                  <a:pt x="3781425" y="281940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20000"/>
            </a:srgbClr>
          </a:solidFill>
          <a:ln xmlns:a="http://schemas.openxmlformats.org/drawingml/2006/main" w="14288">
            <a:solidFill>
              <a:srgbClr val="2A88C7"/>
            </a:solidFill>
          </a:ln>
        </p:spPr>
      </p:sp>
      <p:sp>
        <p:nvSpPr>
          <p:cNvPr id="29" name="Translucent quadrature sample 1">
            <a:extLst xmlns:a="http://schemas.openxmlformats.org/drawingml/2006/main">
              <a:ext uri="{FF2B5EF4-FFF2-40B4-BE49-F238E27FC236}">
                <a16:creationId xmlns:a16="http://schemas.microsoft.com/office/drawing/2014/main" id="{2308D0D9-11FD-4D48-88B5-947E3585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6225"/>
            <a:ext cx="3781425" cy="2819400"/>
          </a:xfrm>
          <a:custGeom xmlns:a="http://schemas.openxmlformats.org/drawingml/2006/main">
            <a:pathLst>
              <a:path w="3781425" h="2819400">
                <a:moveTo>
                  <a:pt x="0" y="2819400"/>
                </a:moveTo>
                <a:lnTo>
                  <a:pt x="0" y="2533650"/>
                </a:lnTo>
                <a:lnTo>
                  <a:pt x="123825" y="2533650"/>
                </a:lnTo>
                <a:lnTo>
                  <a:pt x="123825" y="2114550"/>
                </a:lnTo>
                <a:lnTo>
                  <a:pt x="781050" y="2114550"/>
                </a:lnTo>
                <a:lnTo>
                  <a:pt x="781050" y="561975"/>
                </a:lnTo>
                <a:lnTo>
                  <a:pt x="1895475" y="561975"/>
                </a:lnTo>
                <a:lnTo>
                  <a:pt x="1895475" y="0"/>
                </a:lnTo>
                <a:lnTo>
                  <a:pt x="3781425" y="0"/>
                </a:lnTo>
                <a:lnTo>
                  <a:pt x="3781425" y="281940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20000"/>
            </a:srgbClr>
          </a:solidFill>
          <a:ln xmlns:a="http://schemas.openxmlformats.org/drawingml/2006/main" w="14288">
            <a:solidFill>
              <a:srgbClr val="2A88C7"/>
            </a:solidFill>
          </a:ln>
        </p:spPr>
      </p:sp>
      <p:sp>
        <p:nvSpPr>
          <p:cNvPr id="30" name="Translucent quadrature sample 2">
            <a:extLst xmlns:a="http://schemas.openxmlformats.org/drawingml/2006/main">
              <a:ext uri="{FF2B5EF4-FFF2-40B4-BE49-F238E27FC236}">
                <a16:creationId xmlns:a16="http://schemas.microsoft.com/office/drawing/2014/main" id="{DB834083-008A-4670-9E05-E80827CC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6225"/>
            <a:ext cx="3781425" cy="2819400"/>
          </a:xfrm>
          <a:custGeom xmlns:a="http://schemas.openxmlformats.org/drawingml/2006/main">
            <a:pathLst>
              <a:path w="3781425" h="2819400">
                <a:moveTo>
                  <a:pt x="0" y="2819400"/>
                </a:moveTo>
                <a:lnTo>
                  <a:pt x="0" y="2533650"/>
                </a:lnTo>
                <a:lnTo>
                  <a:pt x="180975" y="2533650"/>
                </a:lnTo>
                <a:lnTo>
                  <a:pt x="180975" y="2114550"/>
                </a:lnTo>
                <a:lnTo>
                  <a:pt x="866775" y="2114550"/>
                </a:lnTo>
                <a:lnTo>
                  <a:pt x="866775" y="561975"/>
                </a:lnTo>
                <a:lnTo>
                  <a:pt x="2314575" y="561975"/>
                </a:lnTo>
                <a:lnTo>
                  <a:pt x="2314575" y="0"/>
                </a:lnTo>
                <a:lnTo>
                  <a:pt x="3781425" y="0"/>
                </a:lnTo>
                <a:lnTo>
                  <a:pt x="3781425" y="281940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20000"/>
            </a:srgbClr>
          </a:solidFill>
          <a:ln xmlns:a="http://schemas.openxmlformats.org/drawingml/2006/main" w="14288">
            <a:solidFill>
              <a:srgbClr val="2A88C7"/>
            </a:solidFill>
          </a:ln>
        </p:spPr>
      </p:sp>
      <p:sp>
        <p:nvSpPr>
          <p:cNvPr id="31" name="Translucent quadrature sample 3">
            <a:extLst xmlns:a="http://schemas.openxmlformats.org/drawingml/2006/main">
              <a:ext uri="{FF2B5EF4-FFF2-40B4-BE49-F238E27FC236}">
                <a16:creationId xmlns:a16="http://schemas.microsoft.com/office/drawing/2014/main" id="{12A6D2C6-10CD-4F3A-998A-404DA01B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6225"/>
            <a:ext cx="3781425" cy="2819400"/>
          </a:xfrm>
          <a:custGeom xmlns:a="http://schemas.openxmlformats.org/drawingml/2006/main">
            <a:pathLst>
              <a:path w="3781425" h="2819400">
                <a:moveTo>
                  <a:pt x="0" y="2819400"/>
                </a:moveTo>
                <a:lnTo>
                  <a:pt x="0" y="2533650"/>
                </a:lnTo>
                <a:lnTo>
                  <a:pt x="495300" y="2533650"/>
                </a:lnTo>
                <a:lnTo>
                  <a:pt x="495300" y="2114550"/>
                </a:lnTo>
                <a:lnTo>
                  <a:pt x="1381125" y="2114550"/>
                </a:lnTo>
                <a:lnTo>
                  <a:pt x="1381125" y="561975"/>
                </a:lnTo>
                <a:lnTo>
                  <a:pt x="2447925" y="561975"/>
                </a:lnTo>
                <a:lnTo>
                  <a:pt x="2447925" y="0"/>
                </a:lnTo>
                <a:lnTo>
                  <a:pt x="3781425" y="0"/>
                </a:lnTo>
                <a:lnTo>
                  <a:pt x="3781425" y="281940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20000"/>
            </a:srgbClr>
          </a:solidFill>
          <a:ln xmlns:a="http://schemas.openxmlformats.org/drawingml/2006/main" w="14288">
            <a:solidFill>
              <a:srgbClr val="2A88C7"/>
            </a:solidFill>
          </a:ln>
        </p:spPr>
      </p:sp>
      <p:sp>
        <p:nvSpPr>
          <p:cNvPr id="32" name="Translucent quadrature sample 4">
            <a:extLst xmlns:a="http://schemas.openxmlformats.org/drawingml/2006/main">
              <a:ext uri="{FF2B5EF4-FFF2-40B4-BE49-F238E27FC236}">
                <a16:creationId xmlns:a16="http://schemas.microsoft.com/office/drawing/2014/main" id="{01BF882C-18C5-4687-AD3E-5A8E02EB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6225"/>
            <a:ext cx="3781425" cy="2819400"/>
          </a:xfrm>
          <a:custGeom xmlns:a="http://schemas.openxmlformats.org/drawingml/2006/main">
            <a:pathLst>
              <a:path w="3781425" h="2819400">
                <a:moveTo>
                  <a:pt x="0" y="2819400"/>
                </a:moveTo>
                <a:lnTo>
                  <a:pt x="0" y="2533650"/>
                </a:lnTo>
                <a:lnTo>
                  <a:pt x="800100" y="2533650"/>
                </a:lnTo>
                <a:lnTo>
                  <a:pt x="800100" y="2114550"/>
                </a:lnTo>
                <a:lnTo>
                  <a:pt x="2419350" y="2114550"/>
                </a:lnTo>
                <a:lnTo>
                  <a:pt x="2419350" y="561975"/>
                </a:lnTo>
                <a:lnTo>
                  <a:pt x="2847975" y="561975"/>
                </a:lnTo>
                <a:lnTo>
                  <a:pt x="2847975" y="0"/>
                </a:lnTo>
                <a:lnTo>
                  <a:pt x="3781425" y="0"/>
                </a:lnTo>
                <a:lnTo>
                  <a:pt x="3781425" y="281940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20000"/>
            </a:srgbClr>
          </a:solidFill>
          <a:ln xmlns:a="http://schemas.openxmlformats.org/drawingml/2006/main" w="14288">
            <a:solidFill>
              <a:srgbClr val="2A88C7"/>
            </a:solidFill>
          </a:ln>
        </p:spPr>
      </p:sp>
      <p:sp>
        <p:nvSpPr>
          <p:cNvPr id="33" name="Translucent quadrature sample 5">
            <a:extLst xmlns:a="http://schemas.openxmlformats.org/drawingml/2006/main">
              <a:ext uri="{FF2B5EF4-FFF2-40B4-BE49-F238E27FC236}">
                <a16:creationId xmlns:a16="http://schemas.microsoft.com/office/drawing/2014/main" id="{9955BC9A-7778-46A4-8369-074E5366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6225"/>
            <a:ext cx="3781425" cy="2819400"/>
          </a:xfrm>
          <a:custGeom xmlns:a="http://schemas.openxmlformats.org/drawingml/2006/main">
            <a:pathLst>
              <a:path w="3781425" h="2819400">
                <a:moveTo>
                  <a:pt x="0" y="2819400"/>
                </a:moveTo>
                <a:lnTo>
                  <a:pt x="0" y="2533650"/>
                </a:lnTo>
                <a:lnTo>
                  <a:pt x="1076325" y="2533650"/>
                </a:lnTo>
                <a:lnTo>
                  <a:pt x="1076325" y="2114550"/>
                </a:lnTo>
                <a:lnTo>
                  <a:pt x="2705100" y="2114550"/>
                </a:lnTo>
                <a:lnTo>
                  <a:pt x="2705100" y="561975"/>
                </a:lnTo>
                <a:lnTo>
                  <a:pt x="3076575" y="561975"/>
                </a:lnTo>
                <a:lnTo>
                  <a:pt x="3076575" y="0"/>
                </a:lnTo>
                <a:lnTo>
                  <a:pt x="3781425" y="0"/>
                </a:lnTo>
                <a:lnTo>
                  <a:pt x="3781425" y="281940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20000"/>
            </a:srgbClr>
          </a:solidFill>
          <a:ln xmlns:a="http://schemas.openxmlformats.org/drawingml/2006/main" w="14288">
            <a:solidFill>
              <a:srgbClr val="2A88C7"/>
            </a:solidFill>
          </a:ln>
        </p:spPr>
      </p:sp>
      <p:sp>
        <p:nvSpPr>
          <p:cNvPr id="34" name="Translucent quadrature sample 6">
            <a:extLst xmlns:a="http://schemas.openxmlformats.org/drawingml/2006/main">
              <a:ext uri="{FF2B5EF4-FFF2-40B4-BE49-F238E27FC236}">
                <a16:creationId xmlns:a16="http://schemas.microsoft.com/office/drawing/2014/main" id="{2A602889-6E55-4812-9356-F398B5B2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6225"/>
            <a:ext cx="3781425" cy="2819400"/>
          </a:xfrm>
          <a:custGeom xmlns:a="http://schemas.openxmlformats.org/drawingml/2006/main">
            <a:pathLst>
              <a:path w="3781425" h="2819400">
                <a:moveTo>
                  <a:pt x="0" y="2819400"/>
                </a:moveTo>
                <a:lnTo>
                  <a:pt x="0" y="2533650"/>
                </a:lnTo>
                <a:lnTo>
                  <a:pt x="1362075" y="2533650"/>
                </a:lnTo>
                <a:lnTo>
                  <a:pt x="1362075" y="2114550"/>
                </a:lnTo>
                <a:lnTo>
                  <a:pt x="2905125" y="2114550"/>
                </a:lnTo>
                <a:lnTo>
                  <a:pt x="2905125" y="561975"/>
                </a:lnTo>
                <a:lnTo>
                  <a:pt x="3419475" y="561975"/>
                </a:lnTo>
                <a:lnTo>
                  <a:pt x="3419475" y="0"/>
                </a:lnTo>
                <a:lnTo>
                  <a:pt x="3781425" y="0"/>
                </a:lnTo>
                <a:lnTo>
                  <a:pt x="3781425" y="281940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20000"/>
            </a:srgbClr>
          </a:solidFill>
          <a:ln xmlns:a="http://schemas.openxmlformats.org/drawingml/2006/main" w="14288">
            <a:solidFill>
              <a:srgbClr val="2A88C7"/>
            </a:solidFill>
          </a:ln>
        </p:spPr>
      </p:sp>
      <p:sp>
        <p:nvSpPr>
          <p:cNvPr id="35" name="Translucent quadrature sample 7">
            <a:extLst xmlns:a="http://schemas.openxmlformats.org/drawingml/2006/main">
              <a:ext uri="{FF2B5EF4-FFF2-40B4-BE49-F238E27FC236}">
                <a16:creationId xmlns:a16="http://schemas.microsoft.com/office/drawing/2014/main" id="{DBF7B6CA-34A8-43D8-B421-15A04A03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6225"/>
            <a:ext cx="3781425" cy="2819400"/>
          </a:xfrm>
          <a:custGeom xmlns:a="http://schemas.openxmlformats.org/drawingml/2006/main">
            <a:pathLst>
              <a:path w="3781425" h="2819400">
                <a:moveTo>
                  <a:pt x="0" y="2819400"/>
                </a:moveTo>
                <a:lnTo>
                  <a:pt x="0" y="2533650"/>
                </a:lnTo>
                <a:lnTo>
                  <a:pt x="1704975" y="2533650"/>
                </a:lnTo>
                <a:lnTo>
                  <a:pt x="1704975" y="2114550"/>
                </a:lnTo>
                <a:lnTo>
                  <a:pt x="3009900" y="2114550"/>
                </a:lnTo>
                <a:lnTo>
                  <a:pt x="3009900" y="561975"/>
                </a:lnTo>
                <a:lnTo>
                  <a:pt x="3714750" y="561975"/>
                </a:lnTo>
                <a:lnTo>
                  <a:pt x="3714750" y="0"/>
                </a:lnTo>
                <a:lnTo>
                  <a:pt x="3781425" y="0"/>
                </a:lnTo>
                <a:lnTo>
                  <a:pt x="3781425" y="281940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20000"/>
            </a:srgbClr>
          </a:solidFill>
          <a:ln xmlns:a="http://schemas.openxmlformats.org/drawingml/2006/main" w="14288">
            <a:solidFill>
              <a:srgbClr val="2A88C7"/>
            </a:solidFill>
          </a:ln>
        </p:spPr>
      </p:sp>
      <p:sp>
        <p:nvSpPr>
          <p:cNvPr id="36" name="AI048-path-28">
            <a:extLst xmlns:a="http://schemas.openxmlformats.org/drawingml/2006/main">
              <a:ext uri="{FF2B5EF4-FFF2-40B4-BE49-F238E27FC236}">
                <a16:creationId xmlns:a16="http://schemas.microsoft.com/office/drawing/2014/main" id="{0372B487-626B-4F20-AFAB-A1DCBE37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09875"/>
            <a:ext cx="2686050" cy="10"/>
          </a:xfrm>
          <a:custGeom xmlns:a="http://schemas.openxmlformats.org/drawingml/2006/main">
            <a:pathLst>
              <a:path w="2686050" h="10">
                <a:moveTo>
                  <a:pt x="0" y="0"/>
                </a:moveTo>
                <a:lnTo>
                  <a:pt x="2686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37" name="AI048-29">
            <a:extLst xmlns:a="http://schemas.openxmlformats.org/drawingml/2006/main">
              <a:ext uri="{FF2B5EF4-FFF2-40B4-BE49-F238E27FC236}">
                <a16:creationId xmlns:a16="http://schemas.microsoft.com/office/drawing/2014/main" id="{884DF5C7-A820-4F71-B2AD-A94277BC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771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38" name="AI048-path-30">
            <a:extLst xmlns:a="http://schemas.openxmlformats.org/drawingml/2006/main">
              <a:ext uri="{FF2B5EF4-FFF2-40B4-BE49-F238E27FC236}">
                <a16:creationId xmlns:a16="http://schemas.microsoft.com/office/drawing/2014/main" id="{5B51178C-3CFB-487A-ACE9-CB4714CD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90775"/>
            <a:ext cx="3314700" cy="10"/>
          </a:xfrm>
          <a:custGeom xmlns:a="http://schemas.openxmlformats.org/drawingml/2006/main">
            <a:pathLst>
              <a:path w="3314700" h="10">
                <a:moveTo>
                  <a:pt x="0" y="0"/>
                </a:moveTo>
                <a:lnTo>
                  <a:pt x="3314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39" name="AI048-31">
            <a:extLst xmlns:a="http://schemas.openxmlformats.org/drawingml/2006/main">
              <a:ext uri="{FF2B5EF4-FFF2-40B4-BE49-F238E27FC236}">
                <a16:creationId xmlns:a16="http://schemas.microsoft.com/office/drawing/2014/main" id="{4C33B326-1BA6-4CB5-9270-4BDC18B0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2352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40" name="AI048-path-32">
            <a:extLst xmlns:a="http://schemas.openxmlformats.org/drawingml/2006/main">
              <a:ext uri="{FF2B5EF4-FFF2-40B4-BE49-F238E27FC236}">
                <a16:creationId xmlns:a16="http://schemas.microsoft.com/office/drawing/2014/main" id="{6B5503CA-61C7-4C0F-88B8-8E697862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838200"/>
            <a:ext cx="2667000" cy="10"/>
          </a:xfrm>
          <a:custGeom xmlns:a="http://schemas.openxmlformats.org/drawingml/2006/main">
            <a:pathLst>
              <a:path w="2667000" h="10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41" name="AI048-33">
            <a:extLst xmlns:a="http://schemas.openxmlformats.org/drawingml/2006/main">
              <a:ext uri="{FF2B5EF4-FFF2-40B4-BE49-F238E27FC236}">
                <a16:creationId xmlns:a16="http://schemas.microsoft.com/office/drawing/2014/main" id="{AA4268BC-FD08-4124-B54F-51035C35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42" name="AI048-path-34">
            <a:extLst xmlns:a="http://schemas.openxmlformats.org/drawingml/2006/main">
              <a:ext uri="{FF2B5EF4-FFF2-40B4-BE49-F238E27FC236}">
                <a16:creationId xmlns:a16="http://schemas.microsoft.com/office/drawing/2014/main" id="{E8BBF84D-10B6-4CC3-B8DB-F611B744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7650"/>
            <a:ext cx="1238250" cy="2842722"/>
          </a:xfrm>
          <a:custGeom xmlns:a="http://schemas.openxmlformats.org/drawingml/2006/main">
            <a:pathLst>
              <a:path w="1238250" h="2842722">
                <a:moveTo>
                  <a:pt x="0" y="2840326"/>
                </a:moveTo>
                <a:lnTo>
                  <a:pt x="4763" y="2839588"/>
                </a:lnTo>
                <a:lnTo>
                  <a:pt x="9525" y="2838785"/>
                </a:lnTo>
                <a:lnTo>
                  <a:pt x="14288" y="2837912"/>
                </a:lnTo>
                <a:lnTo>
                  <a:pt x="19050" y="2836965"/>
                </a:lnTo>
                <a:lnTo>
                  <a:pt x="23813" y="2835937"/>
                </a:lnTo>
                <a:lnTo>
                  <a:pt x="28575" y="2834823"/>
                </a:lnTo>
                <a:lnTo>
                  <a:pt x="33338" y="2833616"/>
                </a:lnTo>
                <a:lnTo>
                  <a:pt x="38100" y="2832310"/>
                </a:lnTo>
                <a:lnTo>
                  <a:pt x="42863" y="2830897"/>
                </a:lnTo>
                <a:lnTo>
                  <a:pt x="47625" y="2829370"/>
                </a:lnTo>
                <a:lnTo>
                  <a:pt x="52388" y="2827721"/>
                </a:lnTo>
                <a:lnTo>
                  <a:pt x="57150" y="2825942"/>
                </a:lnTo>
                <a:lnTo>
                  <a:pt x="61913" y="2824024"/>
                </a:lnTo>
                <a:lnTo>
                  <a:pt x="66675" y="2821958"/>
                </a:lnTo>
                <a:lnTo>
                  <a:pt x="71438" y="2819735"/>
                </a:lnTo>
                <a:lnTo>
                  <a:pt x="76200" y="2817343"/>
                </a:lnTo>
                <a:lnTo>
                  <a:pt x="80963" y="2814773"/>
                </a:lnTo>
                <a:lnTo>
                  <a:pt x="85725" y="2812013"/>
                </a:lnTo>
                <a:lnTo>
                  <a:pt x="90488" y="2809051"/>
                </a:lnTo>
                <a:lnTo>
                  <a:pt x="95250" y="2805877"/>
                </a:lnTo>
                <a:lnTo>
                  <a:pt x="100013" y="2802476"/>
                </a:lnTo>
                <a:lnTo>
                  <a:pt x="104775" y="2798836"/>
                </a:lnTo>
                <a:lnTo>
                  <a:pt x="109538" y="2794944"/>
                </a:lnTo>
                <a:lnTo>
                  <a:pt x="114300" y="2790784"/>
                </a:lnTo>
                <a:lnTo>
                  <a:pt x="119063" y="2786343"/>
                </a:lnTo>
                <a:lnTo>
                  <a:pt x="123825" y="2781604"/>
                </a:lnTo>
                <a:lnTo>
                  <a:pt x="128588" y="2776553"/>
                </a:lnTo>
                <a:lnTo>
                  <a:pt x="133350" y="2771173"/>
                </a:lnTo>
                <a:lnTo>
                  <a:pt x="138113" y="2765448"/>
                </a:lnTo>
                <a:lnTo>
                  <a:pt x="142875" y="2759359"/>
                </a:lnTo>
                <a:lnTo>
                  <a:pt x="147638" y="2752891"/>
                </a:lnTo>
                <a:lnTo>
                  <a:pt x="152400" y="2746023"/>
                </a:lnTo>
                <a:lnTo>
                  <a:pt x="157163" y="2738739"/>
                </a:lnTo>
                <a:lnTo>
                  <a:pt x="161925" y="2731019"/>
                </a:lnTo>
                <a:lnTo>
                  <a:pt x="166688" y="2722844"/>
                </a:lnTo>
                <a:lnTo>
                  <a:pt x="171450" y="2714194"/>
                </a:lnTo>
                <a:lnTo>
                  <a:pt x="176213" y="2705049"/>
                </a:lnTo>
                <a:lnTo>
                  <a:pt x="180975" y="2695390"/>
                </a:lnTo>
                <a:lnTo>
                  <a:pt x="185738" y="2685195"/>
                </a:lnTo>
                <a:lnTo>
                  <a:pt x="190500" y="2674445"/>
                </a:lnTo>
                <a:lnTo>
                  <a:pt x="195263" y="2663118"/>
                </a:lnTo>
                <a:lnTo>
                  <a:pt x="200025" y="2651194"/>
                </a:lnTo>
                <a:lnTo>
                  <a:pt x="204788" y="2638653"/>
                </a:lnTo>
                <a:lnTo>
                  <a:pt x="209550" y="2625473"/>
                </a:lnTo>
                <a:lnTo>
                  <a:pt x="214313" y="2611634"/>
                </a:lnTo>
                <a:lnTo>
                  <a:pt x="219075" y="2597116"/>
                </a:lnTo>
                <a:lnTo>
                  <a:pt x="223838" y="2581898"/>
                </a:lnTo>
                <a:lnTo>
                  <a:pt x="228600" y="2565961"/>
                </a:lnTo>
                <a:lnTo>
                  <a:pt x="233363" y="2549285"/>
                </a:lnTo>
                <a:lnTo>
                  <a:pt x="238125" y="2531852"/>
                </a:lnTo>
                <a:lnTo>
                  <a:pt x="242888" y="2513642"/>
                </a:lnTo>
                <a:lnTo>
                  <a:pt x="247650" y="2494640"/>
                </a:lnTo>
                <a:lnTo>
                  <a:pt x="252413" y="2474827"/>
                </a:lnTo>
                <a:lnTo>
                  <a:pt x="257175" y="2454188"/>
                </a:lnTo>
                <a:lnTo>
                  <a:pt x="261938" y="2432707"/>
                </a:lnTo>
                <a:lnTo>
                  <a:pt x="266700" y="2410371"/>
                </a:lnTo>
                <a:lnTo>
                  <a:pt x="271463" y="2387167"/>
                </a:lnTo>
                <a:lnTo>
                  <a:pt x="276225" y="2363082"/>
                </a:lnTo>
                <a:lnTo>
                  <a:pt x="280988" y="2338108"/>
                </a:lnTo>
                <a:lnTo>
                  <a:pt x="285750" y="2312234"/>
                </a:lnTo>
                <a:lnTo>
                  <a:pt x="290513" y="2285455"/>
                </a:lnTo>
                <a:lnTo>
                  <a:pt x="295275" y="2257763"/>
                </a:lnTo>
                <a:lnTo>
                  <a:pt x="300038" y="2229155"/>
                </a:lnTo>
                <a:lnTo>
                  <a:pt x="304800" y="2199630"/>
                </a:lnTo>
                <a:lnTo>
                  <a:pt x="309563" y="2169186"/>
                </a:lnTo>
                <a:lnTo>
                  <a:pt x="314325" y="2137826"/>
                </a:lnTo>
                <a:lnTo>
                  <a:pt x="319088" y="2105554"/>
                </a:lnTo>
                <a:lnTo>
                  <a:pt x="323850" y="2072376"/>
                </a:lnTo>
                <a:lnTo>
                  <a:pt x="328613" y="2038301"/>
                </a:lnTo>
                <a:lnTo>
                  <a:pt x="333375" y="2003340"/>
                </a:lnTo>
                <a:lnTo>
                  <a:pt x="338138" y="1967505"/>
                </a:lnTo>
                <a:lnTo>
                  <a:pt x="342900" y="1930813"/>
                </a:lnTo>
                <a:lnTo>
                  <a:pt x="347663" y="1893282"/>
                </a:lnTo>
                <a:lnTo>
                  <a:pt x="352425" y="1854932"/>
                </a:lnTo>
                <a:lnTo>
                  <a:pt x="357188" y="1815789"/>
                </a:lnTo>
                <a:lnTo>
                  <a:pt x="361950" y="1775878"/>
                </a:lnTo>
                <a:lnTo>
                  <a:pt x="366713" y="1735228"/>
                </a:lnTo>
                <a:lnTo>
                  <a:pt x="371475" y="1693871"/>
                </a:lnTo>
                <a:lnTo>
                  <a:pt x="376238" y="1651841"/>
                </a:lnTo>
                <a:lnTo>
                  <a:pt x="381000" y="1609176"/>
                </a:lnTo>
                <a:lnTo>
                  <a:pt x="385763" y="1565917"/>
                </a:lnTo>
                <a:lnTo>
                  <a:pt x="390525" y="1522105"/>
                </a:lnTo>
                <a:lnTo>
                  <a:pt x="395288" y="1477786"/>
                </a:lnTo>
                <a:lnTo>
                  <a:pt x="400050" y="1433009"/>
                </a:lnTo>
                <a:lnTo>
                  <a:pt x="404813" y="1387824"/>
                </a:lnTo>
                <a:lnTo>
                  <a:pt x="409575" y="1342285"/>
                </a:lnTo>
                <a:lnTo>
                  <a:pt x="414338" y="1296447"/>
                </a:lnTo>
                <a:lnTo>
                  <a:pt x="419100" y="1250368"/>
                </a:lnTo>
                <a:lnTo>
                  <a:pt x="423863" y="1204110"/>
                </a:lnTo>
                <a:lnTo>
                  <a:pt x="428625" y="1157733"/>
                </a:lnTo>
                <a:lnTo>
                  <a:pt x="433388" y="1111304"/>
                </a:lnTo>
                <a:lnTo>
                  <a:pt x="438150" y="1064888"/>
                </a:lnTo>
                <a:lnTo>
                  <a:pt x="442913" y="1018555"/>
                </a:lnTo>
                <a:lnTo>
                  <a:pt x="447675" y="972373"/>
                </a:lnTo>
                <a:lnTo>
                  <a:pt x="452438" y="926414"/>
                </a:lnTo>
                <a:lnTo>
                  <a:pt x="457200" y="880751"/>
                </a:lnTo>
                <a:lnTo>
                  <a:pt x="461963" y="835458"/>
                </a:lnTo>
                <a:lnTo>
                  <a:pt x="466725" y="790610"/>
                </a:lnTo>
                <a:lnTo>
                  <a:pt x="471488" y="746281"/>
                </a:lnTo>
                <a:lnTo>
                  <a:pt x="476250" y="702548"/>
                </a:lnTo>
                <a:lnTo>
                  <a:pt x="481013" y="659487"/>
                </a:lnTo>
                <a:lnTo>
                  <a:pt x="485775" y="617175"/>
                </a:lnTo>
                <a:lnTo>
                  <a:pt x="490538" y="575687"/>
                </a:lnTo>
                <a:lnTo>
                  <a:pt x="495300" y="535099"/>
                </a:lnTo>
                <a:lnTo>
                  <a:pt x="500063" y="495487"/>
                </a:lnTo>
                <a:lnTo>
                  <a:pt x="504825" y="456925"/>
                </a:lnTo>
                <a:lnTo>
                  <a:pt x="509588" y="419487"/>
                </a:lnTo>
                <a:lnTo>
                  <a:pt x="514350" y="383244"/>
                </a:lnTo>
                <a:lnTo>
                  <a:pt x="519113" y="348267"/>
                </a:lnTo>
                <a:lnTo>
                  <a:pt x="523875" y="314625"/>
                </a:lnTo>
                <a:lnTo>
                  <a:pt x="528638" y="282385"/>
                </a:lnTo>
                <a:lnTo>
                  <a:pt x="533400" y="251611"/>
                </a:lnTo>
                <a:lnTo>
                  <a:pt x="538163" y="222366"/>
                </a:lnTo>
                <a:lnTo>
                  <a:pt x="542925" y="194710"/>
                </a:lnTo>
                <a:lnTo>
                  <a:pt x="547688" y="168700"/>
                </a:lnTo>
                <a:lnTo>
                  <a:pt x="552450" y="144389"/>
                </a:lnTo>
                <a:lnTo>
                  <a:pt x="557213" y="121828"/>
                </a:lnTo>
                <a:lnTo>
                  <a:pt x="561975" y="101064"/>
                </a:lnTo>
                <a:lnTo>
                  <a:pt x="566738" y="82142"/>
                </a:lnTo>
                <a:lnTo>
                  <a:pt x="571500" y="65101"/>
                </a:lnTo>
                <a:lnTo>
                  <a:pt x="576263" y="49978"/>
                </a:lnTo>
                <a:lnTo>
                  <a:pt x="581025" y="36805"/>
                </a:lnTo>
                <a:lnTo>
                  <a:pt x="585788" y="25609"/>
                </a:lnTo>
                <a:lnTo>
                  <a:pt x="590550" y="16417"/>
                </a:lnTo>
                <a:lnTo>
                  <a:pt x="595313" y="9246"/>
                </a:lnTo>
                <a:lnTo>
                  <a:pt x="600075" y="4113"/>
                </a:lnTo>
                <a:lnTo>
                  <a:pt x="604838" y="1029"/>
                </a:lnTo>
                <a:lnTo>
                  <a:pt x="609600" y="0"/>
                </a:lnTo>
                <a:lnTo>
                  <a:pt x="614363" y="1029"/>
                </a:lnTo>
                <a:lnTo>
                  <a:pt x="619125" y="4113"/>
                </a:lnTo>
                <a:lnTo>
                  <a:pt x="623888" y="9246"/>
                </a:lnTo>
                <a:lnTo>
                  <a:pt x="628650" y="16417"/>
                </a:lnTo>
                <a:lnTo>
                  <a:pt x="633413" y="25609"/>
                </a:lnTo>
                <a:lnTo>
                  <a:pt x="638175" y="36805"/>
                </a:lnTo>
                <a:lnTo>
                  <a:pt x="642938" y="49978"/>
                </a:lnTo>
                <a:lnTo>
                  <a:pt x="647700" y="65101"/>
                </a:lnTo>
                <a:lnTo>
                  <a:pt x="652463" y="82142"/>
                </a:lnTo>
                <a:lnTo>
                  <a:pt x="657225" y="101064"/>
                </a:lnTo>
                <a:lnTo>
                  <a:pt x="661988" y="121828"/>
                </a:lnTo>
                <a:lnTo>
                  <a:pt x="666750" y="144389"/>
                </a:lnTo>
                <a:lnTo>
                  <a:pt x="671513" y="168700"/>
                </a:lnTo>
                <a:lnTo>
                  <a:pt x="676275" y="194710"/>
                </a:lnTo>
                <a:lnTo>
                  <a:pt x="681038" y="222366"/>
                </a:lnTo>
                <a:lnTo>
                  <a:pt x="685800" y="251611"/>
                </a:lnTo>
                <a:lnTo>
                  <a:pt x="690563" y="282385"/>
                </a:lnTo>
                <a:lnTo>
                  <a:pt x="695325" y="314625"/>
                </a:lnTo>
                <a:lnTo>
                  <a:pt x="700088" y="348267"/>
                </a:lnTo>
                <a:lnTo>
                  <a:pt x="704850" y="383244"/>
                </a:lnTo>
                <a:lnTo>
                  <a:pt x="709613" y="419487"/>
                </a:lnTo>
                <a:lnTo>
                  <a:pt x="714375" y="456925"/>
                </a:lnTo>
                <a:lnTo>
                  <a:pt x="719138" y="495487"/>
                </a:lnTo>
                <a:lnTo>
                  <a:pt x="723900" y="535099"/>
                </a:lnTo>
                <a:lnTo>
                  <a:pt x="728663" y="575687"/>
                </a:lnTo>
                <a:lnTo>
                  <a:pt x="733425" y="617175"/>
                </a:lnTo>
                <a:lnTo>
                  <a:pt x="738188" y="659487"/>
                </a:lnTo>
                <a:lnTo>
                  <a:pt x="742950" y="702548"/>
                </a:lnTo>
                <a:lnTo>
                  <a:pt x="747713" y="746281"/>
                </a:lnTo>
                <a:lnTo>
                  <a:pt x="752475" y="790610"/>
                </a:lnTo>
                <a:lnTo>
                  <a:pt x="757238" y="835458"/>
                </a:lnTo>
                <a:lnTo>
                  <a:pt x="762000" y="880751"/>
                </a:lnTo>
                <a:lnTo>
                  <a:pt x="766763" y="926414"/>
                </a:lnTo>
                <a:lnTo>
                  <a:pt x="771525" y="972373"/>
                </a:lnTo>
                <a:lnTo>
                  <a:pt x="776288" y="1018555"/>
                </a:lnTo>
                <a:lnTo>
                  <a:pt x="781050" y="1064888"/>
                </a:lnTo>
                <a:lnTo>
                  <a:pt x="785813" y="1111304"/>
                </a:lnTo>
                <a:lnTo>
                  <a:pt x="790575" y="1157733"/>
                </a:lnTo>
                <a:lnTo>
                  <a:pt x="795338" y="1204110"/>
                </a:lnTo>
                <a:lnTo>
                  <a:pt x="800100" y="1250368"/>
                </a:lnTo>
                <a:lnTo>
                  <a:pt x="804863" y="1296447"/>
                </a:lnTo>
                <a:lnTo>
                  <a:pt x="809625" y="1342285"/>
                </a:lnTo>
                <a:lnTo>
                  <a:pt x="814388" y="1387824"/>
                </a:lnTo>
                <a:lnTo>
                  <a:pt x="819150" y="1433009"/>
                </a:lnTo>
                <a:lnTo>
                  <a:pt x="823913" y="1477786"/>
                </a:lnTo>
                <a:lnTo>
                  <a:pt x="828675" y="1522105"/>
                </a:lnTo>
                <a:lnTo>
                  <a:pt x="833438" y="1565917"/>
                </a:lnTo>
                <a:lnTo>
                  <a:pt x="838200" y="1609176"/>
                </a:lnTo>
                <a:lnTo>
                  <a:pt x="842963" y="1651841"/>
                </a:lnTo>
                <a:lnTo>
                  <a:pt x="847725" y="1693871"/>
                </a:lnTo>
                <a:lnTo>
                  <a:pt x="852488" y="1735228"/>
                </a:lnTo>
                <a:lnTo>
                  <a:pt x="857250" y="1775878"/>
                </a:lnTo>
                <a:lnTo>
                  <a:pt x="862013" y="1815789"/>
                </a:lnTo>
                <a:lnTo>
                  <a:pt x="866775" y="1854932"/>
                </a:lnTo>
                <a:lnTo>
                  <a:pt x="871538" y="1893282"/>
                </a:lnTo>
                <a:lnTo>
                  <a:pt x="876300" y="1930813"/>
                </a:lnTo>
                <a:lnTo>
                  <a:pt x="881063" y="1967505"/>
                </a:lnTo>
                <a:lnTo>
                  <a:pt x="885825" y="2003340"/>
                </a:lnTo>
                <a:lnTo>
                  <a:pt x="890588" y="2038301"/>
                </a:lnTo>
                <a:lnTo>
                  <a:pt x="895350" y="2072376"/>
                </a:lnTo>
                <a:lnTo>
                  <a:pt x="900113" y="2105554"/>
                </a:lnTo>
                <a:lnTo>
                  <a:pt x="904875" y="2137826"/>
                </a:lnTo>
                <a:lnTo>
                  <a:pt x="909638" y="2169186"/>
                </a:lnTo>
                <a:lnTo>
                  <a:pt x="914400" y="2199630"/>
                </a:lnTo>
                <a:lnTo>
                  <a:pt x="919163" y="2229155"/>
                </a:lnTo>
                <a:lnTo>
                  <a:pt x="923925" y="2257763"/>
                </a:lnTo>
                <a:lnTo>
                  <a:pt x="928688" y="2285455"/>
                </a:lnTo>
                <a:lnTo>
                  <a:pt x="933450" y="2312234"/>
                </a:lnTo>
                <a:lnTo>
                  <a:pt x="938213" y="2338108"/>
                </a:lnTo>
                <a:lnTo>
                  <a:pt x="942975" y="2363082"/>
                </a:lnTo>
                <a:lnTo>
                  <a:pt x="947738" y="2387167"/>
                </a:lnTo>
                <a:lnTo>
                  <a:pt x="952500" y="2410371"/>
                </a:lnTo>
                <a:lnTo>
                  <a:pt x="957263" y="2432707"/>
                </a:lnTo>
                <a:lnTo>
                  <a:pt x="962025" y="2454188"/>
                </a:lnTo>
                <a:lnTo>
                  <a:pt x="966788" y="2474827"/>
                </a:lnTo>
                <a:lnTo>
                  <a:pt x="971550" y="2494640"/>
                </a:lnTo>
                <a:lnTo>
                  <a:pt x="976313" y="2513642"/>
                </a:lnTo>
                <a:lnTo>
                  <a:pt x="981075" y="2531852"/>
                </a:lnTo>
                <a:lnTo>
                  <a:pt x="985838" y="2549285"/>
                </a:lnTo>
                <a:lnTo>
                  <a:pt x="990600" y="2565961"/>
                </a:lnTo>
                <a:lnTo>
                  <a:pt x="995363" y="2581898"/>
                </a:lnTo>
                <a:lnTo>
                  <a:pt x="1000125" y="2597116"/>
                </a:lnTo>
                <a:lnTo>
                  <a:pt x="1004888" y="2611634"/>
                </a:lnTo>
                <a:lnTo>
                  <a:pt x="1009650" y="2625473"/>
                </a:lnTo>
                <a:lnTo>
                  <a:pt x="1014413" y="2638653"/>
                </a:lnTo>
                <a:lnTo>
                  <a:pt x="1019175" y="2651194"/>
                </a:lnTo>
                <a:lnTo>
                  <a:pt x="1023938" y="2663118"/>
                </a:lnTo>
                <a:lnTo>
                  <a:pt x="1028700" y="2674445"/>
                </a:lnTo>
                <a:lnTo>
                  <a:pt x="1033463" y="2685195"/>
                </a:lnTo>
                <a:lnTo>
                  <a:pt x="1038225" y="2695390"/>
                </a:lnTo>
                <a:lnTo>
                  <a:pt x="1042988" y="2705049"/>
                </a:lnTo>
                <a:lnTo>
                  <a:pt x="1047750" y="2714194"/>
                </a:lnTo>
                <a:lnTo>
                  <a:pt x="1052513" y="2722844"/>
                </a:lnTo>
                <a:lnTo>
                  <a:pt x="1057275" y="2731019"/>
                </a:lnTo>
                <a:lnTo>
                  <a:pt x="1062038" y="2738739"/>
                </a:lnTo>
                <a:lnTo>
                  <a:pt x="1066800" y="2746023"/>
                </a:lnTo>
                <a:lnTo>
                  <a:pt x="1071563" y="2752891"/>
                </a:lnTo>
                <a:lnTo>
                  <a:pt x="1076325" y="2759359"/>
                </a:lnTo>
                <a:lnTo>
                  <a:pt x="1081088" y="2765448"/>
                </a:lnTo>
                <a:lnTo>
                  <a:pt x="1085850" y="2771173"/>
                </a:lnTo>
                <a:lnTo>
                  <a:pt x="1090613" y="2776553"/>
                </a:lnTo>
                <a:lnTo>
                  <a:pt x="1095375" y="2781604"/>
                </a:lnTo>
                <a:lnTo>
                  <a:pt x="1100138" y="2786343"/>
                </a:lnTo>
                <a:lnTo>
                  <a:pt x="1104900" y="2790784"/>
                </a:lnTo>
                <a:lnTo>
                  <a:pt x="1109663" y="2794944"/>
                </a:lnTo>
                <a:lnTo>
                  <a:pt x="1114425" y="2798836"/>
                </a:lnTo>
                <a:lnTo>
                  <a:pt x="1119188" y="2802476"/>
                </a:lnTo>
                <a:lnTo>
                  <a:pt x="1123950" y="2805877"/>
                </a:lnTo>
                <a:lnTo>
                  <a:pt x="1128713" y="2809051"/>
                </a:lnTo>
                <a:lnTo>
                  <a:pt x="1133475" y="2812013"/>
                </a:lnTo>
                <a:lnTo>
                  <a:pt x="1138238" y="2814773"/>
                </a:lnTo>
                <a:lnTo>
                  <a:pt x="1143000" y="2817343"/>
                </a:lnTo>
                <a:lnTo>
                  <a:pt x="1147763" y="2819735"/>
                </a:lnTo>
                <a:lnTo>
                  <a:pt x="1152525" y="2821958"/>
                </a:lnTo>
                <a:lnTo>
                  <a:pt x="1157288" y="2824024"/>
                </a:lnTo>
                <a:lnTo>
                  <a:pt x="1162050" y="2825942"/>
                </a:lnTo>
                <a:lnTo>
                  <a:pt x="1166813" y="2827721"/>
                </a:lnTo>
                <a:lnTo>
                  <a:pt x="1171575" y="2829370"/>
                </a:lnTo>
                <a:lnTo>
                  <a:pt x="1176338" y="2830897"/>
                </a:lnTo>
                <a:lnTo>
                  <a:pt x="1181100" y="2832310"/>
                </a:lnTo>
                <a:lnTo>
                  <a:pt x="1185863" y="2833616"/>
                </a:lnTo>
                <a:lnTo>
                  <a:pt x="1190625" y="2834823"/>
                </a:lnTo>
                <a:lnTo>
                  <a:pt x="1195388" y="2835937"/>
                </a:lnTo>
                <a:lnTo>
                  <a:pt x="1200150" y="2836965"/>
                </a:lnTo>
                <a:lnTo>
                  <a:pt x="1204913" y="2837912"/>
                </a:lnTo>
                <a:lnTo>
                  <a:pt x="1209675" y="2838785"/>
                </a:lnTo>
                <a:lnTo>
                  <a:pt x="1214438" y="2839588"/>
                </a:lnTo>
                <a:lnTo>
                  <a:pt x="1219200" y="2840326"/>
                </a:lnTo>
                <a:lnTo>
                  <a:pt x="1223963" y="2841004"/>
                </a:lnTo>
                <a:lnTo>
                  <a:pt x="1228725" y="2841627"/>
                </a:lnTo>
                <a:lnTo>
                  <a:pt x="1233488" y="2842198"/>
                </a:lnTo>
                <a:lnTo>
                  <a:pt x="1238250" y="2842722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A88C7"/>
            </a:solidFill>
          </a:ln>
        </p:spPr>
      </p:sp>
      <p:sp>
        <p:nvSpPr>
          <p:cNvPr id="43" name="AI048-path-35">
            <a:extLst xmlns:a="http://schemas.openxmlformats.org/drawingml/2006/main">
              <a:ext uri="{FF2B5EF4-FFF2-40B4-BE49-F238E27FC236}">
                <a16:creationId xmlns:a16="http://schemas.microsoft.com/office/drawing/2014/main" id="{FB604DE4-7E3A-46FF-942F-086091CB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790950" cy="2828925"/>
          </a:xfrm>
          <a:custGeom xmlns:a="http://schemas.openxmlformats.org/drawingml/2006/main">
            <a:pathLst>
              <a:path w="3790950" h="2828925">
                <a:moveTo>
                  <a:pt x="0" y="0"/>
                </a:moveTo>
                <a:lnTo>
                  <a:pt x="0" y="2828925"/>
                </a:lnTo>
                <a:lnTo>
                  <a:pt x="3790950" y="28289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4D4D"/>
            </a:solidFill>
          </a:ln>
        </p:spPr>
      </p:sp>
      <p:sp>
        <p:nvSpPr>
          <p:cNvPr id="44" name="AI048-path-36">
            <a:extLst xmlns:a="http://schemas.openxmlformats.org/drawingml/2006/main">
              <a:ext uri="{FF2B5EF4-FFF2-40B4-BE49-F238E27FC236}">
                <a16:creationId xmlns:a16="http://schemas.microsoft.com/office/drawing/2014/main" id="{7875E935-76CB-4A55-8BA9-60E8CB5A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D4D4D"/>
            </a:solidFill>
          </a:ln>
        </p:spPr>
      </p:sp>
      <p:sp>
        <p:nvSpPr>
          <p:cNvPr id="45" name="AI048-path-37">
            <a:extLst xmlns:a="http://schemas.openxmlformats.org/drawingml/2006/main">
              <a:ext uri="{FF2B5EF4-FFF2-40B4-BE49-F238E27FC236}">
                <a16:creationId xmlns:a16="http://schemas.microsoft.com/office/drawing/2014/main" id="{2CEFD25E-B142-4D26-9148-76150797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D4D4D"/>
            </a:solidFill>
          </a:ln>
        </p:spPr>
      </p:sp>
      <p:sp>
        <p:nvSpPr>
          <p:cNvPr id="46" name="Text 0">
            <a:extLst xmlns:a="http://schemas.openxmlformats.org/drawingml/2006/main">
              <a:ext uri="{FF2B5EF4-FFF2-40B4-BE49-F238E27FC236}">
                <a16:creationId xmlns:a16="http://schemas.microsoft.com/office/drawing/2014/main" id="{058976E6-17C5-4C04-BE23-DE651A93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3143250"/>
            <a:ext cx="228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2678FC71-4BBD-4BF9-8CD3-1A063AF0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143250"/>
            <a:ext cx="228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8" name="AI048-path-38">
            <a:extLst xmlns:a="http://schemas.openxmlformats.org/drawingml/2006/main">
              <a:ext uri="{FF2B5EF4-FFF2-40B4-BE49-F238E27FC236}">
                <a16:creationId xmlns:a16="http://schemas.microsoft.com/office/drawing/2014/main" id="{8ADFD744-97AC-43F7-A06E-01A5D230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6700"/>
            <a:ext cx="3781425" cy="2828925"/>
          </a:xfrm>
          <a:custGeom xmlns:a="http://schemas.openxmlformats.org/drawingml/2006/main">
            <a:pathLst>
              <a:path w="3781425" h="2828925">
                <a:moveTo>
                  <a:pt x="0" y="0"/>
                </a:moveTo>
                <a:lnTo>
                  <a:pt x="0" y="2828925"/>
                </a:lnTo>
                <a:lnTo>
                  <a:pt x="3781425" y="28289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4D4D"/>
            </a:solidFill>
          </a:ln>
        </p:spPr>
      </p:sp>
      <p:sp>
        <p:nvSpPr>
          <p:cNvPr id="49" name="AI048-path-39">
            <a:extLst xmlns:a="http://schemas.openxmlformats.org/drawingml/2006/main">
              <a:ext uri="{FF2B5EF4-FFF2-40B4-BE49-F238E27FC236}">
                <a16:creationId xmlns:a16="http://schemas.microsoft.com/office/drawing/2014/main" id="{8F456391-3F02-4068-BF49-44CB88F9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9562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D4D4D"/>
            </a:solidFill>
          </a:ln>
        </p:spPr>
      </p:sp>
      <p:sp>
        <p:nvSpPr>
          <p:cNvPr id="50" name="AI048-path-40">
            <a:extLst xmlns:a="http://schemas.openxmlformats.org/drawingml/2006/main">
              <a:ext uri="{FF2B5EF4-FFF2-40B4-BE49-F238E27FC236}">
                <a16:creationId xmlns:a16="http://schemas.microsoft.com/office/drawing/2014/main" id="{427F43AA-A4D3-40E0-9FAC-98720F42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9562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D4D4D"/>
            </a:solidFill>
          </a:ln>
        </p:spPr>
      </p:sp>
      <p:sp>
        <p:nvSpPr>
          <p:cNvPr id="51" name="Text 0">
            <a:extLst xmlns:a="http://schemas.openxmlformats.org/drawingml/2006/main">
              <a:ext uri="{FF2B5EF4-FFF2-40B4-BE49-F238E27FC236}">
                <a16:creationId xmlns:a16="http://schemas.microsoft.com/office/drawing/2014/main" id="{0E753853-1DD9-4E9C-95E1-32582BFE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3143250"/>
            <a:ext cx="228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Text 1">
            <a:extLst xmlns:a="http://schemas.openxmlformats.org/drawingml/2006/main">
              <a:ext uri="{FF2B5EF4-FFF2-40B4-BE49-F238E27FC236}">
                <a16:creationId xmlns:a16="http://schemas.microsoft.com/office/drawing/2014/main" id="{71D4D3AA-89F5-4F6A-A0B2-B1FC5CA3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550" y="3143250"/>
            <a:ext cx="228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3" name="AI048-path-41">
            <a:extLst xmlns:a="http://schemas.openxmlformats.org/drawingml/2006/main">
              <a:ext uri="{FF2B5EF4-FFF2-40B4-BE49-F238E27FC236}">
                <a16:creationId xmlns:a16="http://schemas.microsoft.com/office/drawing/2014/main" id="{95B739EE-BD37-4EF0-A1BA-B9F74E8C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04775"/>
            <a:ext cx="4019550" cy="2990850"/>
          </a:xfrm>
          <a:custGeom xmlns:a="http://schemas.openxmlformats.org/drawingml/2006/main">
            <a:pathLst>
              <a:path w="4019550" h="2990850">
                <a:moveTo>
                  <a:pt x="0" y="0"/>
                </a:moveTo>
                <a:lnTo>
                  <a:pt x="0" y="2990850"/>
                </a:lnTo>
                <a:lnTo>
                  <a:pt x="4019550" y="29908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4D4D"/>
            </a:solidFill>
          </a:ln>
        </p:spPr>
      </p:sp>
      <p:sp>
        <p:nvSpPr>
          <p:cNvPr id="54" name="AI048-path-42">
            <a:extLst xmlns:a="http://schemas.openxmlformats.org/drawingml/2006/main">
              <a:ext uri="{FF2B5EF4-FFF2-40B4-BE49-F238E27FC236}">
                <a16:creationId xmlns:a16="http://schemas.microsoft.com/office/drawing/2014/main" id="{51E1D6A7-55BF-4513-980E-B6EEE600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9562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D4D4D"/>
            </a:solidFill>
          </a:ln>
        </p:spPr>
      </p:sp>
      <p:sp>
        <p:nvSpPr>
          <p:cNvPr id="55" name="AI048-path-43">
            <a:extLst xmlns:a="http://schemas.openxmlformats.org/drawingml/2006/main">
              <a:ext uri="{FF2B5EF4-FFF2-40B4-BE49-F238E27FC236}">
                <a16:creationId xmlns:a16="http://schemas.microsoft.com/office/drawing/2014/main" id="{EA5970F9-1924-4BFE-8219-2943A09B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09562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D4D4D"/>
            </a:solidFill>
          </a:ln>
        </p:spPr>
      </p:sp>
      <p:sp>
        <p:nvSpPr>
          <p:cNvPr id="56" name="Text 0">
            <a:extLst xmlns:a="http://schemas.openxmlformats.org/drawingml/2006/main">
              <a:ext uri="{FF2B5EF4-FFF2-40B4-BE49-F238E27FC236}">
                <a16:creationId xmlns:a16="http://schemas.microsoft.com/office/drawing/2014/main" id="{CF329B1A-1E61-4DE4-B568-3322921E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9300" y="3143250"/>
            <a:ext cx="228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Text 1">
            <a:extLst xmlns:a="http://schemas.openxmlformats.org/drawingml/2006/main">
              <a:ext uri="{FF2B5EF4-FFF2-40B4-BE49-F238E27FC236}">
                <a16:creationId xmlns:a16="http://schemas.microsoft.com/office/drawing/2014/main" id="{C135AEB9-8408-4E36-A42B-D41C05B9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50" y="3143250"/>
            <a:ext cx="228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8" name="AI048-path-44">
            <a:extLst xmlns:a="http://schemas.openxmlformats.org/drawingml/2006/main">
              <a:ext uri="{FF2B5EF4-FFF2-40B4-BE49-F238E27FC236}">
                <a16:creationId xmlns:a16="http://schemas.microsoft.com/office/drawing/2014/main" id="{9FB51052-1C18-43F8-A63A-41D2F0C6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38100" cy="10"/>
          </a:xfrm>
          <a:custGeom xmlns:a="http://schemas.openxmlformats.org/drawingml/2006/main">
            <a:pathLst>
              <a:path w="38100" h="1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D4D4D"/>
            </a:solidFill>
          </a:ln>
        </p:spPr>
      </p:sp>
      <p:sp>
        <p:nvSpPr>
          <p:cNvPr id="59" name="Text B">
            <a:extLst xmlns:a="http://schemas.openxmlformats.org/drawingml/2006/main">
              <a:ext uri="{FF2B5EF4-FFF2-40B4-BE49-F238E27FC236}">
                <a16:creationId xmlns:a16="http://schemas.microsoft.com/office/drawing/2014/main" id="{A18502FF-D737-4DC9-855F-06C2C416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" y="1524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0" name="Text 0">
            <a:extLst xmlns:a="http://schemas.openxmlformats.org/drawingml/2006/main">
              <a:ext uri="{FF2B5EF4-FFF2-40B4-BE49-F238E27FC236}">
                <a16:creationId xmlns:a16="http://schemas.microsoft.com/office/drawing/2014/main" id="{2B54C437-088D-43F9-9B0A-E85ACC16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" y="2962275"/>
            <a:ext cx="238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1" name="AI048-path-45">
            <a:extLst xmlns:a="http://schemas.openxmlformats.org/drawingml/2006/main">
              <a:ext uri="{FF2B5EF4-FFF2-40B4-BE49-F238E27FC236}">
                <a16:creationId xmlns:a16="http://schemas.microsoft.com/office/drawing/2014/main" id="{57366F15-3506-4352-8DD9-6B93DE56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76225"/>
            <a:ext cx="38100" cy="10"/>
          </a:xfrm>
          <a:custGeom xmlns:a="http://schemas.openxmlformats.org/drawingml/2006/main">
            <a:pathLst>
              <a:path w="38100" h="1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D4D4D"/>
            </a:solidFill>
          </a:ln>
        </p:spPr>
      </p:sp>
      <p:sp>
        <p:nvSpPr>
          <p:cNvPr id="62" name="Text B">
            <a:extLst xmlns:a="http://schemas.openxmlformats.org/drawingml/2006/main">
              <a:ext uri="{FF2B5EF4-FFF2-40B4-BE49-F238E27FC236}">
                <a16:creationId xmlns:a16="http://schemas.microsoft.com/office/drawing/2014/main" id="{65E74618-DEB8-484A-BB11-C889E87E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524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3" name="Text 0">
            <a:extLst xmlns:a="http://schemas.openxmlformats.org/drawingml/2006/main">
              <a:ext uri="{FF2B5EF4-FFF2-40B4-BE49-F238E27FC236}">
                <a16:creationId xmlns:a16="http://schemas.microsoft.com/office/drawing/2014/main" id="{0C54447B-FFCB-4694-8435-AB2769E3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962275"/>
            <a:ext cx="238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4" name="Text Loss">
            <a:extLst xmlns:a="http://schemas.openxmlformats.org/drawingml/2006/main">
              <a:ext uri="{FF2B5EF4-FFF2-40B4-BE49-F238E27FC236}">
                <a16:creationId xmlns:a16="http://schemas.microsoft.com/office/drawing/2014/main" id="{63B7F5F1-C5D7-484C-A8E5-22ADE813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257175" y="1514475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65" name="Text Loss">
            <a:extLst xmlns:a="http://schemas.openxmlformats.org/drawingml/2006/main">
              <a:ext uri="{FF2B5EF4-FFF2-40B4-BE49-F238E27FC236}">
                <a16:creationId xmlns:a16="http://schemas.microsoft.com/office/drawing/2014/main" id="{0D36666A-3FFD-463C-9841-E66E7A7C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438650" y="1514475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66" name="Text Density">
            <a:extLst xmlns:a="http://schemas.openxmlformats.org/drawingml/2006/main">
              <a:ext uri="{FF2B5EF4-FFF2-40B4-BE49-F238E27FC236}">
                <a16:creationId xmlns:a16="http://schemas.microsoft.com/office/drawing/2014/main" id="{5794E801-C6EA-4D8A-8837-82C90516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9020175" y="1485900"/>
            <a:ext cx="11334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67" name="Text Quantile Level">
            <a:extLst xmlns:a="http://schemas.openxmlformats.org/drawingml/2006/main">
              <a:ext uri="{FF2B5EF4-FFF2-40B4-BE49-F238E27FC236}">
                <a16:creationId xmlns:a16="http://schemas.microsoft.com/office/drawing/2014/main" id="{1F6828CB-2781-457F-985B-121EB06A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400425"/>
            <a:ext cx="162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Quantile Level</a:t>
            </a:r>
          </a:p>
        </p:txBody>
      </p:sp>
      <p:sp>
        <p:nvSpPr>
          <p:cNvPr id="68" name="Text t">
            <a:extLst xmlns:a="http://schemas.openxmlformats.org/drawingml/2006/main">
              <a:ext uri="{FF2B5EF4-FFF2-40B4-BE49-F238E27FC236}">
                <a16:creationId xmlns:a16="http://schemas.microsoft.com/office/drawing/2014/main" id="{596E2462-64E1-4669-B216-2D8A2900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3400425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69" name="Text Quantile Level">
            <a:extLst xmlns:a="http://schemas.openxmlformats.org/drawingml/2006/main">
              <a:ext uri="{FF2B5EF4-FFF2-40B4-BE49-F238E27FC236}">
                <a16:creationId xmlns:a16="http://schemas.microsoft.com/office/drawing/2014/main" id="{CA6A3839-D763-4C07-95CA-CF193704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400425"/>
            <a:ext cx="162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Quantile Level</a:t>
            </a:r>
          </a:p>
        </p:txBody>
      </p:sp>
      <p:sp>
        <p:nvSpPr>
          <p:cNvPr id="70" name="Text t">
            <a:extLst xmlns:a="http://schemas.openxmlformats.org/drawingml/2006/main">
              <a:ext uri="{FF2B5EF4-FFF2-40B4-BE49-F238E27FC236}">
                <a16:creationId xmlns:a16="http://schemas.microsoft.com/office/drawing/2014/main" id="{53B65A4E-BC47-4D7F-9107-F388DA29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3400425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71" name="Text Loss">
            <a:extLst xmlns:a="http://schemas.openxmlformats.org/drawingml/2006/main">
              <a:ext uri="{FF2B5EF4-FFF2-40B4-BE49-F238E27FC236}">
                <a16:creationId xmlns:a16="http://schemas.microsoft.com/office/drawing/2014/main" id="{4AF23E51-9586-49D0-A70E-CBBCF878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2375" y="34290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72" name="Text (">
            <a:extLst xmlns:a="http://schemas.openxmlformats.org/drawingml/2006/main">
              <a:ext uri="{FF2B5EF4-FFF2-40B4-BE49-F238E27FC236}">
                <a16:creationId xmlns:a16="http://schemas.microsoft.com/office/drawing/2014/main" id="{E1003BDF-D57A-4BDF-A793-DFAB32FA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075" y="2800350"/>
            <a:ext cx="11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73" name="Text t">
            <a:extLst xmlns:a="http://schemas.openxmlformats.org/drawingml/2006/main">
              <a:ext uri="{FF2B5EF4-FFF2-40B4-BE49-F238E27FC236}">
                <a16:creationId xmlns:a16="http://schemas.microsoft.com/office/drawing/2014/main" id="{1201FD0B-CEC4-4589-9DC7-E5FB3DC4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275" y="2800350"/>
            <a:ext cx="11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74" name="Text (1)">
            <a:extLst xmlns:a="http://schemas.openxmlformats.org/drawingml/2006/main">
              <a:ext uri="{FF2B5EF4-FFF2-40B4-BE49-F238E27FC236}">
                <a16:creationId xmlns:a16="http://schemas.microsoft.com/office/drawing/2014/main" id="{4D3AF20B-D381-470C-B583-0E0CFDA6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2905125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(1)</a:t>
            </a:r>
          </a:p>
        </p:txBody>
      </p:sp>
      <p:sp>
        <p:nvSpPr>
          <p:cNvPr id="75" name="Text , ℓ">
            <a:extLst xmlns:a="http://schemas.openxmlformats.org/drawingml/2006/main">
              <a:ext uri="{FF2B5EF4-FFF2-40B4-BE49-F238E27FC236}">
                <a16:creationId xmlns:a16="http://schemas.microsoft.com/office/drawing/2014/main" id="{FC604FE2-7F59-4AB6-A184-9CF2658D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975" y="2800350"/>
            <a:ext cx="219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 ℓ</a:t>
            </a:r>
          </a:p>
        </p:txBody>
      </p:sp>
      <p:sp>
        <p:nvSpPr>
          <p:cNvPr id="76" name="Text (1)">
            <a:extLst xmlns:a="http://schemas.openxmlformats.org/drawingml/2006/main">
              <a:ext uri="{FF2B5EF4-FFF2-40B4-BE49-F238E27FC236}">
                <a16:creationId xmlns:a16="http://schemas.microsoft.com/office/drawing/2014/main" id="{055B029B-7606-45EB-8508-7A8CD0C3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2905125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(1)</a:t>
            </a:r>
          </a:p>
        </p:txBody>
      </p:sp>
      <p:sp>
        <p:nvSpPr>
          <p:cNvPr id="77" name="Text )">
            <a:extLst xmlns:a="http://schemas.openxmlformats.org/drawingml/2006/main">
              <a:ext uri="{FF2B5EF4-FFF2-40B4-BE49-F238E27FC236}">
                <a16:creationId xmlns:a16="http://schemas.microsoft.com/office/drawing/2014/main" id="{EDC72D0E-45E8-4855-83BF-210C3736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2800350"/>
            <a:ext cx="11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78" name="Text (">
            <a:extLst xmlns:a="http://schemas.openxmlformats.org/drawingml/2006/main">
              <a:ext uri="{FF2B5EF4-FFF2-40B4-BE49-F238E27FC236}">
                <a16:creationId xmlns:a16="http://schemas.microsoft.com/office/drawing/2014/main" id="{11E0F3E9-89A2-41AD-9822-DE8A2251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2114550"/>
            <a:ext cx="11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79" name="Text t">
            <a:extLst xmlns:a="http://schemas.openxmlformats.org/drawingml/2006/main">
              <a:ext uri="{FF2B5EF4-FFF2-40B4-BE49-F238E27FC236}">
                <a16:creationId xmlns:a16="http://schemas.microsoft.com/office/drawing/2014/main" id="{95C42964-B288-4A2A-B6E7-7483B1A0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2114550"/>
            <a:ext cx="11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80" name="Text (2)">
            <a:extLst xmlns:a="http://schemas.openxmlformats.org/drawingml/2006/main">
              <a:ext uri="{FF2B5EF4-FFF2-40B4-BE49-F238E27FC236}">
                <a16:creationId xmlns:a16="http://schemas.microsoft.com/office/drawing/2014/main" id="{F71E6AF8-7762-4D1F-9F16-8927E523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219325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(2)</a:t>
            </a:r>
          </a:p>
        </p:txBody>
      </p:sp>
      <p:sp>
        <p:nvSpPr>
          <p:cNvPr id="81" name="Text , ℓ">
            <a:extLst xmlns:a="http://schemas.openxmlformats.org/drawingml/2006/main">
              <a:ext uri="{FF2B5EF4-FFF2-40B4-BE49-F238E27FC236}">
                <a16:creationId xmlns:a16="http://schemas.microsoft.com/office/drawing/2014/main" id="{203A55BB-A2EE-40E3-84C0-027DFF0C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2114550"/>
            <a:ext cx="219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 ℓ</a:t>
            </a:r>
          </a:p>
        </p:txBody>
      </p:sp>
      <p:sp>
        <p:nvSpPr>
          <p:cNvPr id="82" name="Text (2)">
            <a:extLst xmlns:a="http://schemas.openxmlformats.org/drawingml/2006/main">
              <a:ext uri="{FF2B5EF4-FFF2-40B4-BE49-F238E27FC236}">
                <a16:creationId xmlns:a16="http://schemas.microsoft.com/office/drawing/2014/main" id="{838631D2-AA82-40D4-A12A-50F384BD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975" y="2219325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(2)</a:t>
            </a:r>
          </a:p>
        </p:txBody>
      </p:sp>
      <p:sp>
        <p:nvSpPr>
          <p:cNvPr id="83" name="Text )">
            <a:extLst xmlns:a="http://schemas.openxmlformats.org/drawingml/2006/main">
              <a:ext uri="{FF2B5EF4-FFF2-40B4-BE49-F238E27FC236}">
                <a16:creationId xmlns:a16="http://schemas.microsoft.com/office/drawing/2014/main" id="{8B348831-D5B4-4BA3-A23D-B4080288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2114550"/>
            <a:ext cx="11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84" name="Text (">
            <a:extLst xmlns:a="http://schemas.openxmlformats.org/drawingml/2006/main">
              <a:ext uri="{FF2B5EF4-FFF2-40B4-BE49-F238E27FC236}">
                <a16:creationId xmlns:a16="http://schemas.microsoft.com/office/drawing/2014/main" id="{17EAAA90-E82F-4688-8B05-C4F7F594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885825"/>
            <a:ext cx="11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85" name="Text t">
            <a:extLst xmlns:a="http://schemas.openxmlformats.org/drawingml/2006/main">
              <a:ext uri="{FF2B5EF4-FFF2-40B4-BE49-F238E27FC236}">
                <a16:creationId xmlns:a16="http://schemas.microsoft.com/office/drawing/2014/main" id="{8EC3C0F8-FBF9-4089-86CD-92169A07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885825"/>
            <a:ext cx="11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86" name="Text (3)">
            <a:extLst xmlns:a="http://schemas.openxmlformats.org/drawingml/2006/main">
              <a:ext uri="{FF2B5EF4-FFF2-40B4-BE49-F238E27FC236}">
                <a16:creationId xmlns:a16="http://schemas.microsoft.com/office/drawing/2014/main" id="{CDDB9C8B-3FE7-4A55-ADD4-C924CFC4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990600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(3)</a:t>
            </a:r>
          </a:p>
        </p:txBody>
      </p:sp>
      <p:sp>
        <p:nvSpPr>
          <p:cNvPr id="87" name="Text , ℓ">
            <a:extLst xmlns:a="http://schemas.openxmlformats.org/drawingml/2006/main">
              <a:ext uri="{FF2B5EF4-FFF2-40B4-BE49-F238E27FC236}">
                <a16:creationId xmlns:a16="http://schemas.microsoft.com/office/drawing/2014/main" id="{4B695D8A-012F-472A-AC6B-B4D1F4C0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885825"/>
            <a:ext cx="219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 ℓ</a:t>
            </a:r>
          </a:p>
        </p:txBody>
      </p:sp>
      <p:sp>
        <p:nvSpPr>
          <p:cNvPr id="88" name="Text (3)">
            <a:extLst xmlns:a="http://schemas.openxmlformats.org/drawingml/2006/main">
              <a:ext uri="{FF2B5EF4-FFF2-40B4-BE49-F238E27FC236}">
                <a16:creationId xmlns:a16="http://schemas.microsoft.com/office/drawing/2014/main" id="{74F327BE-0F6A-467E-A880-ADB6A4C2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1475" y="990600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(3)</a:t>
            </a:r>
          </a:p>
        </p:txBody>
      </p:sp>
      <p:sp>
        <p:nvSpPr>
          <p:cNvPr id="89" name="Text )">
            <a:extLst xmlns:a="http://schemas.openxmlformats.org/drawingml/2006/main">
              <a:ext uri="{FF2B5EF4-FFF2-40B4-BE49-F238E27FC236}">
                <a16:creationId xmlns:a16="http://schemas.microsoft.com/office/drawing/2014/main" id="{DC6C2632-B0C9-47E1-9B97-17455850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885825"/>
            <a:ext cx="11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90" name="Text p(K | t">
            <a:extLst xmlns:a="http://schemas.openxmlformats.org/drawingml/2006/main">
              <a:ext uri="{FF2B5EF4-FFF2-40B4-BE49-F238E27FC236}">
                <a16:creationId xmlns:a16="http://schemas.microsoft.com/office/drawing/2014/main" id="{848669EC-A1B5-479C-98F9-712828F8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47675"/>
            <a:ext cx="800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p(K | t</a:t>
            </a:r>
          </a:p>
        </p:txBody>
      </p:sp>
      <p:sp>
        <p:nvSpPr>
          <p:cNvPr id="91" name="Text 1:n">
            <a:extLst xmlns:a="http://schemas.openxmlformats.org/drawingml/2006/main">
              <a:ext uri="{FF2B5EF4-FFF2-40B4-BE49-F238E27FC236}">
                <a16:creationId xmlns:a16="http://schemas.microsoft.com/office/drawing/2014/main" id="{6C44A98C-A24B-4094-8ECB-52B84F47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" y="571500"/>
            <a:ext cx="2571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1:n</a:t>
            </a:r>
          </a:p>
        </p:txBody>
      </p:sp>
      <p:sp>
        <p:nvSpPr>
          <p:cNvPr id="92" name="Text , ℓ">
            <a:extLst xmlns:a="http://schemas.openxmlformats.org/drawingml/2006/main">
              <a:ext uri="{FF2B5EF4-FFF2-40B4-BE49-F238E27FC236}">
                <a16:creationId xmlns:a16="http://schemas.microsoft.com/office/drawing/2014/main" id="{1EA4786C-E44D-4851-807B-1E177CEC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447675"/>
            <a:ext cx="266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 ℓ</a:t>
            </a:r>
          </a:p>
        </p:txBody>
      </p:sp>
      <p:sp>
        <p:nvSpPr>
          <p:cNvPr id="93" name="Text 1:n">
            <a:extLst xmlns:a="http://schemas.openxmlformats.org/drawingml/2006/main">
              <a:ext uri="{FF2B5EF4-FFF2-40B4-BE49-F238E27FC236}">
                <a16:creationId xmlns:a16="http://schemas.microsoft.com/office/drawing/2014/main" id="{70ECE8AC-5DD6-4BC1-9D7B-00F6DFD9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675" y="571500"/>
            <a:ext cx="266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1:n</a:t>
            </a:r>
          </a:p>
        </p:txBody>
      </p:sp>
      <p:sp>
        <p:nvSpPr>
          <p:cNvPr id="94" name="Text )">
            <a:extLst xmlns:a="http://schemas.openxmlformats.org/drawingml/2006/main">
              <a:ext uri="{FF2B5EF4-FFF2-40B4-BE49-F238E27FC236}">
                <a16:creationId xmlns:a16="http://schemas.microsoft.com/office/drawing/2014/main" id="{035D9B46-CFA4-40DA-A34A-07BD8F7D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850" y="447675"/>
            <a:ext cx="142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95" name="Text p(L">
            <a:extLst xmlns:a="http://schemas.openxmlformats.org/drawingml/2006/main">
              <a:ext uri="{FF2B5EF4-FFF2-40B4-BE49-F238E27FC236}">
                <a16:creationId xmlns:a16="http://schemas.microsoft.com/office/drawing/2014/main" id="{1BA29441-44D4-45A4-A438-EA8B31E3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457200"/>
            <a:ext cx="438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p(L</a:t>
            </a:r>
          </a:p>
        </p:txBody>
      </p:sp>
      <p:sp>
        <p:nvSpPr>
          <p:cNvPr id="96" name="Text +">
            <a:extLst xmlns:a="http://schemas.openxmlformats.org/drawingml/2006/main">
              <a:ext uri="{FF2B5EF4-FFF2-40B4-BE49-F238E27FC236}">
                <a16:creationId xmlns:a16="http://schemas.microsoft.com/office/drawing/2014/main" id="{8128E36F-6620-4555-8BD0-3F8818A9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1050" y="428625"/>
            <a:ext cx="161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97" name="Text  | ℓ">
            <a:extLst xmlns:a="http://schemas.openxmlformats.org/drawingml/2006/main">
              <a:ext uri="{FF2B5EF4-FFF2-40B4-BE49-F238E27FC236}">
                <a16:creationId xmlns:a16="http://schemas.microsoft.com/office/drawing/2014/main" id="{138ABCBD-DC2B-4E54-98EE-09DD2823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6300" y="457200"/>
            <a:ext cx="342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| ℓ</a:t>
            </a:r>
          </a:p>
        </p:txBody>
      </p:sp>
      <p:sp>
        <p:nvSpPr>
          <p:cNvPr id="98" name="Text 1:n">
            <a:extLst xmlns:a="http://schemas.openxmlformats.org/drawingml/2006/main">
              <a:ext uri="{FF2B5EF4-FFF2-40B4-BE49-F238E27FC236}">
                <a16:creationId xmlns:a16="http://schemas.microsoft.com/office/drawing/2014/main" id="{B8E52DE1-509B-4007-A1B7-FB0CE867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100" y="6096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1:n</a:t>
            </a:r>
          </a:p>
        </p:txBody>
      </p:sp>
      <p:sp>
        <p:nvSpPr>
          <p:cNvPr id="99" name="Text )">
            <a:extLst xmlns:a="http://schemas.openxmlformats.org/drawingml/2006/main">
              <a:ext uri="{FF2B5EF4-FFF2-40B4-BE49-F238E27FC236}">
                <a16:creationId xmlns:a16="http://schemas.microsoft.com/office/drawing/2014/main" id="{67092B3B-1E93-4E3B-AC7A-37E27AF8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6375" y="457200"/>
            <a:ext cx="142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555108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2026-09-05T18:00:49.2580000Z</dcterms:created>
  <dcterms:modified xsi:type="dcterms:W3CDTF">2026-09-05T18:00:49.2580000Z</dcterms:modified>
</coreProperties>
</file>